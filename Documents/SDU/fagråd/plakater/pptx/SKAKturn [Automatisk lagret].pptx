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163E64"/>
    <a:srgbClr val="171717"/>
    <a:srgbClr val="E3D8F8"/>
    <a:srgbClr val="E9E5EB"/>
    <a:srgbClr val="F4EE00"/>
    <a:srgbClr val="CCCC00"/>
    <a:srgbClr val="BFC587"/>
    <a:srgbClr val="5976FD"/>
    <a:srgbClr val="5A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2" autoAdjust="0"/>
    <p:restoredTop sz="94789"/>
  </p:normalViewPr>
  <p:slideViewPr>
    <p:cSldViewPr snapToGrid="0">
      <p:cViewPr>
        <p:scale>
          <a:sx n="73" d="100"/>
          <a:sy n="73" d="100"/>
        </p:scale>
        <p:origin x="1200" y="-34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sv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6CBFB8-2A74-495C-C040-F69EF890E1AA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063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9D0CB5-5E4D-1040-9449-264A5079D536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noFill/>
          <a:ln w="301625"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EBE9F81-07F7-F9BB-833F-7A81D55D4642}"/>
              </a:ext>
            </a:extLst>
          </p:cNvPr>
          <p:cNvSpPr txBox="1"/>
          <p:nvPr/>
        </p:nvSpPr>
        <p:spPr>
          <a:xfrm>
            <a:off x="2695458" y="661602"/>
            <a:ext cx="10233836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3900" b="1" i="1" spc="-300" dirty="0">
                <a:solidFill>
                  <a:schemeClr val="bg1"/>
                </a:solidFill>
              </a:rPr>
              <a:t>IM    DA</a:t>
            </a:r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7B5A779-C255-9408-2170-C5FCFF0F89CA}"/>
              </a:ext>
            </a:extLst>
          </p:cNvPr>
          <p:cNvSpPr txBox="1"/>
          <p:nvPr/>
        </p:nvSpPr>
        <p:spPr>
          <a:xfrm>
            <a:off x="2770426" y="574577"/>
            <a:ext cx="10244666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39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    DA</a:t>
            </a:r>
            <a:endParaRPr lang="da-DK" sz="19900" dirty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22B1D0BD-7E61-E4EF-C619-E1E7F2CA791A}"/>
              </a:ext>
            </a:extLst>
          </p:cNvPr>
          <p:cNvSpPr txBox="1"/>
          <p:nvPr/>
        </p:nvSpPr>
        <p:spPr>
          <a:xfrm>
            <a:off x="-757905" y="6708098"/>
            <a:ext cx="1090246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11. March</a:t>
            </a:r>
            <a:endParaRPr lang="da-DK" sz="1400" dirty="0"/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420F556C-F6D7-0D69-FB76-09032327B29A}"/>
              </a:ext>
            </a:extLst>
          </p:cNvPr>
          <p:cNvSpPr txBox="1"/>
          <p:nvPr/>
        </p:nvSpPr>
        <p:spPr>
          <a:xfrm>
            <a:off x="-915286" y="8296554"/>
            <a:ext cx="1090246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at 17.00</a:t>
            </a:r>
            <a:endParaRPr lang="da-DK" sz="1400" dirty="0"/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3DA4CCE2-D741-A749-34EA-6AF2F2358AFF}"/>
              </a:ext>
            </a:extLst>
          </p:cNvPr>
          <p:cNvSpPr txBox="1"/>
          <p:nvPr/>
        </p:nvSpPr>
        <p:spPr>
          <a:xfrm>
            <a:off x="-1003454" y="9911238"/>
            <a:ext cx="109024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88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 the Sauna</a:t>
            </a:r>
            <a:endParaRPr lang="da-DK"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5DB9668-5D01-5B82-26C0-FF3097BDC2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7275" y="10539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20" name="Billede 19" descr="Et billede, der indeholder mur, trofæ/pokal, indendørs, kunst&#10;&#10;Indhold genereret af kunstig intelligens kan være forkert.">
            <a:extLst>
              <a:ext uri="{FF2B5EF4-FFF2-40B4-BE49-F238E27FC236}">
                <a16:creationId xmlns:a16="http://schemas.microsoft.com/office/drawing/2014/main" id="{0B90E147-85E4-296E-E35C-D59B399EB2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1" b="93750" l="9961" r="89974">
                        <a14:foregroundMark x1="48177" y1="25928" x2="48112" y2="36182"/>
                        <a14:foregroundMark x1="40495" y1="34766" x2="40755" y2="35010"/>
                        <a14:foregroundMark x1="35221" y1="45410" x2="35221" y2="44482"/>
                        <a14:foregroundMark x1="35612" y1="44141" x2="34766" y2="45361"/>
                        <a14:foregroundMark x1="32682" y1="47607" x2="30078" y2="47607"/>
                        <a14:foregroundMark x1="32552" y1="48682" x2="35286" y2="50635"/>
                        <a14:foregroundMark x1="35286" y1="50635" x2="35547" y2="51416"/>
                        <a14:foregroundMark x1="61784" y1="47363" x2="62044" y2="43945"/>
                        <a14:foregroundMark x1="61133" y1="44238" x2="61003" y2="45605"/>
                        <a14:foregroundMark x1="41039" y1="32628" x2="40690" y2="34521"/>
                        <a14:foregroundMark x1="39323" y1="31152" x2="37174" y2="29150"/>
                        <a14:foregroundMark x1="37174" y1="29150" x2="37305" y2="25977"/>
                        <a14:foregroundMark x1="36328" y1="22754" x2="35872" y2="22998"/>
                        <a14:foregroundMark x1="57029" y1="33643" x2="57096" y2="34668"/>
                        <a14:foregroundMark x1="41406" y1="35254" x2="41406" y2="35254"/>
                        <a14:foregroundMark x1="41471" y1="35303" x2="41471" y2="35303"/>
                        <a14:foregroundMark x1="37305" y1="22461" x2="37305" y2="22461"/>
                        <a14:foregroundMark x1="36589" y1="29102" x2="36589" y2="29102"/>
                        <a14:foregroundMark x1="36784" y1="29395" x2="36784" y2="29395"/>
                        <a14:foregroundMark x1="43620" y1="22070" x2="41081" y2="23682"/>
                        <a14:foregroundMark x1="40299" y1="33740" x2="40299" y2="33740"/>
                        <a14:foregroundMark x1="40234" y1="34326" x2="40234" y2="34326"/>
                        <a14:foregroundMark x1="41341" y1="35059" x2="41341" y2="35059"/>
                        <a14:foregroundMark x1="41602" y1="35303" x2="41602" y2="35303"/>
                        <a14:foregroundMark x1="41471" y1="34961" x2="41471" y2="34961"/>
                        <a14:foregroundMark x1="41406" y1="34717" x2="41406" y2="34717"/>
                        <a14:foregroundMark x1="41081" y1="33057" x2="41081" y2="33057"/>
                        <a14:foregroundMark x1="41211" y1="33301" x2="41211" y2="33301"/>
                        <a14:foregroundMark x1="60677" y1="29053" x2="59831" y2="29590"/>
                        <a14:foregroundMark x1="59505" y1="30078" x2="59505" y2="30078"/>
                        <a14:foregroundMark x1="59701" y1="30029" x2="59701" y2="30029"/>
                        <a14:foregroundMark x1="59310" y1="30225" x2="59310" y2="30225"/>
                        <a14:foregroundMark x1="58789" y1="25195" x2="58789" y2="25195"/>
                        <a14:foregroundMark x1="59049" y1="24170" x2="61068" y2="22217"/>
                        <a14:foregroundMark x1="61068" y1="22217" x2="61003" y2="24756"/>
                        <a14:foregroundMark x1="62174" y1="22705" x2="62174" y2="22705"/>
                        <a14:foregroundMark x1="46875" y1="20898" x2="45768" y2="21484"/>
                        <a14:foregroundMark x1="50065" y1="20703" x2="51432" y2="21484"/>
                        <a14:foregroundMark x1="58529" y1="30566" x2="58529" y2="30566"/>
                        <a14:foregroundMark x1="36784" y1="25537" x2="36589" y2="26367"/>
                        <a14:foregroundMark x1="36640" y1="25111" x2="37044" y2="25781"/>
                        <a14:foregroundMark x1="37044" y1="25781" x2="37044" y2="26074"/>
                        <a14:foregroundMark x1="35482" y1="23193" x2="35482" y2="23193"/>
                        <a14:foregroundMark x1="59701" y1="24902" x2="60221" y2="28955"/>
                        <a14:foregroundMark x1="57487" y1="25049" x2="57487" y2="25049"/>
                        <a14:foregroundMark x1="57357" y1="24756" x2="56510" y2="23975"/>
                        <a14:foregroundMark x1="56315" y1="23877" x2="55924" y2="23340"/>
                        <a14:foregroundMark x1="58333" y1="30859" x2="57399" y2="32471"/>
                        <a14:foregroundMark x1="57487" y1="31006" x2="57487" y2="31006"/>
                        <a14:foregroundMark x1="57617" y1="33496" x2="57617" y2="33496"/>
                        <a14:foregroundMark x1="55273" y1="33496" x2="55273" y2="33496"/>
                        <a14:foregroundMark x1="36849" y1="23145" x2="37044" y2="24512"/>
                        <a14:foregroundMark x1="58854" y1="26025" x2="57357" y2="26172"/>
                        <a14:foregroundMark x1="55227" y1="33545" x2="54557" y2="34766"/>
                        <a14:foregroundMark x1="55924" y1="32275" x2="55227" y2="33545"/>
                        <a14:foregroundMark x1="44661" y1="36426" x2="47135" y2="38574"/>
                        <a14:foregroundMark x1="47135" y1="38574" x2="47591" y2="38770"/>
                        <a14:foregroundMark x1="56901" y1="32568" x2="56966" y2="33203"/>
                        <a14:foregroundMark x1="35482" y1="44043" x2="34635" y2="45166"/>
                        <a14:foregroundMark x1="47917" y1="39258" x2="49154" y2="45020"/>
                        <a14:foregroundMark x1="49154" y1="45020" x2="48828" y2="46191"/>
                        <a14:foregroundMark x1="45833" y1="44385" x2="45117" y2="46826"/>
                        <a14:foregroundMark x1="45117" y1="46826" x2="45117" y2="46826"/>
                        <a14:foregroundMark x1="52474" y1="44385" x2="53320" y2="46826"/>
                        <a14:foregroundMark x1="53320" y1="46826" x2="53255" y2="46777"/>
                        <a14:foregroundMark x1="50521" y1="39453" x2="50130" y2="39941"/>
                        <a14:foregroundMark x1="50586" y1="39648" x2="50586" y2="39648"/>
                        <a14:foregroundMark x1="50000" y1="40381" x2="50260" y2="41406"/>
                        <a14:foregroundMark x1="50260" y1="41748" x2="50260" y2="41748"/>
                        <a14:foregroundMark x1="50065" y1="40527" x2="50065" y2="40527"/>
                        <a14:foregroundMark x1="50260" y1="40430" x2="50260" y2="40430"/>
                        <a14:foregroundMark x1="47201" y1="39600" x2="47786" y2="40674"/>
                        <a14:foregroundMark x1="34635" y1="50391" x2="34961" y2="58350"/>
                        <a14:foregroundMark x1="32006" y1="54143" x2="32943" y2="55322"/>
                        <a14:foregroundMark x1="31120" y1="53027" x2="31533" y2="53547"/>
                        <a14:foregroundMark x1="32943" y1="55322" x2="33984" y2="59277"/>
                        <a14:foregroundMark x1="34245" y1="59375" x2="34375" y2="62158"/>
                        <a14:foregroundMark x1="34375" y1="62158" x2="35938" y2="61035"/>
                        <a14:foregroundMark x1="33919" y1="60742" x2="34570" y2="62793"/>
                        <a14:foregroundMark x1="36589" y1="51904" x2="40039" y2="51758"/>
                        <a14:foregroundMark x1="40039" y1="51758" x2="38151" y2="54102"/>
                        <a14:foregroundMark x1="38151" y1="54102" x2="36068" y2="61426"/>
                        <a14:foregroundMark x1="39909" y1="51660" x2="40234" y2="52197"/>
                        <a14:foregroundMark x1="40169" y1="51758" x2="41667" y2="51611"/>
                        <a14:foregroundMark x1="52669" y1="51709" x2="49870" y2="53418"/>
                        <a14:foregroundMark x1="49870" y1="53418" x2="48828" y2="55273"/>
                        <a14:foregroundMark x1="47201" y1="48926" x2="47288" y2="49044"/>
                        <a14:foregroundMark x1="46159" y1="52539" x2="47526" y2="55029"/>
                        <a14:foregroundMark x1="47526" y1="55029" x2="48372" y2="55225"/>
                        <a14:foregroundMark x1="48047" y1="56250" x2="48633" y2="60791"/>
                        <a14:foregroundMark x1="44857" y1="45215" x2="44531" y2="46973"/>
                        <a14:foregroundMark x1="49284" y1="51758" x2="49415" y2="51746"/>
                        <a14:foregroundMark x1="48343" y1="50928" x2="48372" y2="51904"/>
                        <a14:foregroundMark x1="48327" y1="50391" x2="48343" y2="50928"/>
                        <a14:foregroundMark x1="48763" y1="51270" x2="48763" y2="51270"/>
                        <a14:foregroundMark x1="50000" y1="50488" x2="50000" y2="50488"/>
                        <a14:foregroundMark x1="50000" y1="50439" x2="50260" y2="51563"/>
                        <a14:foregroundMark x1="52604" y1="51807" x2="52539" y2="51611"/>
                        <a14:foregroundMark x1="54362" y1="51563" x2="51953" y2="53564"/>
                        <a14:foregroundMark x1="51953" y1="53564" x2="50260" y2="57617"/>
                        <a14:foregroundMark x1="51172" y1="55713" x2="50456" y2="59668"/>
                        <a14:foregroundMark x1="50456" y1="59766" x2="48503" y2="60693"/>
                        <a14:foregroundMark x1="48633" y1="60889" x2="48503" y2="63916"/>
                        <a14:foregroundMark x1="47852" y1="63477" x2="48503" y2="62012"/>
                        <a14:foregroundMark x1="48372" y1="62012" x2="47786" y2="63379"/>
                        <a14:foregroundMark x1="47526" y1="63086" x2="47786" y2="62451"/>
                        <a14:foregroundMark x1="56055" y1="35107" x2="56055" y2="35107"/>
                        <a14:foregroundMark x1="52604" y1="51563" x2="54753" y2="51270"/>
                        <a14:foregroundMark x1="55013" y1="51270" x2="55013" y2="51270"/>
                        <a14:foregroundMark x1="55143" y1="51221" x2="55143" y2="51221"/>
                        <a14:foregroundMark x1="55339" y1="51172" x2="55339" y2="51172"/>
                        <a14:foregroundMark x1="58659" y1="52637" x2="60742" y2="58594"/>
                        <a14:foregroundMark x1="57747" y1="53076" x2="57747" y2="53076"/>
                        <a14:foregroundMark x1="58138" y1="53662" x2="58138" y2="53662"/>
                        <a14:foregroundMark x1="58398" y1="54102" x2="58398" y2="54102"/>
                        <a14:foregroundMark x1="60677" y1="59375" x2="60677" y2="59375"/>
                        <a14:foregroundMark x1="61654" y1="63037" x2="60742" y2="60498"/>
                        <a14:foregroundMark x1="60742" y1="60498" x2="61719" y2="62939"/>
                        <a14:foregroundMark x1="61719" y1="62939" x2="61849" y2="62598"/>
                        <a14:foregroundMark x1="50326" y1="60059" x2="50391" y2="62695"/>
                        <a14:foregroundMark x1="50391" y1="62695" x2="50130" y2="61768"/>
                        <a14:foregroundMark x1="50391" y1="62109" x2="50846" y2="62695"/>
                        <a14:foregroundMark x1="51172" y1="62744" x2="51172" y2="62744"/>
                        <a14:foregroundMark x1="51237" y1="62988" x2="51237" y2="62988"/>
                        <a14:foregroundMark x1="60677" y1="61279" x2="60677" y2="61279"/>
                        <a14:foregroundMark x1="60352" y1="59277" x2="60352" y2="59277"/>
                        <a14:foregroundMark x1="60938" y1="62793" x2="60938" y2="62793"/>
                        <a14:foregroundMark x1="66536" y1="52197" x2="66536" y2="52197"/>
                        <a14:foregroundMark x1="67773" y1="51953" x2="67773" y2="51953"/>
                        <a14:foregroundMark x1="68750" y1="51416" x2="68750" y2="51416"/>
                        <a14:foregroundMark x1="68424" y1="51514" x2="68424" y2="51514"/>
                        <a14:foregroundMark x1="64518" y1="51904" x2="64518" y2="51904"/>
                        <a14:foregroundMark x1="63477" y1="51904" x2="63477" y2="51904"/>
                        <a14:foregroundMark x1="66341" y1="53027" x2="66341" y2="53027"/>
                        <a14:foregroundMark x1="66602" y1="52832" x2="66602" y2="52832"/>
                        <a14:foregroundMark x1="66797" y1="52686" x2="66797" y2="52686"/>
                        <a14:foregroundMark x1="67122" y1="52490" x2="67122" y2="52490"/>
                        <a14:foregroundMark x1="67318" y1="52344" x2="67318" y2="52344"/>
                        <a14:foregroundMark x1="67578" y1="52148" x2="67578" y2="52148"/>
                        <a14:foregroundMark x1="65885" y1="53369" x2="65885" y2="53369"/>
                        <a14:foregroundMark x1="65951" y1="53320" x2="65951" y2="53320"/>
                        <a14:foregroundMark x1="66081" y1="53271" x2="66081" y2="53271"/>
                        <a14:foregroundMark x1="65690" y1="53613" x2="65690" y2="53613"/>
                        <a14:foregroundMark x1="65755" y1="53564" x2="65755" y2="53564"/>
                        <a14:foregroundMark x1="46354" y1="74121" x2="46289" y2="72949"/>
                        <a14:foregroundMark x1="46419" y1="74316" x2="46615" y2="75244"/>
                        <a14:foregroundMark x1="51432" y1="75049" x2="53255" y2="73047"/>
                        <a14:foregroundMark x1="53255" y1="73047" x2="51107" y2="71143"/>
                        <a14:foregroundMark x1="51107" y1="71143" x2="50000" y2="71338"/>
                        <a14:foregroundMark x1="52214" y1="71436" x2="52214" y2="71436"/>
                        <a14:foregroundMark x1="53646" y1="71875" x2="53646" y2="71875"/>
                        <a14:foregroundMark x1="54232" y1="71973" x2="54232" y2="71973"/>
                        <a14:foregroundMark x1="53516" y1="71338" x2="53385" y2="72754"/>
                        <a14:foregroundMark x1="54297" y1="72266" x2="54297" y2="72266"/>
                        <a14:foregroundMark x1="54622" y1="72119" x2="54622" y2="72119"/>
                        <a14:foregroundMark x1="54948" y1="71973" x2="54948" y2="71973"/>
                        <a14:foregroundMark x1="55078" y1="71826" x2="55078" y2="71826"/>
                        <a14:foregroundMark x1="55013" y1="71680" x2="55013" y2="71680"/>
                        <a14:foregroundMark x1="54492" y1="71484" x2="54492" y2="71484"/>
                        <a14:foregroundMark x1="54297" y1="72705" x2="54297" y2="72705"/>
                        <a14:foregroundMark x1="54557" y1="72559" x2="54557" y2="72559"/>
                        <a14:foregroundMark x1="51367" y1="75391" x2="51367" y2="75391"/>
                        <a14:foregroundMark x1="51172" y1="75977" x2="51172" y2="75977"/>
                        <a14:foregroundMark x1="50911" y1="76611" x2="50911" y2="76611"/>
                        <a14:foregroundMark x1="50716" y1="77148" x2="50716" y2="77148"/>
                        <a14:foregroundMark x1="50586" y1="77783" x2="50586" y2="77783"/>
                        <a14:foregroundMark x1="50521" y1="78076" x2="50521" y2="78076"/>
                        <a14:foregroundMark x1="50651" y1="77441" x2="50651" y2="77441"/>
                        <a14:foregroundMark x1="50456" y1="76807" x2="50456" y2="76807"/>
                        <a14:foregroundMark x1="47135" y1="77148" x2="47135" y2="77148"/>
                        <a14:foregroundMark x1="47005" y1="77637" x2="47005" y2="77637"/>
                        <a14:foregroundMark x1="46940" y1="78516" x2="46940" y2="78516"/>
                        <a14:foregroundMark x1="46745" y1="79150" x2="46745" y2="79150"/>
                        <a14:foregroundMark x1="46680" y1="79590" x2="46680" y2="79590"/>
                        <a14:foregroundMark x1="46810" y1="79932" x2="46810" y2="79932"/>
                        <a14:foregroundMark x1="31380" y1="75781" x2="31380" y2="75781"/>
                        <a14:foregroundMark x1="30794" y1="76123" x2="30794" y2="76123"/>
                        <a14:foregroundMark x1="30990" y1="76660" x2="30990" y2="76660"/>
                        <a14:foregroundMark x1="31576" y1="77344" x2="31576" y2="77344"/>
                        <a14:foregroundMark x1="33593" y1="84095" x2="33789" y2="84717"/>
                        <a14:foregroundMark x1="31706" y1="77393" x2="33333" y2="79688"/>
                        <a14:foregroundMark x1="33333" y1="79688" x2="33724" y2="84082"/>
                        <a14:foregroundMark x1="34375" y1="62793" x2="33073" y2="65088"/>
                        <a14:foregroundMark x1="33073" y1="65088" x2="34049" y2="70410"/>
                        <a14:foregroundMark x1="47396" y1="70166" x2="47396" y2="70166"/>
                        <a14:foregroundMark x1="47331" y1="70068" x2="47331" y2="70068"/>
                        <a14:foregroundMark x1="47135" y1="70020" x2="47135" y2="70020"/>
                        <a14:foregroundMark x1="47266" y1="70068" x2="47266" y2="70068"/>
                        <a14:foregroundMark x1="47266" y1="70068" x2="47266" y2="70068"/>
                        <a14:foregroundMark x1="47331" y1="70117" x2="47331" y2="70117"/>
                        <a14:foregroundMark x1="47331" y1="70117" x2="47331" y2="70117"/>
                        <a14:foregroundMark x1="47396" y1="70068" x2="47396" y2="70068"/>
                        <a14:foregroundMark x1="47396" y1="70020" x2="47396" y2="70020"/>
                        <a14:foregroundMark x1="47396" y1="70020" x2="47396" y2="70020"/>
                        <a14:foregroundMark x1="47656" y1="70020" x2="47656" y2="70020"/>
                        <a14:foregroundMark x1="47591" y1="70020" x2="47591" y2="70020"/>
                        <a14:foregroundMark x1="47591" y1="70020" x2="47396" y2="70117"/>
                        <a14:foregroundMark x1="33388" y1="74512" x2="34180" y2="77539"/>
                        <a14:foregroundMark x1="33235" y1="73926" x2="33388" y2="74512"/>
                        <a14:foregroundMark x1="34180" y1="77539" x2="40495" y2="74561"/>
                        <a14:foregroundMark x1="40495" y1="74561" x2="35091" y2="73438"/>
                        <a14:foregroundMark x1="40039" y1="74219" x2="41276" y2="74756"/>
                        <a14:foregroundMark x1="33073" y1="72852" x2="33073" y2="72852"/>
                        <a14:foregroundMark x1="32747" y1="72510" x2="32747" y2="72510"/>
                        <a14:foregroundMark x1="32747" y1="72705" x2="32747" y2="72705"/>
                        <a14:foregroundMark x1="32747" y1="72900" x2="32747" y2="72900"/>
                        <a14:foregroundMark x1="48112" y1="49756" x2="48112" y2="49756"/>
                        <a14:foregroundMark x1="62044" y1="63330" x2="62630" y2="72803"/>
                        <a14:foregroundMark x1="60938" y1="63574" x2="60938" y2="63574"/>
                        <a14:foregroundMark x1="59635" y1="65137" x2="59635" y2="65137"/>
                        <a14:foregroundMark x1="66211" y1="74902" x2="66211" y2="74902"/>
                        <a14:foregroundMark x1="67578" y1="75146" x2="67578" y2="75146"/>
                        <a14:foregroundMark x1="67643" y1="74951" x2="67643" y2="74951"/>
                        <a14:foregroundMark x1="67057" y1="74756" x2="67057" y2="74756"/>
                        <a14:foregroundMark x1="60872" y1="79346" x2="60872" y2="79346"/>
                        <a14:foregroundMark x1="61654" y1="85742" x2="61654" y2="85742"/>
                        <a14:foregroundMark x1="62370" y1="86230" x2="62370" y2="86230"/>
                        <a14:foregroundMark x1="62435" y1="85254" x2="62435" y2="85254"/>
                        <a14:foregroundMark x1="60156" y1="86279" x2="60156" y2="86279"/>
                        <a14:foregroundMark x1="60872" y1="87109" x2="60872" y2="87109"/>
                        <a14:foregroundMark x1="62044" y1="87207" x2="62044" y2="87207"/>
                        <a14:foregroundMark x1="65430" y1="89697" x2="65430" y2="89697"/>
                        <a14:foregroundMark x1="65430" y1="89697" x2="62174" y2="88135"/>
                        <a14:foregroundMark x1="62174" y1="88135" x2="61458" y2="87256"/>
                        <a14:foregroundMark x1="64388" y1="88818" x2="64388" y2="88818"/>
                        <a14:foregroundMark x1="66732" y1="92822" x2="63672" y2="93848"/>
                        <a14:foregroundMark x1="63672" y1="93848" x2="60091" y2="94043"/>
                        <a14:foregroundMark x1="60091" y1="94043" x2="52995" y2="92676"/>
                        <a14:foregroundMark x1="52995" y1="92676" x2="52669" y2="92480"/>
                        <a14:foregroundMark x1="45768" y1="83936" x2="45768" y2="83936"/>
                        <a14:foregroundMark x1="44922" y1="84033" x2="44922" y2="84033"/>
                        <a14:foregroundMark x1="44727" y1="83936" x2="44727" y2="83936"/>
                        <a14:foregroundMark x1="44857" y1="83789" x2="44857" y2="83789"/>
                        <a14:foregroundMark x1="44857" y1="83789" x2="44727" y2="83838"/>
                        <a14:foregroundMark x1="45247" y1="83984" x2="44661" y2="83936"/>
                        <a14:foregroundMark x1="44727" y1="83936" x2="44727" y2="83936"/>
                        <a14:foregroundMark x1="44727" y1="83936" x2="44727" y2="83936"/>
                        <a14:foregroundMark x1="44727" y1="83936" x2="44727" y2="83936"/>
                        <a14:foregroundMark x1="44727" y1="83936" x2="44727" y2="83936"/>
                        <a14:foregroundMark x1="44727" y1="83936" x2="44727" y2="83936"/>
                        <a14:foregroundMark x1="44922" y1="83887" x2="44922" y2="83887"/>
                        <a14:foregroundMark x1="45052" y1="83838" x2="44987" y2="83838"/>
                        <a14:foregroundMark x1="44792" y1="83740" x2="44792" y2="83740"/>
                        <a14:foregroundMark x1="44792" y1="83740" x2="45117" y2="83740"/>
                        <a14:foregroundMark x1="45052" y1="84717" x2="45052" y2="83691"/>
                        <a14:foregroundMark x1="45117" y1="83643" x2="45573" y2="85352"/>
                        <a14:foregroundMark x1="45247" y1="83643" x2="44792" y2="83887"/>
                        <a14:foregroundMark x1="45638" y1="83691" x2="44531" y2="84131"/>
                        <a14:foregroundMark x1="46549" y1="93652" x2="46549" y2="93652"/>
                        <a14:foregroundMark x1="45768" y1="93701" x2="45768" y2="93701"/>
                        <a14:foregroundMark x1="45768" y1="93701" x2="34961" y2="93066"/>
                        <a14:foregroundMark x1="34961" y1="93066" x2="34766" y2="92969"/>
                        <a14:foregroundMark x1="46680" y1="93701" x2="50911" y2="93750"/>
                        <a14:foregroundMark x1="31966" y1="93066" x2="36198" y2="93262"/>
                        <a14:foregroundMark x1="50065" y1="41895" x2="50260" y2="42041"/>
                        <a14:foregroundMark x1="50391" y1="42334" x2="50391" y2="42334"/>
                        <a14:foregroundMark x1="50391" y1="42041" x2="50391" y2="42041"/>
                        <a14:foregroundMark x1="50195" y1="40771" x2="50195" y2="40771"/>
                        <a14:foregroundMark x1="50456" y1="39941" x2="50456" y2="39941"/>
                        <a14:foregroundMark x1="36003" y1="27686" x2="36003" y2="27686"/>
                        <a14:foregroundMark x1="36003" y1="27295" x2="36003" y2="27295"/>
                        <a14:foregroundMark x1="45313" y1="17529" x2="45313" y2="17529"/>
                        <a14:foregroundMark x1="44987" y1="16992" x2="44987" y2="16992"/>
                        <a14:foregroundMark x1="45182" y1="18359" x2="45182" y2="18359"/>
                        <a14:foregroundMark x1="35352" y1="46387" x2="35352" y2="47168"/>
                        <a14:foregroundMark x1="51367" y1="75293" x2="51367" y2="75293"/>
                        <a14:foregroundMark x1="51172" y1="75684" x2="51172" y2="75684"/>
                        <a14:foregroundMark x1="50326" y1="83203" x2="51497" y2="83984"/>
                        <a14:foregroundMark x1="50846" y1="77148" x2="50846" y2="77148"/>
                        <a14:foregroundMark x1="50781" y1="77490" x2="50781" y2="77490"/>
                        <a14:foregroundMark x1="46615" y1="72266" x2="46615" y2="72266"/>
                        <a14:foregroundMark x1="46029" y1="72510" x2="46029" y2="72510"/>
                        <a14:foregroundMark x1="45573" y1="72998" x2="45573" y2="72998"/>
                        <a14:foregroundMark x1="45573" y1="73438" x2="45573" y2="73438"/>
                        <a14:foregroundMark x1="45898" y1="73926" x2="45898" y2="73926"/>
                        <a14:foregroundMark x1="47852" y1="70850" x2="47852" y2="70850"/>
                        <a14:foregroundMark x1="47461" y1="81299" x2="47461" y2="81299"/>
                        <a14:foregroundMark x1="47526" y1="81738" x2="47526" y2="81738"/>
                        <a14:foregroundMark x1="59701" y1="81787" x2="60286" y2="85742"/>
                        <a14:backgroundMark x1="40365" y1="17480" x2="40365" y2="20850"/>
                        <a14:backgroundMark x1="40365" y1="20850" x2="36979" y2="21338"/>
                        <a14:backgroundMark x1="36979" y1="21338" x2="36589" y2="20996"/>
                        <a14:backgroundMark x1="56055" y1="17871" x2="55859" y2="20313"/>
                        <a14:backgroundMark x1="67383" y1="26270" x2="66602" y2="32080"/>
                        <a14:backgroundMark x1="61849" y1="34912" x2="60742" y2="36670"/>
                        <a14:backgroundMark x1="41882" y1="34717" x2="41602" y2="34033"/>
                        <a14:backgroundMark x1="42122" y1="35303" x2="41882" y2="34717"/>
                        <a14:backgroundMark x1="41341" y1="32568" x2="41602" y2="33301"/>
                        <a14:backgroundMark x1="41081" y1="32275" x2="41081" y2="32275"/>
                        <a14:backgroundMark x1="39128" y1="27637" x2="39128" y2="28760"/>
                        <a14:backgroundMark x1="40625" y1="31055" x2="40625" y2="31055"/>
                        <a14:backgroundMark x1="42383" y1="18994" x2="40365" y2="20801"/>
                        <a14:backgroundMark x1="44271" y1="20410" x2="44271" y2="20410"/>
                        <a14:backgroundMark x1="40104" y1="23438" x2="40104" y2="23438"/>
                        <a14:backgroundMark x1="39844" y1="24072" x2="39844" y2="24072"/>
                        <a14:backgroundMark x1="39258" y1="24805" x2="39258" y2="24805"/>
                        <a14:backgroundMark x1="38997" y1="25195" x2="38997" y2="25195"/>
                        <a14:backgroundMark x1="39583" y1="25830" x2="39583" y2="25830"/>
                        <a14:backgroundMark x1="39779" y1="26025" x2="39779" y2="26025"/>
                        <a14:backgroundMark x1="58138" y1="24512" x2="58138" y2="24512"/>
                        <a14:backgroundMark x1="58268" y1="24805" x2="58268" y2="24805"/>
                        <a14:backgroundMark x1="58073" y1="25342" x2="58073" y2="25342"/>
                        <a14:backgroundMark x1="58008" y1="29102" x2="58008" y2="29102"/>
                        <a14:backgroundMark x1="58333" y1="28174" x2="58333" y2="28174"/>
                        <a14:backgroundMark x1="57292" y1="30469" x2="57292" y2="30469"/>
                        <a14:backgroundMark x1="55013" y1="35547" x2="55013" y2="35547"/>
                        <a14:backgroundMark x1="55078" y1="35352" x2="55078" y2="35352"/>
                        <a14:backgroundMark x1="35543" y1="24632" x2="35807" y2="25293"/>
                        <a14:backgroundMark x1="35677" y1="23779" x2="35677" y2="23779"/>
                        <a14:backgroundMark x1="35612" y1="23682" x2="35612" y2="23682"/>
                        <a14:backgroundMark x1="35547" y1="23633" x2="35547" y2="23633"/>
                        <a14:backgroundMark x1="36393" y1="25146" x2="36393" y2="25146"/>
                        <a14:backgroundMark x1="59115" y1="28857" x2="57747" y2="28564"/>
                        <a14:backgroundMark x1="56641" y1="31934" x2="56410" y2="32418"/>
                        <a14:backgroundMark x1="57878" y1="32471" x2="57878" y2="32471"/>
                        <a14:backgroundMark x1="57617" y1="32422" x2="57617" y2="32422"/>
                        <a14:backgroundMark x1="57682" y1="32373" x2="57682" y2="32373"/>
                        <a14:backgroundMark x1="57813" y1="32324" x2="57813" y2="32324"/>
                        <a14:backgroundMark x1="57813" y1="32227" x2="57813" y2="32227"/>
                        <a14:backgroundMark x1="59180" y1="28809" x2="58008" y2="28418"/>
                        <a14:backgroundMark x1="58659" y1="28271" x2="58659" y2="27686"/>
                        <a14:backgroundMark x1="55924" y1="33838" x2="55273" y2="35400"/>
                        <a14:backgroundMark x1="56185" y1="33545" x2="56185" y2="33545"/>
                        <a14:backgroundMark x1="31120" y1="53760" x2="31706" y2="54297"/>
                        <a14:backgroundMark x1="44466" y1="55664" x2="44466" y2="55664"/>
                        <a14:backgroundMark x1="44401" y1="53320" x2="42057" y2="58594"/>
                        <a14:backgroundMark x1="57487" y1="60107" x2="57487" y2="63330"/>
                        <a14:backgroundMark x1="38737" y1="50391" x2="42383" y2="50488"/>
                        <a14:backgroundMark x1="42383" y1="50488" x2="43490" y2="53076"/>
                        <a14:backgroundMark x1="43490" y1="53076" x2="43424" y2="53174"/>
                        <a14:backgroundMark x1="40430" y1="48975" x2="44466" y2="49072"/>
                        <a14:backgroundMark x1="44466" y1="49072" x2="45964" y2="49512"/>
                        <a14:backgroundMark x1="44987" y1="49561" x2="43945" y2="51563"/>
                        <a14:backgroundMark x1="44401" y1="49854" x2="47005" y2="50732"/>
                        <a14:backgroundMark x1="46159" y1="50146" x2="46944" y2="50309"/>
                        <a14:backgroundMark x1="46940" y1="49121" x2="46745" y2="51611"/>
                        <a14:backgroundMark x1="46745" y1="51611" x2="46289" y2="51709"/>
                        <a14:backgroundMark x1="47201" y1="50928" x2="47201" y2="50928"/>
                        <a14:backgroundMark x1="47526" y1="50928" x2="47526" y2="50928"/>
                        <a14:backgroundMark x1="48047" y1="50928" x2="48047" y2="50928"/>
                        <a14:backgroundMark x1="48242" y1="51074" x2="48242" y2="51074"/>
                        <a14:backgroundMark x1="48307" y1="51367" x2="48307" y2="51367"/>
                        <a14:backgroundMark x1="48242" y1="51514" x2="48242" y2="51514"/>
                        <a14:backgroundMark x1="48242" y1="51172" x2="48242" y2="51172"/>
                        <a14:backgroundMark x1="48307" y1="51172" x2="48307" y2="51172"/>
                        <a14:backgroundMark x1="48372" y1="51074" x2="48372" y2="51074"/>
                        <a14:backgroundMark x1="48177" y1="50879" x2="48177" y2="50879"/>
                        <a14:backgroundMark x1="48177" y1="50830" x2="48177" y2="50830"/>
                        <a14:backgroundMark x1="48177" y1="50732" x2="48177" y2="50732"/>
                        <a14:backgroundMark x1="48242" y1="50537" x2="48242" y2="50537"/>
                        <a14:backgroundMark x1="48177" y1="50391" x2="48177" y2="50391"/>
                        <a14:backgroundMark x1="48177" y1="50244" x2="48177" y2="50244"/>
                        <a14:backgroundMark x1="51628" y1="51172" x2="53646" y2="49121"/>
                        <a14:backgroundMark x1="53646" y1="49121" x2="57031" y2="48926"/>
                        <a14:backgroundMark x1="57031" y1="48926" x2="60417" y2="50537"/>
                        <a14:backgroundMark x1="60417" y1="50537" x2="57227" y2="51953"/>
                        <a14:backgroundMark x1="57227" y1="51953" x2="56380" y2="53076"/>
                        <a14:backgroundMark x1="56120" y1="51660" x2="53320" y2="57178"/>
                        <a14:backgroundMark x1="53320" y1="57178" x2="53320" y2="59717"/>
                        <a14:backgroundMark x1="53320" y1="59717" x2="54688" y2="62109"/>
                        <a14:backgroundMark x1="54688" y1="62109" x2="55664" y2="59229"/>
                        <a14:backgroundMark x1="55664" y1="59229" x2="55013" y2="53809"/>
                        <a14:backgroundMark x1="55013" y1="53809" x2="55859" y2="51807"/>
                        <a14:backgroundMark x1="50911" y1="70898" x2="50911" y2="70898"/>
                        <a14:backgroundMark x1="50586" y1="70996" x2="50586" y2="70996"/>
                        <a14:backgroundMark x1="57161" y1="72070" x2="57161" y2="72070"/>
                        <a14:backgroundMark x1="58854" y1="70410" x2="58659" y2="73096"/>
                        <a14:backgroundMark x1="58659" y1="73096" x2="56315" y2="77979"/>
                        <a14:backgroundMark x1="56315" y1="77979" x2="58398" y2="83545"/>
                        <a14:backgroundMark x1="58398" y1="83545" x2="55078" y2="81250"/>
                        <a14:backgroundMark x1="55078" y1="81250" x2="53581" y2="78369"/>
                        <a14:backgroundMark x1="53581" y1="78369" x2="56055" y2="72510"/>
                        <a14:backgroundMark x1="56055" y1="72510" x2="58333" y2="70801"/>
                        <a14:backgroundMark x1="31380" y1="77637" x2="33073" y2="82471"/>
                        <a14:backgroundMark x1="37435" y1="84521" x2="37565" y2="81836"/>
                        <a14:backgroundMark x1="37565" y1="81836" x2="39323" y2="78760"/>
                        <a14:backgroundMark x1="39323" y1="78760" x2="41862" y2="76709"/>
                        <a14:backgroundMark x1="41862" y1="76709" x2="44857" y2="77783"/>
                        <a14:backgroundMark x1="44857" y1="77783" x2="44908" y2="83073"/>
                        <a14:backgroundMark x1="28451" y1="49658" x2="31445" y2="50830"/>
                        <a14:backgroundMark x1="31445" y1="50830" x2="29102" y2="52686"/>
                        <a14:backgroundMark x1="29102" y1="52686" x2="28776" y2="52783"/>
                        <a14:backgroundMark x1="29557" y1="49512" x2="32357" y2="51367"/>
                        <a14:backgroundMark x1="32357" y1="51367" x2="32357" y2="51465"/>
                        <a14:backgroundMark x1="42448" y1="44092" x2="33594" y2="39453"/>
                        <a14:backgroundMark x1="33594" y1="39453" x2="33594" y2="39453"/>
                        <a14:backgroundMark x1="55599" y1="41699" x2="57943" y2="39209"/>
                        <a14:backgroundMark x1="57943" y1="39209" x2="59440" y2="38281"/>
                        <a14:backgroundMark x1="39518" y1="58398" x2="39648" y2="66797"/>
                        <a14:backgroundMark x1="36133" y1="73828" x2="36133" y2="73828"/>
                        <a14:backgroundMark x1="36328" y1="73730" x2="36328" y2="73730"/>
                        <a14:backgroundMark x1="36393" y1="73779" x2="36393" y2="73779"/>
                        <a14:backgroundMark x1="36589" y1="73779" x2="36589" y2="73779"/>
                        <a14:backgroundMark x1="36458" y1="73779" x2="36458" y2="73779"/>
                        <a14:backgroundMark x1="36719" y1="73730" x2="36719" y2="73730"/>
                        <a14:backgroundMark x1="36849" y1="73730" x2="36849" y2="73730"/>
                        <a14:backgroundMark x1="36979" y1="73730" x2="36979" y2="73730"/>
                        <a14:backgroundMark x1="33268" y1="73926" x2="33268" y2="73926"/>
                        <a14:backgroundMark x1="33724" y1="74023" x2="33724" y2="74023"/>
                        <a14:backgroundMark x1="33203" y1="73682" x2="33203" y2="73682"/>
                        <a14:backgroundMark x1="33594" y1="73779" x2="33203" y2="74072"/>
                        <a14:backgroundMark x1="33398" y1="74365" x2="33398" y2="74365"/>
                        <a14:backgroundMark x1="33268" y1="74219" x2="33268" y2="74219"/>
                        <a14:backgroundMark x1="33333" y1="74219" x2="33333" y2="74219"/>
                        <a14:backgroundMark x1="33398" y1="74414" x2="32487" y2="73730"/>
                        <a14:backgroundMark x1="33333" y1="74219" x2="33333" y2="74219"/>
                        <a14:backgroundMark x1="33268" y1="74219" x2="33268" y2="74219"/>
                        <a14:backgroundMark x1="33333" y1="74121" x2="33333" y2="74121"/>
                        <a14:backgroundMark x1="33203" y1="74512" x2="33203" y2="74512"/>
                        <a14:backgroundMark x1="33398" y1="74512" x2="33398" y2="74512"/>
                        <a14:backgroundMark x1="47201" y1="71729" x2="47201" y2="71729"/>
                        <a14:backgroundMark x1="48242" y1="50928" x2="48242" y2="50928"/>
                        <a14:backgroundMark x1="48047" y1="50098" x2="48047" y2="50098"/>
                        <a14:backgroundMark x1="44727" y1="83496" x2="44727" y2="83496"/>
                        <a14:backgroundMark x1="44922" y1="83496" x2="44922" y2="83496"/>
                        <a14:backgroundMark x1="44596" y1="83594" x2="44596" y2="83594"/>
                        <a14:backgroundMark x1="43164" y1="83984" x2="36849" y2="85840"/>
                        <a14:backgroundMark x1="36849" y1="85840" x2="39518" y2="83496"/>
                        <a14:backgroundMark x1="39518" y1="83496" x2="40365" y2="83252"/>
                        <a14:backgroundMark x1="36198" y1="85938" x2="36198" y2="85938"/>
                        <a14:backgroundMark x1="33268" y1="85840" x2="33268" y2="85840"/>
                        <a14:backgroundMark x1="30859" y1="87549" x2="30859" y2="87549"/>
                        <a14:backgroundMark x1="38086" y1="94092" x2="35619" y2="93917"/>
                        <a14:backgroundMark x1="33398" y1="51367" x2="33398" y2="51367"/>
                        <a14:backgroundMark x1="33724" y1="50684" x2="33724" y2="50684"/>
                        <a14:backgroundMark x1="58464" y1="27490" x2="58464" y2="27490"/>
                        <a14:backgroundMark x1="58398" y1="26904" x2="58398" y2="26904"/>
                        <a14:backgroundMark x1="45117" y1="20215" x2="45117" y2="20215"/>
                        <a14:backgroundMark x1="46029" y1="20605" x2="46029" y2="20605"/>
                        <a14:backgroundMark x1="35807" y1="27539" x2="35807" y2="27539"/>
                        <a14:backgroundMark x1="35807" y1="27295" x2="35807" y2="27295"/>
                        <a14:backgroundMark x1="47266" y1="71631" x2="47266" y2="71631"/>
                        <a14:backgroundMark x1="55599" y1="84180" x2="57878" y2="85352"/>
                        <a14:backgroundMark x1="57878" y1="85254" x2="58724" y2="84033"/>
                        <a14:backgroundMark x1="57943" y1="85010" x2="58984" y2="83594"/>
                        <a14:backgroundMark x1="58464" y1="84961" x2="59310" y2="85840"/>
                        <a14:backgroundMark x1="59701" y1="86377" x2="59701" y2="86377"/>
                        <a14:backgroundMark x1="59831" y1="86523" x2="59831" y2="86523"/>
                        <a14:backgroundMark x1="59896" y1="86670" x2="59896" y2="86670"/>
                        <a14:backgroundMark x1="59831" y1="86426" x2="59831" y2="86426"/>
                        <a14:backgroundMark x1="59831" y1="86328" x2="59831" y2="863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944" y="2905019"/>
            <a:ext cx="14499930" cy="19333240"/>
          </a:xfrm>
          <a:prstGeom prst="rect">
            <a:avLst/>
          </a:prstGeom>
        </p:spPr>
      </p:pic>
      <p:pic>
        <p:nvPicPr>
          <p:cNvPr id="5" name="Picture 4" descr="Power BI: A Visual Advantage Over Your Competitors — Xantie">
            <a:extLst>
              <a:ext uri="{FF2B5EF4-FFF2-40B4-BE49-F238E27FC236}">
                <a16:creationId xmlns:a16="http://schemas.microsoft.com/office/drawing/2014/main" id="{ABE71186-83BE-4133-7B0D-C26B4F5A0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17" b="97876" l="1404" r="97732">
                        <a14:foregroundMark x1="66415" y1="21569" x2="65443" y2="49346"/>
                        <a14:foregroundMark x1="65443" y1="49346" x2="63499" y2="54902"/>
                        <a14:foregroundMark x1="60475" y1="49346" x2="57559" y2="56863"/>
                        <a14:foregroundMark x1="57559" y1="56863" x2="57235" y2="58660"/>
                        <a14:foregroundMark x1="63067" y1="31046" x2="62635" y2="31863"/>
                        <a14:foregroundMark x1="62851" y1="30719" x2="62311" y2="31699"/>
                        <a14:foregroundMark x1="68292" y1="16340" x2="68467" y2="13072"/>
                        <a14:foregroundMark x1="68143" y1="19118" x2="68257" y2="16993"/>
                        <a14:foregroundMark x1="66473" y1="13994" x2="66091" y2="14052"/>
                        <a14:foregroundMark x1="63067" y1="5882" x2="63283" y2="17320"/>
                        <a14:foregroundMark x1="65875" y1="9967" x2="66091" y2="1797"/>
                        <a14:foregroundMark x1="76998" y1="19444" x2="84017" y2="7843"/>
                        <a14:foregroundMark x1="92657" y1="2451" x2="98380" y2="2288"/>
                        <a14:foregroundMark x1="15767" y1="68137" x2="16199" y2="75000"/>
                        <a14:foregroundMark x1="30022" y1="69118" x2="30346" y2="70915"/>
                        <a14:foregroundMark x1="30670" y1="66503" x2="31102" y2="69444"/>
                        <a14:foregroundMark x1="48272" y1="68464" x2="46436" y2="79739"/>
                        <a14:foregroundMark x1="45140" y1="65359" x2="44708" y2="66503"/>
                        <a14:foregroundMark x1="48056" y1="78922" x2="49568" y2="83497"/>
                        <a14:foregroundMark x1="50324" y1="81863" x2="55832" y2="82190"/>
                        <a14:foregroundMark x1="60691" y1="82843" x2="64039" y2="82843"/>
                        <a14:foregroundMark x1="64795" y1="83333" x2="65011" y2="74673"/>
                        <a14:foregroundMark x1="62419" y1="80882" x2="62095" y2="81699"/>
                        <a14:foregroundMark x1="61987" y1="80719" x2="61771" y2="81373"/>
                        <a14:foregroundMark x1="61879" y1="80392" x2="61663" y2="81209"/>
                        <a14:foregroundMark x1="66523" y1="80882" x2="67711" y2="83170"/>
                        <a14:foregroundMark x1="68035" y1="84150" x2="67495" y2="86765"/>
                        <a14:foregroundMark x1="64579" y1="86438" x2="64687" y2="88399"/>
                        <a14:foregroundMark x1="44708" y1="77614" x2="42873" y2="81536"/>
                        <a14:foregroundMark x1="41361" y1="79902" x2="40389" y2="82353"/>
                        <a14:foregroundMark x1="42765" y1="76307" x2="41901" y2="77941"/>
                        <a14:foregroundMark x1="42009" y1="76471" x2="41361" y2="77614"/>
                        <a14:foregroundMark x1="42549" y1="75980" x2="41361" y2="77778"/>
                        <a14:foregroundMark x1="41901" y1="76634" x2="41145" y2="78595"/>
                        <a14:foregroundMark x1="42009" y1="75817" x2="41253" y2="78431"/>
                        <a14:foregroundMark x1="41577" y1="77778" x2="40065" y2="79248"/>
                        <a14:foregroundMark x1="40173" y1="79085" x2="41361" y2="77941"/>
                        <a14:foregroundMark x1="40929" y1="78268" x2="39525" y2="79248"/>
                        <a14:foregroundMark x1="40713" y1="78431" x2="39525" y2="79248"/>
                        <a14:foregroundMark x1="40281" y1="78758" x2="39201" y2="79575"/>
                        <a14:foregroundMark x1="39309" y1="79085" x2="38661" y2="79902"/>
                        <a14:foregroundMark x1="39417" y1="78922" x2="38877" y2="79412"/>
                        <a14:foregroundMark x1="39849" y1="78268" x2="39201" y2="78758"/>
                        <a14:foregroundMark x1="41793" y1="76471" x2="39957" y2="78595"/>
                        <a14:foregroundMark x1="29698" y1="65686" x2="29482" y2="65359"/>
                        <a14:foregroundMark x1="29482" y1="65686" x2="29050" y2="66340"/>
                        <a14:foregroundMark x1="29374" y1="65523" x2="29050" y2="66340"/>
                        <a14:foregroundMark x1="27214" y1="81863" x2="22138" y2="81536"/>
                        <a14:foregroundMark x1="27430" y1="81046" x2="22570" y2="81373"/>
                        <a14:foregroundMark x1="33801" y1="81699" x2="36285" y2="81373"/>
                        <a14:foregroundMark x1="35313" y1="81699" x2="38877" y2="81373"/>
                        <a14:foregroundMark x1="38553" y1="80882" x2="37365" y2="82026"/>
                        <a14:foregroundMark x1="37905" y1="80719" x2="36933" y2="81209"/>
                        <a14:foregroundMark x1="44384" y1="75490" x2="43197" y2="76634"/>
                        <a14:foregroundMark x1="44168" y1="75654" x2="43305" y2="76961"/>
                        <a14:foregroundMark x1="30778" y1="85948" x2="27214" y2="89379"/>
                        <a14:foregroundMark x1="26350" y1="88072" x2="23218" y2="90850"/>
                        <a14:foregroundMark x1="23434" y1="85621" x2="22570" y2="86111"/>
                        <a14:foregroundMark x1="24190" y1="96732" x2="26566" y2="97386"/>
                        <a14:foregroundMark x1="38337" y1="96405" x2="37041" y2="97876"/>
                        <a14:foregroundMark x1="51296" y1="97386" x2="73434" y2="94444"/>
                        <a14:foregroundMark x1="84341" y1="97222" x2="90173" y2="97386"/>
                        <a14:foregroundMark x1="64903" y1="65196" x2="62635" y2="68464"/>
                        <a14:foregroundMark x1="63715" y1="66176" x2="62635" y2="67974"/>
                        <a14:foregroundMark x1="63283" y1="66176" x2="62635" y2="67647"/>
                        <a14:foregroundMark x1="63067" y1="66340" x2="62743" y2="67647"/>
                        <a14:foregroundMark x1="62959" y1="66176" x2="62743" y2="66667"/>
                        <a14:foregroundMark x1="63931" y1="65523" x2="63391" y2="65850"/>
                        <a14:foregroundMark x1="63931" y1="65033" x2="63499" y2="65686"/>
                        <a14:foregroundMark x1="63607" y1="65523" x2="63175" y2="66340"/>
                        <a14:foregroundMark x1="63283" y1="65359" x2="62959" y2="66013"/>
                        <a14:foregroundMark x1="62959" y1="65850" x2="62635" y2="66667"/>
                        <a14:foregroundMark x1="62743" y1="66176" x2="62743" y2="66830"/>
                        <a14:foregroundMark x1="14687" y1="93301" x2="2160" y2="93137"/>
                        <a14:foregroundMark x1="62743" y1="3105" x2="61555" y2="10131"/>
                        <a14:foregroundMark x1="59719" y1="6373" x2="59719" y2="16667"/>
                        <a14:foregroundMark x1="59503" y1="11928" x2="59503" y2="817"/>
                        <a14:foregroundMark x1="9179" y1="88072" x2="1404" y2="92320"/>
                        <a14:foregroundMark x1="84557" y1="95425" x2="81425" y2="92157"/>
                        <a14:foregroundMark x1="83693" y1="93791" x2="82289" y2="87255"/>
                        <a14:foregroundMark x1="84017" y1="90196" x2="83261" y2="87745"/>
                        <a14:foregroundMark x1="83585" y1="66013" x2="82505" y2="65196"/>
                        <a14:foregroundMark x1="7667" y1="85294" x2="6803" y2="83333"/>
                        <a14:foregroundMark x1="6371" y1="83660" x2="5400" y2="80882"/>
                        <a14:foregroundMark x1="74946" y1="83333" x2="70410" y2="82680"/>
                        <a14:foregroundMark x1="89849" y1="83824" x2="96868" y2="83170"/>
                        <a14:backgroundMark x1="70842" y1="17810" x2="70410" y2="19118"/>
                        <a14:backgroundMark x1="66307" y1="16340" x2="66307" y2="16993"/>
                        <a14:backgroundMark x1="67171" y1="12908" x2="67171" y2="12908"/>
                        <a14:backgroundMark x1="67387" y1="12908" x2="67603" y2="13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159"/>
          <a:stretch>
            <a:fillRect/>
          </a:stretch>
        </p:blipFill>
        <p:spPr bwMode="auto">
          <a:xfrm>
            <a:off x="184478" y="17674746"/>
            <a:ext cx="14762445" cy="35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5">
            <a:extLst>
              <a:ext uri="{FF2B5EF4-FFF2-40B4-BE49-F238E27FC236}">
                <a16:creationId xmlns:a16="http://schemas.microsoft.com/office/drawing/2014/main" id="{C4491843-74F8-DA0E-E53D-673B539CA7B6}"/>
              </a:ext>
            </a:extLst>
          </p:cNvPr>
          <p:cNvSpPr txBox="1"/>
          <p:nvPr/>
        </p:nvSpPr>
        <p:spPr>
          <a:xfrm>
            <a:off x="-1070957" y="4029768"/>
            <a:ext cx="1714056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i="1" spc="-300" dirty="0">
                <a:solidFill>
                  <a:schemeClr val="bg1"/>
                </a:solidFill>
              </a:rPr>
              <a:t>CHESS TOURNAMENT</a:t>
            </a:r>
            <a:endParaRPr lang="da-DK" sz="34400" b="1" i="1" spc="-300" dirty="0">
              <a:solidFill>
                <a:schemeClr val="bg1"/>
              </a:solidFill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2344C876-49D0-0B45-F610-B7DB6DEF60DB}"/>
              </a:ext>
            </a:extLst>
          </p:cNvPr>
          <p:cNvSpPr txBox="1"/>
          <p:nvPr/>
        </p:nvSpPr>
        <p:spPr>
          <a:xfrm>
            <a:off x="-1017759" y="3974878"/>
            <a:ext cx="1714056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CHESS TOURNAMENT</a:t>
            </a:r>
          </a:p>
        </p:txBody>
      </p:sp>
      <p:pic>
        <p:nvPicPr>
          <p:cNvPr id="28" name="Graphic 24" descr="Pawn with solid fill">
            <a:extLst>
              <a:ext uri="{FF2B5EF4-FFF2-40B4-BE49-F238E27FC236}">
                <a16:creationId xmlns:a16="http://schemas.microsoft.com/office/drawing/2014/main" id="{3F81A403-6555-5E18-0963-BC4B05C428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6801" y="544404"/>
            <a:ext cx="3392209" cy="3492082"/>
          </a:xfrm>
          <a:prstGeom prst="rect">
            <a:avLst/>
          </a:prstGeom>
        </p:spPr>
      </p:pic>
      <p:pic>
        <p:nvPicPr>
          <p:cNvPr id="29" name="Graphic 25" descr="Pawn with solid fill">
            <a:extLst>
              <a:ext uri="{FF2B5EF4-FFF2-40B4-BE49-F238E27FC236}">
                <a16:creationId xmlns:a16="http://schemas.microsoft.com/office/drawing/2014/main" id="{9438D2C8-D451-1F8C-6694-6C968DC926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84498" y="679048"/>
            <a:ext cx="3254512" cy="3254512"/>
          </a:xfrm>
          <a:prstGeom prst="rect">
            <a:avLst/>
          </a:prstGeom>
        </p:spPr>
      </p:pic>
      <p:sp>
        <p:nvSpPr>
          <p:cNvPr id="30" name="Tekstfelt 29">
            <a:extLst>
              <a:ext uri="{FF2B5EF4-FFF2-40B4-BE49-F238E27FC236}">
                <a16:creationId xmlns:a16="http://schemas.microsoft.com/office/drawing/2014/main" id="{DDC603DA-DFF5-1744-74F6-369F20B6F3AD}"/>
              </a:ext>
            </a:extLst>
          </p:cNvPr>
          <p:cNvSpPr txBox="1"/>
          <p:nvPr/>
        </p:nvSpPr>
        <p:spPr>
          <a:xfrm>
            <a:off x="215424" y="13078174"/>
            <a:ext cx="86410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winner</a:t>
            </a:r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gets</a:t>
            </a:r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their</a:t>
            </a:r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name</a:t>
            </a:r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permanently</a:t>
            </a:r>
            <a:r>
              <a:rPr lang="da-DK" sz="66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on the </a:t>
            </a:r>
            <a:r>
              <a:rPr lang="da-DK" sz="6600" b="1" spc="-3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trophy</a:t>
            </a:r>
            <a:endParaRPr lang="da-DK" sz="900" dirty="0"/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8334</TotalTime>
  <Words>26</Words>
  <Application>Microsoft Macintosh PowerPoint</Application>
  <PresentationFormat>Brugerdefineret</PresentationFormat>
  <Paragraphs>9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8</cp:revision>
  <dcterms:created xsi:type="dcterms:W3CDTF">2025-01-24T19:08:08Z</dcterms:created>
  <dcterms:modified xsi:type="dcterms:W3CDTF">2026-02-23T10:25:42Z</dcterms:modified>
</cp:coreProperties>
</file>