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163E64"/>
    <a:srgbClr val="171717"/>
    <a:srgbClr val="E3D8F8"/>
    <a:srgbClr val="E9E5EB"/>
    <a:srgbClr val="F4EE00"/>
    <a:srgbClr val="CCCC00"/>
    <a:srgbClr val="BFC587"/>
    <a:srgbClr val="5976FD"/>
    <a:srgbClr val="5A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5" autoAdjust="0"/>
    <p:restoredTop sz="94789"/>
  </p:normalViewPr>
  <p:slideViewPr>
    <p:cSldViewPr snapToGrid="0">
      <p:cViewPr>
        <p:scale>
          <a:sx n="52" d="100"/>
          <a:sy n="52" d="100"/>
        </p:scale>
        <p:origin x="2144" y="-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22.02.2026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sv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6CBFB8-2A74-495C-C040-F69EF890E1AA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063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717CFE60-68BC-EA47-0F83-DAEAC332875C}"/>
              </a:ext>
            </a:extLst>
          </p:cNvPr>
          <p:cNvSpPr txBox="1"/>
          <p:nvPr/>
        </p:nvSpPr>
        <p:spPr>
          <a:xfrm>
            <a:off x="-757905" y="3740005"/>
            <a:ext cx="1714056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3800" b="1" i="1" spc="-300" dirty="0">
                <a:solidFill>
                  <a:schemeClr val="bg1"/>
                </a:solidFill>
              </a:rPr>
              <a:t>SK    KTURNERING</a:t>
            </a:r>
            <a:endParaRPr lang="da-DK" sz="41300" b="1" i="1" spc="-3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E188D-4F58-4C34-48D9-E7B9D7F643A3}"/>
              </a:ext>
            </a:extLst>
          </p:cNvPr>
          <p:cNvSpPr txBox="1"/>
          <p:nvPr/>
        </p:nvSpPr>
        <p:spPr>
          <a:xfrm>
            <a:off x="-800147" y="3827030"/>
            <a:ext cx="1714056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38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SK    KTURNERING</a:t>
            </a:r>
            <a:endParaRPr lang="da-DK" sz="41300" b="1" i="1" spc="-3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DB8CF192-4C75-447B-EF9E-3DB3AFDB826C}"/>
              </a:ext>
            </a:extLst>
          </p:cNvPr>
          <p:cNvSpPr txBox="1"/>
          <p:nvPr/>
        </p:nvSpPr>
        <p:spPr>
          <a:xfrm>
            <a:off x="7019365" y="-3200400"/>
            <a:ext cx="184731" cy="36933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pic>
        <p:nvPicPr>
          <p:cNvPr id="5" name="Picture 4" descr="Power BI: A Visual Advantage Over Your Competitors — Xantie">
            <a:extLst>
              <a:ext uri="{FF2B5EF4-FFF2-40B4-BE49-F238E27FC236}">
                <a16:creationId xmlns:a16="http://schemas.microsoft.com/office/drawing/2014/main" id="{ABE71186-83BE-4133-7B0D-C26B4F5A0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17" b="97876" l="1404" r="97732">
                        <a14:foregroundMark x1="66415" y1="21569" x2="65443" y2="49346"/>
                        <a14:foregroundMark x1="65443" y1="49346" x2="63499" y2="54902"/>
                        <a14:foregroundMark x1="60475" y1="49346" x2="57559" y2="56863"/>
                        <a14:foregroundMark x1="57559" y1="56863" x2="57235" y2="58660"/>
                        <a14:foregroundMark x1="63067" y1="31046" x2="62635" y2="31863"/>
                        <a14:foregroundMark x1="62851" y1="30719" x2="62311" y2="31699"/>
                        <a14:foregroundMark x1="68292" y1="16340" x2="68467" y2="13072"/>
                        <a14:foregroundMark x1="68143" y1="19118" x2="68257" y2="16993"/>
                        <a14:foregroundMark x1="66473" y1="13994" x2="66091" y2="14052"/>
                        <a14:foregroundMark x1="63067" y1="5882" x2="63283" y2="17320"/>
                        <a14:foregroundMark x1="65875" y1="9967" x2="66091" y2="1797"/>
                        <a14:foregroundMark x1="76998" y1="19444" x2="84017" y2="7843"/>
                        <a14:foregroundMark x1="92657" y1="2451" x2="98380" y2="2288"/>
                        <a14:foregroundMark x1="15767" y1="68137" x2="16199" y2="75000"/>
                        <a14:foregroundMark x1="30022" y1="69118" x2="30346" y2="70915"/>
                        <a14:foregroundMark x1="30670" y1="66503" x2="31102" y2="69444"/>
                        <a14:foregroundMark x1="48272" y1="68464" x2="46436" y2="79739"/>
                        <a14:foregroundMark x1="45140" y1="65359" x2="44708" y2="66503"/>
                        <a14:foregroundMark x1="48056" y1="78922" x2="49568" y2="83497"/>
                        <a14:foregroundMark x1="50324" y1="81863" x2="55832" y2="82190"/>
                        <a14:foregroundMark x1="60691" y1="82843" x2="64039" y2="82843"/>
                        <a14:foregroundMark x1="64795" y1="83333" x2="65011" y2="74673"/>
                        <a14:foregroundMark x1="62419" y1="80882" x2="62095" y2="81699"/>
                        <a14:foregroundMark x1="61987" y1="80719" x2="61771" y2="81373"/>
                        <a14:foregroundMark x1="61879" y1="80392" x2="61663" y2="81209"/>
                        <a14:foregroundMark x1="66523" y1="80882" x2="67711" y2="83170"/>
                        <a14:foregroundMark x1="68035" y1="84150" x2="67495" y2="86765"/>
                        <a14:foregroundMark x1="64579" y1="86438" x2="64687" y2="88399"/>
                        <a14:foregroundMark x1="44708" y1="77614" x2="42873" y2="81536"/>
                        <a14:foregroundMark x1="41361" y1="79902" x2="40389" y2="82353"/>
                        <a14:foregroundMark x1="42765" y1="76307" x2="41901" y2="77941"/>
                        <a14:foregroundMark x1="42009" y1="76471" x2="41361" y2="77614"/>
                        <a14:foregroundMark x1="42549" y1="75980" x2="41361" y2="77778"/>
                        <a14:foregroundMark x1="41901" y1="76634" x2="41145" y2="78595"/>
                        <a14:foregroundMark x1="42009" y1="75817" x2="41253" y2="78431"/>
                        <a14:foregroundMark x1="41577" y1="77778" x2="40065" y2="79248"/>
                        <a14:foregroundMark x1="40173" y1="79085" x2="41361" y2="77941"/>
                        <a14:foregroundMark x1="40929" y1="78268" x2="39525" y2="79248"/>
                        <a14:foregroundMark x1="40713" y1="78431" x2="39525" y2="79248"/>
                        <a14:foregroundMark x1="40281" y1="78758" x2="39201" y2="79575"/>
                        <a14:foregroundMark x1="39309" y1="79085" x2="38661" y2="79902"/>
                        <a14:foregroundMark x1="39417" y1="78922" x2="38877" y2="79412"/>
                        <a14:foregroundMark x1="39849" y1="78268" x2="39201" y2="78758"/>
                        <a14:foregroundMark x1="41793" y1="76471" x2="39957" y2="78595"/>
                        <a14:foregroundMark x1="29698" y1="65686" x2="29482" y2="65359"/>
                        <a14:foregroundMark x1="29482" y1="65686" x2="29050" y2="66340"/>
                        <a14:foregroundMark x1="29374" y1="65523" x2="29050" y2="66340"/>
                        <a14:foregroundMark x1="27214" y1="81863" x2="22138" y2="81536"/>
                        <a14:foregroundMark x1="27430" y1="81046" x2="22570" y2="81373"/>
                        <a14:foregroundMark x1="33801" y1="81699" x2="36285" y2="81373"/>
                        <a14:foregroundMark x1="35313" y1="81699" x2="38877" y2="81373"/>
                        <a14:foregroundMark x1="38553" y1="80882" x2="37365" y2="82026"/>
                        <a14:foregroundMark x1="37905" y1="80719" x2="36933" y2="81209"/>
                        <a14:foregroundMark x1="44384" y1="75490" x2="43197" y2="76634"/>
                        <a14:foregroundMark x1="44168" y1="75654" x2="43305" y2="76961"/>
                        <a14:foregroundMark x1="30778" y1="85948" x2="27214" y2="89379"/>
                        <a14:foregroundMark x1="26350" y1="88072" x2="23218" y2="90850"/>
                        <a14:foregroundMark x1="23434" y1="85621" x2="22570" y2="86111"/>
                        <a14:foregroundMark x1="24190" y1="96732" x2="26566" y2="97386"/>
                        <a14:foregroundMark x1="38337" y1="96405" x2="37041" y2="97876"/>
                        <a14:foregroundMark x1="51296" y1="97386" x2="73434" y2="94444"/>
                        <a14:foregroundMark x1="84341" y1="97222" x2="90173" y2="97386"/>
                        <a14:foregroundMark x1="64903" y1="65196" x2="62635" y2="68464"/>
                        <a14:foregroundMark x1="63715" y1="66176" x2="62635" y2="67974"/>
                        <a14:foregroundMark x1="63283" y1="66176" x2="62635" y2="67647"/>
                        <a14:foregroundMark x1="63067" y1="66340" x2="62743" y2="67647"/>
                        <a14:foregroundMark x1="62959" y1="66176" x2="62743" y2="66667"/>
                        <a14:foregroundMark x1="63931" y1="65523" x2="63391" y2="65850"/>
                        <a14:foregroundMark x1="63931" y1="65033" x2="63499" y2="65686"/>
                        <a14:foregroundMark x1="63607" y1="65523" x2="63175" y2="66340"/>
                        <a14:foregroundMark x1="63283" y1="65359" x2="62959" y2="66013"/>
                        <a14:foregroundMark x1="62959" y1="65850" x2="62635" y2="66667"/>
                        <a14:foregroundMark x1="62743" y1="66176" x2="62743" y2="66830"/>
                        <a14:foregroundMark x1="14687" y1="93301" x2="2160" y2="93137"/>
                        <a14:foregroundMark x1="62743" y1="3105" x2="61555" y2="10131"/>
                        <a14:foregroundMark x1="59719" y1="6373" x2="59719" y2="16667"/>
                        <a14:foregroundMark x1="59503" y1="11928" x2="59503" y2="817"/>
                        <a14:foregroundMark x1="9179" y1="88072" x2="1404" y2="92320"/>
                        <a14:foregroundMark x1="84557" y1="95425" x2="81425" y2="92157"/>
                        <a14:foregroundMark x1="83693" y1="93791" x2="82289" y2="87255"/>
                        <a14:foregroundMark x1="84017" y1="90196" x2="83261" y2="87745"/>
                        <a14:foregroundMark x1="83585" y1="66013" x2="82505" y2="65196"/>
                        <a14:foregroundMark x1="7667" y1="85294" x2="6803" y2="83333"/>
                        <a14:foregroundMark x1="6371" y1="83660" x2="5400" y2="80882"/>
                        <a14:foregroundMark x1="74946" y1="83333" x2="70410" y2="82680"/>
                        <a14:foregroundMark x1="89849" y1="83824" x2="96868" y2="83170"/>
                        <a14:backgroundMark x1="70842" y1="17810" x2="70410" y2="19118"/>
                        <a14:backgroundMark x1="66307" y1="16340" x2="66307" y2="16993"/>
                        <a14:backgroundMark x1="67171" y1="12908" x2="67171" y2="12908"/>
                        <a14:backgroundMark x1="67387" y1="12908" x2="67603" y2="132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159"/>
          <a:stretch>
            <a:fillRect/>
          </a:stretch>
        </p:blipFill>
        <p:spPr bwMode="auto">
          <a:xfrm>
            <a:off x="59697" y="17677446"/>
            <a:ext cx="14911052" cy="35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raphic 24" descr="Pawn with solid fill">
            <a:extLst>
              <a:ext uri="{FF2B5EF4-FFF2-40B4-BE49-F238E27FC236}">
                <a16:creationId xmlns:a16="http://schemas.microsoft.com/office/drawing/2014/main" id="{8F7DC7A2-6852-81AA-1C03-A742E2DC6A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7035" y="3945809"/>
            <a:ext cx="1741897" cy="1793182"/>
          </a:xfrm>
          <a:prstGeom prst="rect">
            <a:avLst/>
          </a:prstGeom>
        </p:spPr>
      </p:pic>
      <p:pic>
        <p:nvPicPr>
          <p:cNvPr id="26" name="Graphic 25" descr="Pawn with solid fill">
            <a:extLst>
              <a:ext uri="{FF2B5EF4-FFF2-40B4-BE49-F238E27FC236}">
                <a16:creationId xmlns:a16="http://schemas.microsoft.com/office/drawing/2014/main" id="{059C1568-B17B-D3C1-196E-A24C65C477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79596" y="3989322"/>
            <a:ext cx="1793182" cy="179318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89D0CB5-5E4D-1040-9449-264A5079D536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noFill/>
          <a:ln w="301625">
            <a:solidFill>
              <a:srgbClr val="A6C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14" name="Picture 13" descr="A close-up of a chess piece&#10;&#10;AI-generated content may be incorrect.">
            <a:extLst>
              <a:ext uri="{FF2B5EF4-FFF2-40B4-BE49-F238E27FC236}">
                <a16:creationId xmlns:a16="http://schemas.microsoft.com/office/drawing/2014/main" id="{B8A8F22C-75F2-9671-71F6-AB6EFDBC1E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628" b="89974" l="9961" r="97363">
                        <a14:foregroundMark x1="33789" y1="11719" x2="35156" y2="5469"/>
                        <a14:foregroundMark x1="33789" y1="5859" x2="41211" y2="23438"/>
                        <a14:foregroundMark x1="25586" y1="18229" x2="30078" y2="27734"/>
                        <a14:foregroundMark x1="70117" y1="28711" x2="61914" y2="34635"/>
                        <a14:foregroundMark x1="30664" y1="26172" x2="33203" y2="31576"/>
                        <a14:foregroundMark x1="38086" y1="31185" x2="35547" y2="33919"/>
                        <a14:foregroundMark x1="49316" y1="15690" x2="65234" y2="22331"/>
                        <a14:foregroundMark x1="73242" y1="23307" x2="79492" y2="19661"/>
                        <a14:foregroundMark x1="79492" y1="19661" x2="86914" y2="10286"/>
                        <a14:foregroundMark x1="86914" y1="10286" x2="75586" y2="5143"/>
                        <a14:foregroundMark x1="75586" y1="5143" x2="36426" y2="4688"/>
                        <a14:foregroundMark x1="36426" y1="4688" x2="34863" y2="5599"/>
                        <a14:foregroundMark x1="36621" y1="1628" x2="48926" y2="2018"/>
                        <a14:foregroundMark x1="96777" y1="3776" x2="97363" y2="9440"/>
                        <a14:backgroundMark x1="44141" y1="29362" x2="44141" y2="30534"/>
                        <a14:backgroundMark x1="53906" y1="30534" x2="53516" y2="31380"/>
                        <a14:backgroundMark x1="46387" y1="25130" x2="46582" y2="25326"/>
                        <a14:backgroundMark x1="43262" y1="27279" x2="43262" y2="27279"/>
                        <a14:backgroundMark x1="54590" y1="35482" x2="54297" y2="36328"/>
                        <a14:backgroundMark x1="43457" y1="27018" x2="43359" y2="27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26079">
            <a:off x="7362948" y="8112429"/>
            <a:ext cx="9753600" cy="1463040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0EBE9F81-07F7-F9BB-833F-7A81D55D4642}"/>
              </a:ext>
            </a:extLst>
          </p:cNvPr>
          <p:cNvSpPr txBox="1"/>
          <p:nvPr/>
        </p:nvSpPr>
        <p:spPr>
          <a:xfrm>
            <a:off x="4064296" y="661602"/>
            <a:ext cx="10233836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9900" b="1" i="1" spc="-300" dirty="0">
                <a:solidFill>
                  <a:schemeClr val="bg1"/>
                </a:solidFill>
              </a:rPr>
              <a:t>IMADA</a:t>
            </a:r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37B5A779-C255-9408-2170-C5FCFF0F89CA}"/>
              </a:ext>
            </a:extLst>
          </p:cNvPr>
          <p:cNvSpPr txBox="1"/>
          <p:nvPr/>
        </p:nvSpPr>
        <p:spPr>
          <a:xfrm>
            <a:off x="4055533" y="594288"/>
            <a:ext cx="10244666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9900" b="1" i="1" spc="-3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IMADA</a:t>
            </a:r>
            <a:endParaRPr lang="da-DK" sz="19900" dirty="0"/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8105</TotalTime>
  <Words>7</Words>
  <Application>Microsoft Macintosh PowerPoint</Application>
  <PresentationFormat>Brugerdefineret</PresentationFormat>
  <Paragraphs>5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5</cp:revision>
  <dcterms:created xsi:type="dcterms:W3CDTF">2025-01-24T19:08:08Z</dcterms:created>
  <dcterms:modified xsi:type="dcterms:W3CDTF">2026-02-22T17:36:26Z</dcterms:modified>
</cp:coreProperties>
</file>