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3"/>
  </p:notesMasterIdLst>
  <p:sldIdLst>
    <p:sldId id="256" r:id="rId2"/>
  </p:sldIdLst>
  <p:sldSz cx="15119350" cy="21383625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CAEC"/>
    <a:srgbClr val="163E64"/>
    <a:srgbClr val="171717"/>
    <a:srgbClr val="E3D8F8"/>
    <a:srgbClr val="E9E5EB"/>
    <a:srgbClr val="F4EE00"/>
    <a:srgbClr val="CCCC00"/>
    <a:srgbClr val="BFC587"/>
    <a:srgbClr val="5976FD"/>
    <a:srgbClr val="5A7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0C62CB-8701-8A43-8710-8485CA73049A}" v="53" dt="2025-11-12T16:30:29.8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7" autoAdjust="0"/>
    <p:restoredTop sz="94678"/>
  </p:normalViewPr>
  <p:slideViewPr>
    <p:cSldViewPr snapToGrid="0">
      <p:cViewPr varScale="1">
        <p:scale>
          <a:sx n="48" d="100"/>
          <a:sy n="48" d="100"/>
        </p:scale>
        <p:origin x="3712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7987E8-53A3-47B5-8F48-50EB5178F685}" type="datetimeFigureOut">
              <a:rPr lang="da-DK" smtClean="0"/>
              <a:t>22.02.2026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2C154-AEC7-451D-8AB1-3839B0F88BB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97254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1pPr>
    <a:lvl2pPr marL="876041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2pPr>
    <a:lvl3pPr marL="1752082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3pPr>
    <a:lvl4pPr marL="2628123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4pPr>
    <a:lvl5pPr marL="3504164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5pPr>
    <a:lvl6pPr marL="4380205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6pPr>
    <a:lvl7pPr marL="5256246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7pPr>
    <a:lvl8pPr marL="6132286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8pPr>
    <a:lvl9pPr marL="7008327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2C154-AEC7-451D-8AB1-3839B0F88BBA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56414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39CC4-CA92-B86B-9644-74D48BBB7B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9919" y="3499590"/>
            <a:ext cx="11339513" cy="7444669"/>
          </a:xfrm>
        </p:spPr>
        <p:txBody>
          <a:bodyPr anchor="b"/>
          <a:lstStyle>
            <a:lvl1pPr algn="ctr">
              <a:defRPr sz="7441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D4F5EF-3B7C-1FA8-FAB1-C7603D6FD1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2976"/>
            </a:lvl1pPr>
            <a:lvl2pPr marL="566974" indent="0" algn="ctr">
              <a:buNone/>
              <a:defRPr sz="2480"/>
            </a:lvl2pPr>
            <a:lvl3pPr marL="1133947" indent="0" algn="ctr">
              <a:buNone/>
              <a:defRPr sz="2232"/>
            </a:lvl3pPr>
            <a:lvl4pPr marL="1700921" indent="0" algn="ctr">
              <a:buNone/>
              <a:defRPr sz="1984"/>
            </a:lvl4pPr>
            <a:lvl5pPr marL="2267895" indent="0" algn="ctr">
              <a:buNone/>
              <a:defRPr sz="1984"/>
            </a:lvl5pPr>
            <a:lvl6pPr marL="2834869" indent="0" algn="ctr">
              <a:buNone/>
              <a:defRPr sz="1984"/>
            </a:lvl6pPr>
            <a:lvl7pPr marL="3401842" indent="0" algn="ctr">
              <a:buNone/>
              <a:defRPr sz="1984"/>
            </a:lvl7pPr>
            <a:lvl8pPr marL="3968816" indent="0" algn="ctr">
              <a:buNone/>
              <a:defRPr sz="1984"/>
            </a:lvl8pPr>
            <a:lvl9pPr marL="4535790" indent="0" algn="ctr">
              <a:buNone/>
              <a:defRPr sz="1984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FE21F-7F43-F655-475B-19427845E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22.02.2026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1369F-670F-DDB1-D105-E4292AEDF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C9D8-DD88-6936-F6ED-24D3A3668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02567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D3388-AFD3-102A-0ECB-6F9E2A648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12197-E19D-2D63-E73D-E35C96ACB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1B33B-5FAA-2F4E-9667-79412D1DB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22.02.2026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0E23C-BB6E-0366-F5D9-392FA8437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D5991-D998-3F57-F522-899E4F61B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19873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58A4-00BA-2548-02FD-8FB2E75D8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581" y="5331060"/>
            <a:ext cx="13040439" cy="8894992"/>
          </a:xfrm>
        </p:spPr>
        <p:txBody>
          <a:bodyPr anchor="b"/>
          <a:lstStyle>
            <a:lvl1pPr>
              <a:defRPr sz="7441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FDE5C-6648-A45B-7BDD-756FAD6FE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1581" y="14310202"/>
            <a:ext cx="13040439" cy="4677666"/>
          </a:xfrm>
        </p:spPr>
        <p:txBody>
          <a:bodyPr/>
          <a:lstStyle>
            <a:lvl1pPr marL="0" indent="0">
              <a:buNone/>
              <a:defRPr sz="2976">
                <a:solidFill>
                  <a:schemeClr val="tx1">
                    <a:tint val="82000"/>
                  </a:schemeClr>
                </a:solidFill>
              </a:defRPr>
            </a:lvl1pPr>
            <a:lvl2pPr marL="566974" indent="0">
              <a:buNone/>
              <a:defRPr sz="2480">
                <a:solidFill>
                  <a:schemeClr val="tx1">
                    <a:tint val="82000"/>
                  </a:schemeClr>
                </a:solidFill>
              </a:defRPr>
            </a:lvl2pPr>
            <a:lvl3pPr marL="1133947" indent="0">
              <a:buNone/>
              <a:defRPr sz="2232">
                <a:solidFill>
                  <a:schemeClr val="tx1">
                    <a:tint val="82000"/>
                  </a:schemeClr>
                </a:solidFill>
              </a:defRPr>
            </a:lvl3pPr>
            <a:lvl4pPr marL="1700921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4pPr>
            <a:lvl5pPr marL="2267895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5pPr>
            <a:lvl6pPr marL="2834869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6pPr>
            <a:lvl7pPr marL="3401842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7pPr>
            <a:lvl8pPr marL="3968816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8pPr>
            <a:lvl9pPr marL="453579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7E14B-824D-637C-C4C5-C4E47FDCA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22.02.2026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AC391-46C8-827C-C711-D29A31B78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02A1C-8D24-E9A1-1A11-D07ADB56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01922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2191A-5269-960F-D974-84B454B34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6CA67-84EA-24F9-54FD-F5A67F9C5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9818F2-936B-ABB0-6F2D-694B79C9E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CD7B70-B682-6F15-DF2F-9065BEE4A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22.02.2026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78054C-B612-456F-F029-9864A816A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77B97-784D-F64B-69D7-8AF0B0931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80217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3391D-2004-F068-D7B9-FDCB80432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25" y="1138482"/>
            <a:ext cx="13040439" cy="4133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0A095-86B6-94A8-03BD-2E324AFE3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1425" y="5241960"/>
            <a:ext cx="6396193" cy="2569003"/>
          </a:xfrm>
        </p:spPr>
        <p:txBody>
          <a:bodyPr anchor="b"/>
          <a:lstStyle>
            <a:lvl1pPr marL="0" indent="0">
              <a:buNone/>
              <a:defRPr sz="2976" b="1"/>
            </a:lvl1pPr>
            <a:lvl2pPr marL="566974" indent="0">
              <a:buNone/>
              <a:defRPr sz="2480" b="1"/>
            </a:lvl2pPr>
            <a:lvl3pPr marL="1133947" indent="0">
              <a:buNone/>
              <a:defRPr sz="2232" b="1"/>
            </a:lvl3pPr>
            <a:lvl4pPr marL="1700921" indent="0">
              <a:buNone/>
              <a:defRPr sz="1984" b="1"/>
            </a:lvl4pPr>
            <a:lvl5pPr marL="2267895" indent="0">
              <a:buNone/>
              <a:defRPr sz="1984" b="1"/>
            </a:lvl5pPr>
            <a:lvl6pPr marL="2834869" indent="0">
              <a:buNone/>
              <a:defRPr sz="1984" b="1"/>
            </a:lvl6pPr>
            <a:lvl7pPr marL="3401842" indent="0">
              <a:buNone/>
              <a:defRPr sz="1984" b="1"/>
            </a:lvl7pPr>
            <a:lvl8pPr marL="3968816" indent="0">
              <a:buNone/>
              <a:defRPr sz="1984" b="1"/>
            </a:lvl8pPr>
            <a:lvl9pPr marL="4535790" indent="0">
              <a:buNone/>
              <a:defRPr sz="19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3E02DB-AC04-42EF-2041-28D00DF28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1425" y="7810963"/>
            <a:ext cx="639619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DD8F4C-70BA-2B71-81EC-4A95D1984B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654171" y="5241960"/>
            <a:ext cx="6427693" cy="2569003"/>
          </a:xfrm>
        </p:spPr>
        <p:txBody>
          <a:bodyPr anchor="b"/>
          <a:lstStyle>
            <a:lvl1pPr marL="0" indent="0">
              <a:buNone/>
              <a:defRPr sz="2976" b="1"/>
            </a:lvl1pPr>
            <a:lvl2pPr marL="566974" indent="0">
              <a:buNone/>
              <a:defRPr sz="2480" b="1"/>
            </a:lvl2pPr>
            <a:lvl3pPr marL="1133947" indent="0">
              <a:buNone/>
              <a:defRPr sz="2232" b="1"/>
            </a:lvl3pPr>
            <a:lvl4pPr marL="1700921" indent="0">
              <a:buNone/>
              <a:defRPr sz="1984" b="1"/>
            </a:lvl4pPr>
            <a:lvl5pPr marL="2267895" indent="0">
              <a:buNone/>
              <a:defRPr sz="1984" b="1"/>
            </a:lvl5pPr>
            <a:lvl6pPr marL="2834869" indent="0">
              <a:buNone/>
              <a:defRPr sz="1984" b="1"/>
            </a:lvl6pPr>
            <a:lvl7pPr marL="3401842" indent="0">
              <a:buNone/>
              <a:defRPr sz="1984" b="1"/>
            </a:lvl7pPr>
            <a:lvl8pPr marL="3968816" indent="0">
              <a:buNone/>
              <a:defRPr sz="1984" b="1"/>
            </a:lvl8pPr>
            <a:lvl9pPr marL="4535790" indent="0">
              <a:buNone/>
              <a:defRPr sz="19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EC7AF3-7E91-5F86-CA51-107B50E34E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654171" y="7810963"/>
            <a:ext cx="642769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645139-F894-BA71-19EE-6C143E486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22.02.2026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911626-1F98-D551-59B5-9F45417C8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6535B8-17A8-9A32-E9DD-7F806E5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860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98B7A-3F85-CB52-3E94-37D78812B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DECDB1-DB2C-5EA3-7362-D6FA2C705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22.02.2026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062BD0-FBFF-65EF-8354-6160366B0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2A7095-B182-0170-4CC0-5A5AB8870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13440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0A63AE-AF92-D856-C034-D424D2AC3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22.02.2026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5C37AC-8C7F-2AC1-4FC8-FCD3E0124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94486-45A7-6B03-4446-12E6E0EC1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1834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5FA48-5CD3-979A-5814-6AF966FBA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3" cy="4989513"/>
          </a:xfrm>
        </p:spPr>
        <p:txBody>
          <a:bodyPr anchor="b"/>
          <a:lstStyle>
            <a:lvl1pPr>
              <a:defRPr sz="3968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C4410-39D5-7518-64B1-C2D7A41B7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7693" y="3078847"/>
            <a:ext cx="7654171" cy="15196234"/>
          </a:xfrm>
        </p:spPr>
        <p:txBody>
          <a:bodyPr/>
          <a:lstStyle>
            <a:lvl1pPr>
              <a:defRPr sz="3968"/>
            </a:lvl1pPr>
            <a:lvl2pPr>
              <a:defRPr sz="3472"/>
            </a:lvl2pPr>
            <a:lvl3pPr>
              <a:defRPr sz="2976"/>
            </a:lvl3pPr>
            <a:lvl4pPr>
              <a:defRPr sz="2480"/>
            </a:lvl4pPr>
            <a:lvl5pPr>
              <a:defRPr sz="2480"/>
            </a:lvl5pPr>
            <a:lvl6pPr>
              <a:defRPr sz="2480"/>
            </a:lvl6pPr>
            <a:lvl7pPr>
              <a:defRPr sz="2480"/>
            </a:lvl7pPr>
            <a:lvl8pPr>
              <a:defRPr sz="2480"/>
            </a:lvl8pPr>
            <a:lvl9pPr>
              <a:defRPr sz="24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2A9E51-44F0-98A0-6B4D-1F367ECF54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3" cy="11884743"/>
          </a:xfrm>
        </p:spPr>
        <p:txBody>
          <a:bodyPr/>
          <a:lstStyle>
            <a:lvl1pPr marL="0" indent="0">
              <a:buNone/>
              <a:defRPr sz="1984"/>
            </a:lvl1pPr>
            <a:lvl2pPr marL="566974" indent="0">
              <a:buNone/>
              <a:defRPr sz="1736"/>
            </a:lvl2pPr>
            <a:lvl3pPr marL="1133947" indent="0">
              <a:buNone/>
              <a:defRPr sz="1488"/>
            </a:lvl3pPr>
            <a:lvl4pPr marL="1700921" indent="0">
              <a:buNone/>
              <a:defRPr sz="1240"/>
            </a:lvl4pPr>
            <a:lvl5pPr marL="2267895" indent="0">
              <a:buNone/>
              <a:defRPr sz="1240"/>
            </a:lvl5pPr>
            <a:lvl6pPr marL="2834869" indent="0">
              <a:buNone/>
              <a:defRPr sz="1240"/>
            </a:lvl6pPr>
            <a:lvl7pPr marL="3401842" indent="0">
              <a:buNone/>
              <a:defRPr sz="1240"/>
            </a:lvl7pPr>
            <a:lvl8pPr marL="3968816" indent="0">
              <a:buNone/>
              <a:defRPr sz="1240"/>
            </a:lvl8pPr>
            <a:lvl9pPr marL="4535790" indent="0">
              <a:buNone/>
              <a:defRPr sz="12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26CA1E-14CE-6BC5-9D25-F5F6A859F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22.02.2026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7FC91-DFBD-45C4-14FF-07B988A24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C3DFE-8D83-47FA-2136-0CEA30152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6860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B1CF3-8673-8C4F-1F69-0389341FA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3" cy="4989513"/>
          </a:xfrm>
        </p:spPr>
        <p:txBody>
          <a:bodyPr anchor="b"/>
          <a:lstStyle>
            <a:lvl1pPr>
              <a:defRPr sz="3968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AFD933-952C-7606-96FF-6C9515A772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427693" y="3078847"/>
            <a:ext cx="7654171" cy="15196234"/>
          </a:xfrm>
        </p:spPr>
        <p:txBody>
          <a:bodyPr/>
          <a:lstStyle>
            <a:lvl1pPr marL="0" indent="0">
              <a:buNone/>
              <a:defRPr sz="3968"/>
            </a:lvl1pPr>
            <a:lvl2pPr marL="566974" indent="0">
              <a:buNone/>
              <a:defRPr sz="3472"/>
            </a:lvl2pPr>
            <a:lvl3pPr marL="1133947" indent="0">
              <a:buNone/>
              <a:defRPr sz="2976"/>
            </a:lvl3pPr>
            <a:lvl4pPr marL="1700921" indent="0">
              <a:buNone/>
              <a:defRPr sz="2480"/>
            </a:lvl4pPr>
            <a:lvl5pPr marL="2267895" indent="0">
              <a:buNone/>
              <a:defRPr sz="2480"/>
            </a:lvl5pPr>
            <a:lvl6pPr marL="2834869" indent="0">
              <a:buNone/>
              <a:defRPr sz="2480"/>
            </a:lvl6pPr>
            <a:lvl7pPr marL="3401842" indent="0">
              <a:buNone/>
              <a:defRPr sz="2480"/>
            </a:lvl7pPr>
            <a:lvl8pPr marL="3968816" indent="0">
              <a:buNone/>
              <a:defRPr sz="2480"/>
            </a:lvl8pPr>
            <a:lvl9pPr marL="4535790" indent="0">
              <a:buNone/>
              <a:defRPr sz="248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8A66E7-0264-8602-EE8D-E3B2A9AC12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3" cy="11884743"/>
          </a:xfrm>
        </p:spPr>
        <p:txBody>
          <a:bodyPr/>
          <a:lstStyle>
            <a:lvl1pPr marL="0" indent="0">
              <a:buNone/>
              <a:defRPr sz="1984"/>
            </a:lvl1pPr>
            <a:lvl2pPr marL="566974" indent="0">
              <a:buNone/>
              <a:defRPr sz="1736"/>
            </a:lvl2pPr>
            <a:lvl3pPr marL="1133947" indent="0">
              <a:buNone/>
              <a:defRPr sz="1488"/>
            </a:lvl3pPr>
            <a:lvl4pPr marL="1700921" indent="0">
              <a:buNone/>
              <a:defRPr sz="1240"/>
            </a:lvl4pPr>
            <a:lvl5pPr marL="2267895" indent="0">
              <a:buNone/>
              <a:defRPr sz="1240"/>
            </a:lvl5pPr>
            <a:lvl6pPr marL="2834869" indent="0">
              <a:buNone/>
              <a:defRPr sz="1240"/>
            </a:lvl6pPr>
            <a:lvl7pPr marL="3401842" indent="0">
              <a:buNone/>
              <a:defRPr sz="1240"/>
            </a:lvl7pPr>
            <a:lvl8pPr marL="3968816" indent="0">
              <a:buNone/>
              <a:defRPr sz="1240"/>
            </a:lvl8pPr>
            <a:lvl9pPr marL="4535790" indent="0">
              <a:buNone/>
              <a:defRPr sz="12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C267F-8F9A-8E67-8225-D57564CEE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22.02.2026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32082C-B192-56E8-AEEA-821AAA799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FE3D1-C94F-4C7C-810E-D4FAFE78D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35909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43350-FA3E-A4C0-DFD7-178DE13E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914F8-E9CC-B83C-E68B-EBBF683069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AAF06-52A4-5693-B590-380CBEA23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22.02.2026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0F5A3-8076-198B-374F-03CDE75CB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6D9A4-90F8-F608-3304-DF133D5E6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15654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36BFE8-872C-331E-EDB0-33A36651BF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819785" y="1138480"/>
            <a:ext cx="3260110" cy="181216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C77F61-70EE-12E1-1014-4D8961AC0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39455" y="1138480"/>
            <a:ext cx="9591338" cy="181216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36D1A-E600-8D55-7178-2C4AFAFBD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22.02.2026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CC532-D8F8-0BD0-5204-D08CF5A0F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6A5FB-6991-4F42-A019-205734821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1212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A4BAFB"/>
            </a:gs>
            <a:gs pos="0">
              <a:srgbClr val="6784FE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35C2D3-6F58-44B1-AC1D-AABCEDC11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456" y="1138482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54317-A79D-31FD-D6DA-4811053F0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246D9-D1DC-B71C-AC58-F4F290B187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9455" y="19819454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AF6849-F4B2-44D2-B8FB-E45FA684ADCF}" type="datetimeFigureOut">
              <a:rPr lang="da-DK" smtClean="0"/>
              <a:t>22.02.2026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E034F-FF7A-ABEF-BB05-BB40F7A905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08285" y="19819454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8D302-46A5-8BD5-C188-F02AA7AB48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78041" y="19819454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58434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1133947" rtl="0" eaLnBrk="1" latinLnBrk="0" hangingPunct="1">
        <a:lnSpc>
          <a:spcPct val="90000"/>
        </a:lnSpc>
        <a:spcBef>
          <a:spcPct val="0"/>
        </a:spcBef>
        <a:buNone/>
        <a:defRPr sz="54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3487" indent="-283487" algn="l" defTabSz="1133947" rtl="0" eaLnBrk="1" latinLnBrk="0" hangingPunct="1">
        <a:lnSpc>
          <a:spcPct val="90000"/>
        </a:lnSpc>
        <a:spcBef>
          <a:spcPts val="1240"/>
        </a:spcBef>
        <a:buFont typeface="Arial" panose="020B0604020202020204" pitchFamily="34" charset="0"/>
        <a:buChar char="•"/>
        <a:defRPr sz="3472" kern="1200">
          <a:solidFill>
            <a:schemeClr val="tx1"/>
          </a:solidFill>
          <a:latin typeface="+mn-lt"/>
          <a:ea typeface="+mn-ea"/>
          <a:cs typeface="+mn-cs"/>
        </a:defRPr>
      </a:lvl1pPr>
      <a:lvl2pPr marL="850461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417434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3pPr>
      <a:lvl4pPr marL="1984408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4pPr>
      <a:lvl5pPr marL="2551382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5pPr>
      <a:lvl6pPr marL="3118355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6pPr>
      <a:lvl7pPr marL="3685329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7pPr>
      <a:lvl8pPr marL="4252303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8pPr>
      <a:lvl9pPr marL="4819277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1pPr>
      <a:lvl2pPr marL="566974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2pPr>
      <a:lvl3pPr marL="1133947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3pPr>
      <a:lvl4pPr marL="1700921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4pPr>
      <a:lvl5pPr marL="2267895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5pPr>
      <a:lvl6pPr marL="2834869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6pPr>
      <a:lvl7pPr marL="3401842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7pPr>
      <a:lvl8pPr marL="3968816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8pPr>
      <a:lvl9pPr marL="4535790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microsoft.com/office/2007/relationships/hdphoto" Target="../media/hdphoto2.wdp"/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8.sv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F6CBFB8-2A74-495C-C040-F69EF890E1AA}"/>
              </a:ext>
            </a:extLst>
          </p:cNvPr>
          <p:cNvSpPr/>
          <p:nvPr/>
        </p:nvSpPr>
        <p:spPr>
          <a:xfrm>
            <a:off x="0" y="-1"/>
            <a:ext cx="15119350" cy="21383625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20637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0FC5AC-0081-0BEF-935C-7982FB774ACD}"/>
              </a:ext>
            </a:extLst>
          </p:cNvPr>
          <p:cNvSpPr txBox="1"/>
          <p:nvPr/>
        </p:nvSpPr>
        <p:spPr>
          <a:xfrm>
            <a:off x="-827397" y="1538227"/>
            <a:ext cx="17140563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16600" b="1" i="1" spc="-300" dirty="0">
                <a:solidFill>
                  <a:schemeClr val="bg1"/>
                </a:solidFill>
              </a:rPr>
              <a:t>VINDERE</a:t>
            </a:r>
            <a:endParaRPr lang="da-DK" sz="9600" b="1" i="1" spc="-300" dirty="0">
              <a:solidFill>
                <a:schemeClr val="bg1"/>
              </a:solidFill>
            </a:endParaRPr>
          </a:p>
        </p:txBody>
      </p:sp>
      <p:sp>
        <p:nvSpPr>
          <p:cNvPr id="13" name="Tekstfelt 12">
            <a:extLst>
              <a:ext uri="{FF2B5EF4-FFF2-40B4-BE49-F238E27FC236}">
                <a16:creationId xmlns:a16="http://schemas.microsoft.com/office/drawing/2014/main" id="{DB8CF192-4C75-447B-EF9E-3DB3AFDB826C}"/>
              </a:ext>
            </a:extLst>
          </p:cNvPr>
          <p:cNvSpPr txBox="1"/>
          <p:nvPr/>
        </p:nvSpPr>
        <p:spPr>
          <a:xfrm>
            <a:off x="7019365" y="-3200400"/>
            <a:ext cx="184731" cy="36933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txBody>
          <a:bodyPr wrap="none" rtlCol="0">
            <a:spAutoFit/>
          </a:bodyPr>
          <a:lstStyle/>
          <a:p>
            <a:endParaRPr lang="da-DK" dirty="0"/>
          </a:p>
        </p:txBody>
      </p:sp>
      <p:pic>
        <p:nvPicPr>
          <p:cNvPr id="5" name="Picture 4" descr="Power BI: A Visual Advantage Over Your Competitors — Xantie">
            <a:extLst>
              <a:ext uri="{FF2B5EF4-FFF2-40B4-BE49-F238E27FC236}">
                <a16:creationId xmlns:a16="http://schemas.microsoft.com/office/drawing/2014/main" id="{ABE71186-83BE-4133-7B0D-C26B4F5A05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17" b="97876" l="1404" r="97732">
                        <a14:foregroundMark x1="66415" y1="21569" x2="65443" y2="49346"/>
                        <a14:foregroundMark x1="65443" y1="49346" x2="63499" y2="54902"/>
                        <a14:foregroundMark x1="60475" y1="49346" x2="57559" y2="56863"/>
                        <a14:foregroundMark x1="57559" y1="56863" x2="57235" y2="58660"/>
                        <a14:foregroundMark x1="63067" y1="31046" x2="62635" y2="31863"/>
                        <a14:foregroundMark x1="62851" y1="30719" x2="62311" y2="31699"/>
                        <a14:foregroundMark x1="68292" y1="16340" x2="68467" y2="13072"/>
                        <a14:foregroundMark x1="68143" y1="19118" x2="68257" y2="16993"/>
                        <a14:foregroundMark x1="66473" y1="13994" x2="66091" y2="14052"/>
                        <a14:foregroundMark x1="63067" y1="5882" x2="63283" y2="17320"/>
                        <a14:foregroundMark x1="65875" y1="9967" x2="66091" y2="1797"/>
                        <a14:foregroundMark x1="76998" y1="19444" x2="84017" y2="7843"/>
                        <a14:foregroundMark x1="92657" y1="2451" x2="98380" y2="2288"/>
                        <a14:foregroundMark x1="15767" y1="68137" x2="16199" y2="75000"/>
                        <a14:foregroundMark x1="30022" y1="69118" x2="30346" y2="70915"/>
                        <a14:foregroundMark x1="30670" y1="66503" x2="31102" y2="69444"/>
                        <a14:foregroundMark x1="48272" y1="68464" x2="46436" y2="79739"/>
                        <a14:foregroundMark x1="45140" y1="65359" x2="44708" y2="66503"/>
                        <a14:foregroundMark x1="48056" y1="78922" x2="49568" y2="83497"/>
                        <a14:foregroundMark x1="50324" y1="81863" x2="55832" y2="82190"/>
                        <a14:foregroundMark x1="60691" y1="82843" x2="64039" y2="82843"/>
                        <a14:foregroundMark x1="64795" y1="83333" x2="65011" y2="74673"/>
                        <a14:foregroundMark x1="62419" y1="80882" x2="62095" y2="81699"/>
                        <a14:foregroundMark x1="61987" y1="80719" x2="61771" y2="81373"/>
                        <a14:foregroundMark x1="61879" y1="80392" x2="61663" y2="81209"/>
                        <a14:foregroundMark x1="66523" y1="80882" x2="67711" y2="83170"/>
                        <a14:foregroundMark x1="68035" y1="84150" x2="67495" y2="86765"/>
                        <a14:foregroundMark x1="64579" y1="86438" x2="64687" y2="88399"/>
                        <a14:foregroundMark x1="44708" y1="77614" x2="42873" y2="81536"/>
                        <a14:foregroundMark x1="41361" y1="79902" x2="40389" y2="82353"/>
                        <a14:foregroundMark x1="42765" y1="76307" x2="41901" y2="77941"/>
                        <a14:foregroundMark x1="42009" y1="76471" x2="41361" y2="77614"/>
                        <a14:foregroundMark x1="42549" y1="75980" x2="41361" y2="77778"/>
                        <a14:foregroundMark x1="41901" y1="76634" x2="41145" y2="78595"/>
                        <a14:foregroundMark x1="42009" y1="75817" x2="41253" y2="78431"/>
                        <a14:foregroundMark x1="41577" y1="77778" x2="40065" y2="79248"/>
                        <a14:foregroundMark x1="40173" y1="79085" x2="41361" y2="77941"/>
                        <a14:foregroundMark x1="40929" y1="78268" x2="39525" y2="79248"/>
                        <a14:foregroundMark x1="40713" y1="78431" x2="39525" y2="79248"/>
                        <a14:foregroundMark x1="40281" y1="78758" x2="39201" y2="79575"/>
                        <a14:foregroundMark x1="39309" y1="79085" x2="38661" y2="79902"/>
                        <a14:foregroundMark x1="39417" y1="78922" x2="38877" y2="79412"/>
                        <a14:foregroundMark x1="39849" y1="78268" x2="39201" y2="78758"/>
                        <a14:foregroundMark x1="41793" y1="76471" x2="39957" y2="78595"/>
                        <a14:foregroundMark x1="29698" y1="65686" x2="29482" y2="65359"/>
                        <a14:foregroundMark x1="29482" y1="65686" x2="29050" y2="66340"/>
                        <a14:foregroundMark x1="29374" y1="65523" x2="29050" y2="66340"/>
                        <a14:foregroundMark x1="27214" y1="81863" x2="22138" y2="81536"/>
                        <a14:foregroundMark x1="27430" y1="81046" x2="22570" y2="81373"/>
                        <a14:foregroundMark x1="33801" y1="81699" x2="36285" y2="81373"/>
                        <a14:foregroundMark x1="35313" y1="81699" x2="38877" y2="81373"/>
                        <a14:foregroundMark x1="38553" y1="80882" x2="37365" y2="82026"/>
                        <a14:foregroundMark x1="37905" y1="80719" x2="36933" y2="81209"/>
                        <a14:foregroundMark x1="44384" y1="75490" x2="43197" y2="76634"/>
                        <a14:foregroundMark x1="44168" y1="75654" x2="43305" y2="76961"/>
                        <a14:foregroundMark x1="30778" y1="85948" x2="27214" y2="89379"/>
                        <a14:foregroundMark x1="26350" y1="88072" x2="23218" y2="90850"/>
                        <a14:foregroundMark x1="23434" y1="85621" x2="22570" y2="86111"/>
                        <a14:foregroundMark x1="24190" y1="96732" x2="26566" y2="97386"/>
                        <a14:foregroundMark x1="38337" y1="96405" x2="37041" y2="97876"/>
                        <a14:foregroundMark x1="51296" y1="97386" x2="73434" y2="94444"/>
                        <a14:foregroundMark x1="84341" y1="97222" x2="90173" y2="97386"/>
                        <a14:foregroundMark x1="64903" y1="65196" x2="62635" y2="68464"/>
                        <a14:foregroundMark x1="63715" y1="66176" x2="62635" y2="67974"/>
                        <a14:foregroundMark x1="63283" y1="66176" x2="62635" y2="67647"/>
                        <a14:foregroundMark x1="63067" y1="66340" x2="62743" y2="67647"/>
                        <a14:foregroundMark x1="62959" y1="66176" x2="62743" y2="66667"/>
                        <a14:foregroundMark x1="63931" y1="65523" x2="63391" y2="65850"/>
                        <a14:foregroundMark x1="63931" y1="65033" x2="63499" y2="65686"/>
                        <a14:foregroundMark x1="63607" y1="65523" x2="63175" y2="66340"/>
                        <a14:foregroundMark x1="63283" y1="65359" x2="62959" y2="66013"/>
                        <a14:foregroundMark x1="62959" y1="65850" x2="62635" y2="66667"/>
                        <a14:foregroundMark x1="62743" y1="66176" x2="62743" y2="66830"/>
                        <a14:foregroundMark x1="14687" y1="93301" x2="2160" y2="93137"/>
                        <a14:foregroundMark x1="62743" y1="3105" x2="61555" y2="10131"/>
                        <a14:foregroundMark x1="59719" y1="6373" x2="59719" y2="16667"/>
                        <a14:foregroundMark x1="59503" y1="11928" x2="59503" y2="817"/>
                        <a14:foregroundMark x1="9179" y1="88072" x2="1404" y2="92320"/>
                        <a14:foregroundMark x1="84557" y1="95425" x2="81425" y2="92157"/>
                        <a14:foregroundMark x1="83693" y1="93791" x2="82289" y2="87255"/>
                        <a14:foregroundMark x1="84017" y1="90196" x2="83261" y2="87745"/>
                        <a14:foregroundMark x1="83585" y1="66013" x2="82505" y2="65196"/>
                        <a14:foregroundMark x1="7667" y1="85294" x2="6803" y2="83333"/>
                        <a14:foregroundMark x1="6371" y1="83660" x2="5400" y2="80882"/>
                        <a14:foregroundMark x1="74946" y1="83333" x2="70410" y2="82680"/>
                        <a14:foregroundMark x1="89849" y1="83824" x2="96868" y2="83170"/>
                        <a14:backgroundMark x1="70842" y1="17810" x2="70410" y2="19118"/>
                        <a14:backgroundMark x1="66307" y1="16340" x2="66307" y2="16993"/>
                        <a14:backgroundMark x1="67171" y1="12908" x2="67171" y2="12908"/>
                        <a14:backgroundMark x1="67387" y1="12908" x2="67603" y2="1323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64159"/>
          <a:stretch>
            <a:fillRect/>
          </a:stretch>
        </p:blipFill>
        <p:spPr bwMode="auto">
          <a:xfrm>
            <a:off x="59697" y="17677446"/>
            <a:ext cx="14911052" cy="353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4">
            <a:extLst>
              <a:ext uri="{FF2B5EF4-FFF2-40B4-BE49-F238E27FC236}">
                <a16:creationId xmlns:a16="http://schemas.microsoft.com/office/drawing/2014/main" id="{A2E47166-BF55-E7F1-1C16-F4B3F697D9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-8721708" y="1053941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a-DK"/>
          </a:p>
        </p:txBody>
      </p:sp>
      <p:pic>
        <p:nvPicPr>
          <p:cNvPr id="25" name="Graphic 24" descr="Pawn with solid fill">
            <a:extLst>
              <a:ext uri="{FF2B5EF4-FFF2-40B4-BE49-F238E27FC236}">
                <a16:creationId xmlns:a16="http://schemas.microsoft.com/office/drawing/2014/main" id="{8F7DC7A2-6852-81AA-1C03-A742E2DC6A5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96738" y="574945"/>
            <a:ext cx="1410236" cy="1451756"/>
          </a:xfrm>
          <a:prstGeom prst="rect">
            <a:avLst/>
          </a:prstGeom>
        </p:spPr>
      </p:pic>
      <p:pic>
        <p:nvPicPr>
          <p:cNvPr id="26" name="Graphic 25" descr="Pawn with solid fill">
            <a:extLst>
              <a:ext uri="{FF2B5EF4-FFF2-40B4-BE49-F238E27FC236}">
                <a16:creationId xmlns:a16="http://schemas.microsoft.com/office/drawing/2014/main" id="{059C1568-B17B-D3C1-196E-A24C65C4775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29052" y="570025"/>
            <a:ext cx="1420165" cy="1420165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B89D0CB5-5E4D-1040-9449-264A5079D536}"/>
              </a:ext>
            </a:extLst>
          </p:cNvPr>
          <p:cNvSpPr/>
          <p:nvPr/>
        </p:nvSpPr>
        <p:spPr>
          <a:xfrm>
            <a:off x="0" y="-1"/>
            <a:ext cx="15119350" cy="21383625"/>
          </a:xfrm>
          <a:prstGeom prst="rect">
            <a:avLst/>
          </a:prstGeom>
          <a:noFill/>
          <a:ln w="301625">
            <a:solidFill>
              <a:srgbClr val="A6CA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pic>
        <p:nvPicPr>
          <p:cNvPr id="14" name="Picture 13" descr="A close-up of a chess piece&#10;&#10;AI-generated content may be incorrect.">
            <a:extLst>
              <a:ext uri="{FF2B5EF4-FFF2-40B4-BE49-F238E27FC236}">
                <a16:creationId xmlns:a16="http://schemas.microsoft.com/office/drawing/2014/main" id="{B8A8F22C-75F2-9671-71F6-AB6EFDBC1E3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628" b="89974" l="9961" r="97363">
                        <a14:foregroundMark x1="33789" y1="11719" x2="35156" y2="5469"/>
                        <a14:foregroundMark x1="33789" y1="5859" x2="41211" y2="23438"/>
                        <a14:foregroundMark x1="25586" y1="18229" x2="30078" y2="27734"/>
                        <a14:foregroundMark x1="70117" y1="28711" x2="61914" y2="34635"/>
                        <a14:foregroundMark x1="30664" y1="26172" x2="33203" y2="31576"/>
                        <a14:foregroundMark x1="38086" y1="31185" x2="35547" y2="33919"/>
                        <a14:foregroundMark x1="49316" y1="15690" x2="65234" y2="22331"/>
                        <a14:foregroundMark x1="73242" y1="23307" x2="79492" y2="19661"/>
                        <a14:foregroundMark x1="79492" y1="19661" x2="86914" y2="10286"/>
                        <a14:foregroundMark x1="86914" y1="10286" x2="75586" y2="5143"/>
                        <a14:foregroundMark x1="75586" y1="5143" x2="36426" y2="4688"/>
                        <a14:foregroundMark x1="36426" y1="4688" x2="34863" y2="5599"/>
                        <a14:foregroundMark x1="36621" y1="1628" x2="48926" y2="2018"/>
                        <a14:foregroundMark x1="96777" y1="3776" x2="97363" y2="9440"/>
                        <a14:backgroundMark x1="44141" y1="29362" x2="44141" y2="30534"/>
                        <a14:backgroundMark x1="53906" y1="30534" x2="53516" y2="31380"/>
                        <a14:backgroundMark x1="46387" y1="25130" x2="46582" y2="25326"/>
                        <a14:backgroundMark x1="43262" y1="27279" x2="43262" y2="27279"/>
                        <a14:backgroundMark x1="54590" y1="35482" x2="54297" y2="36328"/>
                        <a14:backgroundMark x1="43457" y1="27018" x2="43359" y2="272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232796">
            <a:off x="6014773" y="8253050"/>
            <a:ext cx="9753600" cy="14630400"/>
          </a:xfrm>
          <a:prstGeom prst="rect">
            <a:avLst/>
          </a:prstGeom>
        </p:spPr>
      </p:pic>
      <p:sp>
        <p:nvSpPr>
          <p:cNvPr id="10" name="TextBox 5">
            <a:extLst>
              <a:ext uri="{FF2B5EF4-FFF2-40B4-BE49-F238E27FC236}">
                <a16:creationId xmlns:a16="http://schemas.microsoft.com/office/drawing/2014/main" id="{717CFE60-68BC-EA47-0F83-DAEAC332875C}"/>
              </a:ext>
            </a:extLst>
          </p:cNvPr>
          <p:cNvSpPr txBox="1"/>
          <p:nvPr/>
        </p:nvSpPr>
        <p:spPr>
          <a:xfrm>
            <a:off x="-1055059" y="646509"/>
            <a:ext cx="1714056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9600" b="1" i="1" spc="-300" dirty="0">
                <a:solidFill>
                  <a:schemeClr val="bg1"/>
                </a:solidFill>
              </a:rPr>
              <a:t>IMADA SK    KTURNERING</a:t>
            </a:r>
            <a:endParaRPr lang="da-DK" sz="28700" b="1" i="1" spc="-3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7E188D-4F58-4C34-48D9-E7B9D7F643A3}"/>
              </a:ext>
            </a:extLst>
          </p:cNvPr>
          <p:cNvSpPr txBox="1"/>
          <p:nvPr/>
        </p:nvSpPr>
        <p:spPr>
          <a:xfrm>
            <a:off x="-1010607" y="610727"/>
            <a:ext cx="1714056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9600" b="1" i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IMADA SK    KTURNERING</a:t>
            </a:r>
            <a:endParaRPr lang="da-DK" sz="28700" b="1" i="1" spc="-3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2" name="Tekstfelt 11">
            <a:extLst>
              <a:ext uri="{FF2B5EF4-FFF2-40B4-BE49-F238E27FC236}">
                <a16:creationId xmlns:a16="http://schemas.microsoft.com/office/drawing/2014/main" id="{3E9625FA-A8A7-B7DB-19D9-2553D3906CE5}"/>
              </a:ext>
            </a:extLst>
          </p:cNvPr>
          <p:cNvSpPr txBox="1"/>
          <p:nvPr/>
        </p:nvSpPr>
        <p:spPr>
          <a:xfrm>
            <a:off x="2369808" y="1458208"/>
            <a:ext cx="10902460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16600" b="1" i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VINDERE</a:t>
            </a:r>
            <a:endParaRPr lang="da-DK" dirty="0"/>
          </a:p>
        </p:txBody>
      </p:sp>
      <p:sp>
        <p:nvSpPr>
          <p:cNvPr id="50" name="Tekstfelt 49">
            <a:extLst>
              <a:ext uri="{FF2B5EF4-FFF2-40B4-BE49-F238E27FC236}">
                <a16:creationId xmlns:a16="http://schemas.microsoft.com/office/drawing/2014/main" id="{24044FC9-CFAA-C412-1C60-70AF47A02F2D}"/>
              </a:ext>
            </a:extLst>
          </p:cNvPr>
          <p:cNvSpPr txBox="1"/>
          <p:nvPr/>
        </p:nvSpPr>
        <p:spPr>
          <a:xfrm>
            <a:off x="-1593280" y="3972544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2025  –  Fornavn Efternavn </a:t>
            </a:r>
            <a:endParaRPr lang="da-DK" sz="500" dirty="0"/>
          </a:p>
        </p:txBody>
      </p:sp>
      <p:sp>
        <p:nvSpPr>
          <p:cNvPr id="51" name="Tekstfelt 50">
            <a:extLst>
              <a:ext uri="{FF2B5EF4-FFF2-40B4-BE49-F238E27FC236}">
                <a16:creationId xmlns:a16="http://schemas.microsoft.com/office/drawing/2014/main" id="{980F1DB7-28DF-4DDD-5930-2CB5CBDE9A6E}"/>
              </a:ext>
            </a:extLst>
          </p:cNvPr>
          <p:cNvSpPr txBox="1"/>
          <p:nvPr/>
        </p:nvSpPr>
        <p:spPr>
          <a:xfrm>
            <a:off x="-17442362" y="4543333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2026  –  Fornavn Efternavn </a:t>
            </a:r>
            <a:endParaRPr lang="da-DK" sz="500" dirty="0"/>
          </a:p>
        </p:txBody>
      </p:sp>
      <p:sp>
        <p:nvSpPr>
          <p:cNvPr id="52" name="Tekstfelt 51">
            <a:extLst>
              <a:ext uri="{FF2B5EF4-FFF2-40B4-BE49-F238E27FC236}">
                <a16:creationId xmlns:a16="http://schemas.microsoft.com/office/drawing/2014/main" id="{7B6C0000-0C6D-F66D-47B7-21841312FA72}"/>
              </a:ext>
            </a:extLst>
          </p:cNvPr>
          <p:cNvSpPr txBox="1"/>
          <p:nvPr/>
        </p:nvSpPr>
        <p:spPr>
          <a:xfrm>
            <a:off x="-17442362" y="5112605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2026  –  Fornavn Efternavn </a:t>
            </a:r>
            <a:endParaRPr lang="da-DK" sz="500" dirty="0"/>
          </a:p>
        </p:txBody>
      </p:sp>
      <p:sp>
        <p:nvSpPr>
          <p:cNvPr id="53" name="Tekstfelt 52">
            <a:extLst>
              <a:ext uri="{FF2B5EF4-FFF2-40B4-BE49-F238E27FC236}">
                <a16:creationId xmlns:a16="http://schemas.microsoft.com/office/drawing/2014/main" id="{C822E0E4-E581-5578-07C3-816D91E536AB}"/>
              </a:ext>
            </a:extLst>
          </p:cNvPr>
          <p:cNvSpPr txBox="1"/>
          <p:nvPr/>
        </p:nvSpPr>
        <p:spPr>
          <a:xfrm>
            <a:off x="-17442362" y="5683394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2027  –  Fornavn Efternavn </a:t>
            </a:r>
            <a:endParaRPr lang="da-DK" sz="500" dirty="0"/>
          </a:p>
        </p:txBody>
      </p:sp>
      <p:sp>
        <p:nvSpPr>
          <p:cNvPr id="54" name="Tekstfelt 53">
            <a:extLst>
              <a:ext uri="{FF2B5EF4-FFF2-40B4-BE49-F238E27FC236}">
                <a16:creationId xmlns:a16="http://schemas.microsoft.com/office/drawing/2014/main" id="{82A97CFC-890F-6125-AF7D-233D178CFC41}"/>
              </a:ext>
            </a:extLst>
          </p:cNvPr>
          <p:cNvSpPr txBox="1"/>
          <p:nvPr/>
        </p:nvSpPr>
        <p:spPr>
          <a:xfrm>
            <a:off x="-17442362" y="6246731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2027  –  Fornavn Efternavn </a:t>
            </a:r>
            <a:endParaRPr lang="da-DK" sz="500" dirty="0"/>
          </a:p>
        </p:txBody>
      </p:sp>
      <p:sp>
        <p:nvSpPr>
          <p:cNvPr id="55" name="Tekstfelt 54">
            <a:extLst>
              <a:ext uri="{FF2B5EF4-FFF2-40B4-BE49-F238E27FC236}">
                <a16:creationId xmlns:a16="http://schemas.microsoft.com/office/drawing/2014/main" id="{41D5A0D9-1428-61E0-B6F8-60D7EAC5A074}"/>
              </a:ext>
            </a:extLst>
          </p:cNvPr>
          <p:cNvSpPr txBox="1"/>
          <p:nvPr/>
        </p:nvSpPr>
        <p:spPr>
          <a:xfrm>
            <a:off x="-17442362" y="6817520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2028  –  Fornavn Efternavn </a:t>
            </a:r>
            <a:endParaRPr lang="da-DK" sz="500" dirty="0"/>
          </a:p>
        </p:txBody>
      </p:sp>
      <p:sp>
        <p:nvSpPr>
          <p:cNvPr id="56" name="Tekstfelt 55">
            <a:extLst>
              <a:ext uri="{FF2B5EF4-FFF2-40B4-BE49-F238E27FC236}">
                <a16:creationId xmlns:a16="http://schemas.microsoft.com/office/drawing/2014/main" id="{A032DE61-78FA-ADDB-3FE9-DC2A64EA8AE4}"/>
              </a:ext>
            </a:extLst>
          </p:cNvPr>
          <p:cNvSpPr txBox="1"/>
          <p:nvPr/>
        </p:nvSpPr>
        <p:spPr>
          <a:xfrm>
            <a:off x="-17442362" y="7386792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2029  –  Fornavn Efternavn </a:t>
            </a:r>
            <a:endParaRPr lang="da-DK" sz="500" dirty="0"/>
          </a:p>
        </p:txBody>
      </p:sp>
      <p:sp>
        <p:nvSpPr>
          <p:cNvPr id="57" name="Tekstfelt 56">
            <a:extLst>
              <a:ext uri="{FF2B5EF4-FFF2-40B4-BE49-F238E27FC236}">
                <a16:creationId xmlns:a16="http://schemas.microsoft.com/office/drawing/2014/main" id="{FC56BD7A-A813-88C6-D865-FBCC6CE9647E}"/>
              </a:ext>
            </a:extLst>
          </p:cNvPr>
          <p:cNvSpPr txBox="1"/>
          <p:nvPr/>
        </p:nvSpPr>
        <p:spPr>
          <a:xfrm>
            <a:off x="-17442362" y="7957581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2029  –  Fornavn Efternavn </a:t>
            </a:r>
            <a:endParaRPr lang="da-DK" sz="500" dirty="0"/>
          </a:p>
        </p:txBody>
      </p:sp>
      <p:sp>
        <p:nvSpPr>
          <p:cNvPr id="58" name="Tekstfelt 57">
            <a:extLst>
              <a:ext uri="{FF2B5EF4-FFF2-40B4-BE49-F238E27FC236}">
                <a16:creationId xmlns:a16="http://schemas.microsoft.com/office/drawing/2014/main" id="{52E30D21-75B2-FB77-74A8-B19987681AFF}"/>
              </a:ext>
            </a:extLst>
          </p:cNvPr>
          <p:cNvSpPr txBox="1"/>
          <p:nvPr/>
        </p:nvSpPr>
        <p:spPr>
          <a:xfrm>
            <a:off x="-17442362" y="8531590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2026  –  Fornavn Efternavn </a:t>
            </a:r>
            <a:endParaRPr lang="da-DK" sz="500" dirty="0"/>
          </a:p>
        </p:txBody>
      </p:sp>
      <p:sp>
        <p:nvSpPr>
          <p:cNvPr id="59" name="Tekstfelt 58">
            <a:extLst>
              <a:ext uri="{FF2B5EF4-FFF2-40B4-BE49-F238E27FC236}">
                <a16:creationId xmlns:a16="http://schemas.microsoft.com/office/drawing/2014/main" id="{53DED4E9-57B9-ADB3-540E-F76F9121E43E}"/>
              </a:ext>
            </a:extLst>
          </p:cNvPr>
          <p:cNvSpPr txBox="1"/>
          <p:nvPr/>
        </p:nvSpPr>
        <p:spPr>
          <a:xfrm>
            <a:off x="-17442362" y="9100862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2026  –  Fornavn Efternavn </a:t>
            </a:r>
            <a:endParaRPr lang="da-DK" sz="500" dirty="0"/>
          </a:p>
        </p:txBody>
      </p:sp>
      <p:sp>
        <p:nvSpPr>
          <p:cNvPr id="60" name="Tekstfelt 59">
            <a:extLst>
              <a:ext uri="{FF2B5EF4-FFF2-40B4-BE49-F238E27FC236}">
                <a16:creationId xmlns:a16="http://schemas.microsoft.com/office/drawing/2014/main" id="{0CB7BDB6-3F64-9726-6EEC-18D2961ECCC6}"/>
              </a:ext>
            </a:extLst>
          </p:cNvPr>
          <p:cNvSpPr txBox="1"/>
          <p:nvPr/>
        </p:nvSpPr>
        <p:spPr>
          <a:xfrm>
            <a:off x="-17442362" y="9671651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2027  –  Fornavn Efternavn </a:t>
            </a:r>
            <a:endParaRPr lang="da-DK" sz="500" dirty="0"/>
          </a:p>
        </p:txBody>
      </p:sp>
      <p:sp>
        <p:nvSpPr>
          <p:cNvPr id="61" name="Tekstfelt 60">
            <a:extLst>
              <a:ext uri="{FF2B5EF4-FFF2-40B4-BE49-F238E27FC236}">
                <a16:creationId xmlns:a16="http://schemas.microsoft.com/office/drawing/2014/main" id="{CE2EA405-4A5C-64E5-5155-010458A3DA3C}"/>
              </a:ext>
            </a:extLst>
          </p:cNvPr>
          <p:cNvSpPr txBox="1"/>
          <p:nvPr/>
        </p:nvSpPr>
        <p:spPr>
          <a:xfrm>
            <a:off x="-17442362" y="10234988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2027  –  Fornavn Efternavn </a:t>
            </a:r>
            <a:endParaRPr lang="da-DK" sz="500" dirty="0"/>
          </a:p>
        </p:txBody>
      </p:sp>
      <p:sp>
        <p:nvSpPr>
          <p:cNvPr id="62" name="Tekstfelt 61">
            <a:extLst>
              <a:ext uri="{FF2B5EF4-FFF2-40B4-BE49-F238E27FC236}">
                <a16:creationId xmlns:a16="http://schemas.microsoft.com/office/drawing/2014/main" id="{2C358ADE-5FEE-0CB5-49BF-E8ABFD277AAE}"/>
              </a:ext>
            </a:extLst>
          </p:cNvPr>
          <p:cNvSpPr txBox="1"/>
          <p:nvPr/>
        </p:nvSpPr>
        <p:spPr>
          <a:xfrm>
            <a:off x="-17442362" y="10805777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2028  –  Fornavn Efternavn </a:t>
            </a:r>
            <a:endParaRPr lang="da-DK" sz="500" dirty="0"/>
          </a:p>
        </p:txBody>
      </p:sp>
      <p:sp>
        <p:nvSpPr>
          <p:cNvPr id="63" name="Tekstfelt 62">
            <a:extLst>
              <a:ext uri="{FF2B5EF4-FFF2-40B4-BE49-F238E27FC236}">
                <a16:creationId xmlns:a16="http://schemas.microsoft.com/office/drawing/2014/main" id="{A0DC05BC-E9A6-249B-8D8D-579885DEB8B1}"/>
              </a:ext>
            </a:extLst>
          </p:cNvPr>
          <p:cNvSpPr txBox="1"/>
          <p:nvPr/>
        </p:nvSpPr>
        <p:spPr>
          <a:xfrm>
            <a:off x="-17442362" y="11375049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2029  –  Fornavn Efternavn </a:t>
            </a:r>
            <a:endParaRPr lang="da-DK" sz="500" dirty="0"/>
          </a:p>
        </p:txBody>
      </p:sp>
      <p:sp>
        <p:nvSpPr>
          <p:cNvPr id="1024" name="Tekstfelt 1023">
            <a:extLst>
              <a:ext uri="{FF2B5EF4-FFF2-40B4-BE49-F238E27FC236}">
                <a16:creationId xmlns:a16="http://schemas.microsoft.com/office/drawing/2014/main" id="{FE5D3BD0-83C0-388E-4ECD-DF4CE93E308E}"/>
              </a:ext>
            </a:extLst>
          </p:cNvPr>
          <p:cNvSpPr txBox="1"/>
          <p:nvPr/>
        </p:nvSpPr>
        <p:spPr>
          <a:xfrm>
            <a:off x="-17442362" y="11945838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2029  –  Fornavn Efternavn </a:t>
            </a:r>
            <a:endParaRPr lang="da-DK" sz="500" dirty="0"/>
          </a:p>
        </p:txBody>
      </p:sp>
      <p:sp>
        <p:nvSpPr>
          <p:cNvPr id="1025" name="Tekstfelt 1024">
            <a:extLst>
              <a:ext uri="{FF2B5EF4-FFF2-40B4-BE49-F238E27FC236}">
                <a16:creationId xmlns:a16="http://schemas.microsoft.com/office/drawing/2014/main" id="{F3E65F2B-13D6-1352-DABE-FC8C189CDF7C}"/>
              </a:ext>
            </a:extLst>
          </p:cNvPr>
          <p:cNvSpPr txBox="1"/>
          <p:nvPr/>
        </p:nvSpPr>
        <p:spPr>
          <a:xfrm>
            <a:off x="-17442362" y="12515110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2030 –  Fornavn Efternavn </a:t>
            </a:r>
            <a:endParaRPr lang="da-DK" sz="500" dirty="0"/>
          </a:p>
        </p:txBody>
      </p:sp>
      <p:sp>
        <p:nvSpPr>
          <p:cNvPr id="1027" name="Tekstfelt 1026">
            <a:extLst>
              <a:ext uri="{FF2B5EF4-FFF2-40B4-BE49-F238E27FC236}">
                <a16:creationId xmlns:a16="http://schemas.microsoft.com/office/drawing/2014/main" id="{74416147-72F9-4498-1AC8-F3C5F3AA310E}"/>
              </a:ext>
            </a:extLst>
          </p:cNvPr>
          <p:cNvSpPr txBox="1"/>
          <p:nvPr/>
        </p:nvSpPr>
        <p:spPr>
          <a:xfrm>
            <a:off x="-17442362" y="13084382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2030  –  Fornavn Efternavn </a:t>
            </a:r>
            <a:endParaRPr lang="da-DK" sz="500" dirty="0"/>
          </a:p>
        </p:txBody>
      </p:sp>
      <p:sp>
        <p:nvSpPr>
          <p:cNvPr id="1028" name="Tekstfelt 1027">
            <a:extLst>
              <a:ext uri="{FF2B5EF4-FFF2-40B4-BE49-F238E27FC236}">
                <a16:creationId xmlns:a16="http://schemas.microsoft.com/office/drawing/2014/main" id="{0EB63F7C-DDE9-8730-CA27-C0DF614743F2}"/>
              </a:ext>
            </a:extLst>
          </p:cNvPr>
          <p:cNvSpPr txBox="1"/>
          <p:nvPr/>
        </p:nvSpPr>
        <p:spPr>
          <a:xfrm>
            <a:off x="-17442362" y="13655171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2031  –  Fornavn Efternavn </a:t>
            </a:r>
            <a:endParaRPr lang="da-DK" sz="500" dirty="0"/>
          </a:p>
        </p:txBody>
      </p:sp>
      <p:sp>
        <p:nvSpPr>
          <p:cNvPr id="1029" name="Tekstfelt 1028">
            <a:extLst>
              <a:ext uri="{FF2B5EF4-FFF2-40B4-BE49-F238E27FC236}">
                <a16:creationId xmlns:a16="http://schemas.microsoft.com/office/drawing/2014/main" id="{789E7EAE-4166-F949-DF32-6B5FCD079DC5}"/>
              </a:ext>
            </a:extLst>
          </p:cNvPr>
          <p:cNvSpPr txBox="1"/>
          <p:nvPr/>
        </p:nvSpPr>
        <p:spPr>
          <a:xfrm>
            <a:off x="-17442362" y="14218508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2031  –  Fornavn Efternavn </a:t>
            </a:r>
            <a:endParaRPr lang="da-DK" sz="500" dirty="0"/>
          </a:p>
        </p:txBody>
      </p:sp>
      <p:sp>
        <p:nvSpPr>
          <p:cNvPr id="1030" name="Tekstfelt 1029">
            <a:extLst>
              <a:ext uri="{FF2B5EF4-FFF2-40B4-BE49-F238E27FC236}">
                <a16:creationId xmlns:a16="http://schemas.microsoft.com/office/drawing/2014/main" id="{08774811-D8B7-CC3D-097E-F3F3CD8D0464}"/>
              </a:ext>
            </a:extLst>
          </p:cNvPr>
          <p:cNvSpPr txBox="1"/>
          <p:nvPr/>
        </p:nvSpPr>
        <p:spPr>
          <a:xfrm>
            <a:off x="-17442362" y="14789297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2032  –  Fornavn Efternavn </a:t>
            </a:r>
            <a:endParaRPr lang="da-DK" sz="500" dirty="0"/>
          </a:p>
        </p:txBody>
      </p:sp>
      <p:sp>
        <p:nvSpPr>
          <p:cNvPr id="1031" name="Tekstfelt 1030">
            <a:extLst>
              <a:ext uri="{FF2B5EF4-FFF2-40B4-BE49-F238E27FC236}">
                <a16:creationId xmlns:a16="http://schemas.microsoft.com/office/drawing/2014/main" id="{F94A4364-C615-27E6-5EC6-F51D14647F01}"/>
              </a:ext>
            </a:extLst>
          </p:cNvPr>
          <p:cNvSpPr txBox="1"/>
          <p:nvPr/>
        </p:nvSpPr>
        <p:spPr>
          <a:xfrm>
            <a:off x="-17442362" y="15358569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2032  –  Fornavn Efternavn </a:t>
            </a:r>
            <a:endParaRPr lang="da-DK" sz="500" dirty="0"/>
          </a:p>
        </p:txBody>
      </p:sp>
      <p:sp>
        <p:nvSpPr>
          <p:cNvPr id="1032" name="Tekstfelt 1031">
            <a:extLst>
              <a:ext uri="{FF2B5EF4-FFF2-40B4-BE49-F238E27FC236}">
                <a16:creationId xmlns:a16="http://schemas.microsoft.com/office/drawing/2014/main" id="{6FF9B420-7AA7-02B9-CCF1-C5C603209F79}"/>
              </a:ext>
            </a:extLst>
          </p:cNvPr>
          <p:cNvSpPr txBox="1"/>
          <p:nvPr/>
        </p:nvSpPr>
        <p:spPr>
          <a:xfrm>
            <a:off x="-17442362" y="15929358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2033  –  Fornavn Efternavn </a:t>
            </a:r>
            <a:endParaRPr lang="da-DK" sz="500" dirty="0"/>
          </a:p>
        </p:txBody>
      </p:sp>
      <p:sp>
        <p:nvSpPr>
          <p:cNvPr id="1033" name="Tekstfelt 1032">
            <a:extLst>
              <a:ext uri="{FF2B5EF4-FFF2-40B4-BE49-F238E27FC236}">
                <a16:creationId xmlns:a16="http://schemas.microsoft.com/office/drawing/2014/main" id="{C4729BED-1825-A922-0109-91E6076232DC}"/>
              </a:ext>
            </a:extLst>
          </p:cNvPr>
          <p:cNvSpPr txBox="1"/>
          <p:nvPr/>
        </p:nvSpPr>
        <p:spPr>
          <a:xfrm>
            <a:off x="-10255166" y="3972544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2034  –  Fornavn Efternavn </a:t>
            </a:r>
            <a:endParaRPr lang="da-DK" sz="500" dirty="0"/>
          </a:p>
        </p:txBody>
      </p:sp>
      <p:sp>
        <p:nvSpPr>
          <p:cNvPr id="1034" name="Tekstfelt 1033">
            <a:extLst>
              <a:ext uri="{FF2B5EF4-FFF2-40B4-BE49-F238E27FC236}">
                <a16:creationId xmlns:a16="http://schemas.microsoft.com/office/drawing/2014/main" id="{5988078F-43EB-4B93-AA8B-4F8205EBCAF1}"/>
              </a:ext>
            </a:extLst>
          </p:cNvPr>
          <p:cNvSpPr txBox="1"/>
          <p:nvPr/>
        </p:nvSpPr>
        <p:spPr>
          <a:xfrm>
            <a:off x="-10255166" y="4541816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2034  –  Fornavn Efternavn </a:t>
            </a:r>
            <a:endParaRPr lang="da-DK" sz="500" dirty="0"/>
          </a:p>
        </p:txBody>
      </p:sp>
      <p:sp>
        <p:nvSpPr>
          <p:cNvPr id="1035" name="Tekstfelt 1034">
            <a:extLst>
              <a:ext uri="{FF2B5EF4-FFF2-40B4-BE49-F238E27FC236}">
                <a16:creationId xmlns:a16="http://schemas.microsoft.com/office/drawing/2014/main" id="{EB0681BD-79B8-56E2-C086-2C2AA1515397}"/>
              </a:ext>
            </a:extLst>
          </p:cNvPr>
          <p:cNvSpPr txBox="1"/>
          <p:nvPr/>
        </p:nvSpPr>
        <p:spPr>
          <a:xfrm>
            <a:off x="-10255166" y="5112605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2035  –  Fornavn Efternavn </a:t>
            </a:r>
            <a:endParaRPr lang="da-DK" sz="500" dirty="0"/>
          </a:p>
        </p:txBody>
      </p:sp>
      <p:sp>
        <p:nvSpPr>
          <p:cNvPr id="1036" name="Tekstfelt 1035">
            <a:extLst>
              <a:ext uri="{FF2B5EF4-FFF2-40B4-BE49-F238E27FC236}">
                <a16:creationId xmlns:a16="http://schemas.microsoft.com/office/drawing/2014/main" id="{02BBF742-50EF-DD41-1C83-2DD268B61DFF}"/>
              </a:ext>
            </a:extLst>
          </p:cNvPr>
          <p:cNvSpPr txBox="1"/>
          <p:nvPr/>
        </p:nvSpPr>
        <p:spPr>
          <a:xfrm>
            <a:off x="-10255166" y="5675942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2035  –  Fornavn Efternavn </a:t>
            </a:r>
            <a:endParaRPr lang="da-DK" sz="500" dirty="0"/>
          </a:p>
        </p:txBody>
      </p:sp>
      <p:sp>
        <p:nvSpPr>
          <p:cNvPr id="1037" name="Tekstfelt 1036">
            <a:extLst>
              <a:ext uri="{FF2B5EF4-FFF2-40B4-BE49-F238E27FC236}">
                <a16:creationId xmlns:a16="http://schemas.microsoft.com/office/drawing/2014/main" id="{8E9E6156-F0E8-EF79-F8FC-E4C39C426B7F}"/>
              </a:ext>
            </a:extLst>
          </p:cNvPr>
          <p:cNvSpPr txBox="1"/>
          <p:nvPr/>
        </p:nvSpPr>
        <p:spPr>
          <a:xfrm>
            <a:off x="-10255166" y="6246731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2036  –  Fornavn Efternavn </a:t>
            </a:r>
            <a:endParaRPr lang="da-DK" sz="500" dirty="0"/>
          </a:p>
        </p:txBody>
      </p:sp>
      <p:sp>
        <p:nvSpPr>
          <p:cNvPr id="1038" name="Tekstfelt 1037">
            <a:extLst>
              <a:ext uri="{FF2B5EF4-FFF2-40B4-BE49-F238E27FC236}">
                <a16:creationId xmlns:a16="http://schemas.microsoft.com/office/drawing/2014/main" id="{9C252048-E94F-2A7C-0584-D4DD9EB2CF33}"/>
              </a:ext>
            </a:extLst>
          </p:cNvPr>
          <p:cNvSpPr txBox="1"/>
          <p:nvPr/>
        </p:nvSpPr>
        <p:spPr>
          <a:xfrm>
            <a:off x="-10255166" y="6816003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2036  –  Fornavn Efternavn </a:t>
            </a:r>
            <a:endParaRPr lang="da-DK" sz="500" dirty="0"/>
          </a:p>
        </p:txBody>
      </p:sp>
      <p:sp>
        <p:nvSpPr>
          <p:cNvPr id="1039" name="Tekstfelt 1038">
            <a:extLst>
              <a:ext uri="{FF2B5EF4-FFF2-40B4-BE49-F238E27FC236}">
                <a16:creationId xmlns:a16="http://schemas.microsoft.com/office/drawing/2014/main" id="{471AD74B-497C-8E75-AA78-5E143C980E02}"/>
              </a:ext>
            </a:extLst>
          </p:cNvPr>
          <p:cNvSpPr txBox="1"/>
          <p:nvPr/>
        </p:nvSpPr>
        <p:spPr>
          <a:xfrm>
            <a:off x="-10255166" y="7386792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2037  –  Fornavn Efternavn </a:t>
            </a:r>
            <a:endParaRPr lang="da-DK" sz="500" dirty="0"/>
          </a:p>
        </p:txBody>
      </p:sp>
      <p:sp>
        <p:nvSpPr>
          <p:cNvPr id="1040" name="Tekstfelt 1039">
            <a:extLst>
              <a:ext uri="{FF2B5EF4-FFF2-40B4-BE49-F238E27FC236}">
                <a16:creationId xmlns:a16="http://schemas.microsoft.com/office/drawing/2014/main" id="{24AB692F-AD2C-9101-F906-A2185EC1D3CA}"/>
              </a:ext>
            </a:extLst>
          </p:cNvPr>
          <p:cNvSpPr txBox="1"/>
          <p:nvPr/>
        </p:nvSpPr>
        <p:spPr>
          <a:xfrm>
            <a:off x="-10255166" y="7962810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2037  –  Fornavn Efternavn </a:t>
            </a:r>
            <a:endParaRPr lang="da-DK" sz="500" dirty="0"/>
          </a:p>
        </p:txBody>
      </p:sp>
      <p:sp>
        <p:nvSpPr>
          <p:cNvPr id="1041" name="Tekstfelt 1040">
            <a:extLst>
              <a:ext uri="{FF2B5EF4-FFF2-40B4-BE49-F238E27FC236}">
                <a16:creationId xmlns:a16="http://schemas.microsoft.com/office/drawing/2014/main" id="{178F3B31-D4C0-4DF3-8D3A-289CDC9499A0}"/>
              </a:ext>
            </a:extLst>
          </p:cNvPr>
          <p:cNvSpPr txBox="1"/>
          <p:nvPr/>
        </p:nvSpPr>
        <p:spPr>
          <a:xfrm>
            <a:off x="-10255166" y="8532082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2038  –  Fornavn Efternavn </a:t>
            </a:r>
            <a:endParaRPr lang="da-DK" sz="500" dirty="0"/>
          </a:p>
        </p:txBody>
      </p:sp>
      <p:sp>
        <p:nvSpPr>
          <p:cNvPr id="1042" name="Tekstfelt 1041">
            <a:extLst>
              <a:ext uri="{FF2B5EF4-FFF2-40B4-BE49-F238E27FC236}">
                <a16:creationId xmlns:a16="http://schemas.microsoft.com/office/drawing/2014/main" id="{FBC8C845-8354-4AF6-5F8F-7810514C796D}"/>
              </a:ext>
            </a:extLst>
          </p:cNvPr>
          <p:cNvSpPr txBox="1"/>
          <p:nvPr/>
        </p:nvSpPr>
        <p:spPr>
          <a:xfrm>
            <a:off x="-10255166" y="9102871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2038  –  Fornavn Efternavn </a:t>
            </a:r>
            <a:endParaRPr lang="da-DK" sz="500" dirty="0"/>
          </a:p>
        </p:txBody>
      </p:sp>
      <p:sp>
        <p:nvSpPr>
          <p:cNvPr id="1043" name="Tekstfelt 1042">
            <a:extLst>
              <a:ext uri="{FF2B5EF4-FFF2-40B4-BE49-F238E27FC236}">
                <a16:creationId xmlns:a16="http://schemas.microsoft.com/office/drawing/2014/main" id="{A8D5339A-867C-029E-337E-73AD64D31015}"/>
              </a:ext>
            </a:extLst>
          </p:cNvPr>
          <p:cNvSpPr txBox="1"/>
          <p:nvPr/>
        </p:nvSpPr>
        <p:spPr>
          <a:xfrm>
            <a:off x="-10255166" y="9666208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2039  –  Fornavn Efternavn </a:t>
            </a:r>
            <a:endParaRPr lang="da-DK" sz="500" dirty="0"/>
          </a:p>
        </p:txBody>
      </p:sp>
      <p:sp>
        <p:nvSpPr>
          <p:cNvPr id="1044" name="Tekstfelt 1043">
            <a:extLst>
              <a:ext uri="{FF2B5EF4-FFF2-40B4-BE49-F238E27FC236}">
                <a16:creationId xmlns:a16="http://schemas.microsoft.com/office/drawing/2014/main" id="{EF4C0BEF-01D6-4E11-0CDF-7FC9169A2A35}"/>
              </a:ext>
            </a:extLst>
          </p:cNvPr>
          <p:cNvSpPr txBox="1"/>
          <p:nvPr/>
        </p:nvSpPr>
        <p:spPr>
          <a:xfrm>
            <a:off x="-10255166" y="10236997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2039  –  Fornavn Efternavn </a:t>
            </a:r>
            <a:endParaRPr lang="da-DK" sz="500" dirty="0"/>
          </a:p>
        </p:txBody>
      </p:sp>
      <p:sp>
        <p:nvSpPr>
          <p:cNvPr id="1045" name="Tekstfelt 1044">
            <a:extLst>
              <a:ext uri="{FF2B5EF4-FFF2-40B4-BE49-F238E27FC236}">
                <a16:creationId xmlns:a16="http://schemas.microsoft.com/office/drawing/2014/main" id="{3D29D3C0-F2C7-5B91-77DF-121F36EED5F8}"/>
              </a:ext>
            </a:extLst>
          </p:cNvPr>
          <p:cNvSpPr txBox="1"/>
          <p:nvPr/>
        </p:nvSpPr>
        <p:spPr>
          <a:xfrm>
            <a:off x="-10255166" y="10806269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2040  –  Fornavn Efternavn </a:t>
            </a:r>
            <a:endParaRPr lang="da-DK" sz="500" dirty="0"/>
          </a:p>
        </p:txBody>
      </p:sp>
      <p:sp>
        <p:nvSpPr>
          <p:cNvPr id="1046" name="Tekstfelt 1045">
            <a:extLst>
              <a:ext uri="{FF2B5EF4-FFF2-40B4-BE49-F238E27FC236}">
                <a16:creationId xmlns:a16="http://schemas.microsoft.com/office/drawing/2014/main" id="{9A14E5F1-56A5-63E3-F4B0-7A08DF0A58F8}"/>
              </a:ext>
            </a:extLst>
          </p:cNvPr>
          <p:cNvSpPr txBox="1"/>
          <p:nvPr/>
        </p:nvSpPr>
        <p:spPr>
          <a:xfrm>
            <a:off x="-10255166" y="11377058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2040  –  Fornavn Efternavn </a:t>
            </a:r>
            <a:endParaRPr lang="da-DK" sz="500" dirty="0"/>
          </a:p>
        </p:txBody>
      </p:sp>
      <p:sp>
        <p:nvSpPr>
          <p:cNvPr id="1047" name="Tekstfelt 1046">
            <a:extLst>
              <a:ext uri="{FF2B5EF4-FFF2-40B4-BE49-F238E27FC236}">
                <a16:creationId xmlns:a16="http://schemas.microsoft.com/office/drawing/2014/main" id="{D838265A-902F-C97F-CD9F-881218987A0C}"/>
              </a:ext>
            </a:extLst>
          </p:cNvPr>
          <p:cNvSpPr txBox="1"/>
          <p:nvPr/>
        </p:nvSpPr>
        <p:spPr>
          <a:xfrm>
            <a:off x="-17442362" y="16538996"/>
            <a:ext cx="10902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4400" b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2033  –  Fornavn Efternavn </a:t>
            </a:r>
            <a:endParaRPr lang="da-DK" sz="500" dirty="0"/>
          </a:p>
        </p:txBody>
      </p:sp>
    </p:spTree>
    <p:extLst>
      <p:ext uri="{BB962C8B-B14F-4D97-AF65-F5344CB8AC3E}">
        <p14:creationId xmlns:p14="http://schemas.microsoft.com/office/powerpoint/2010/main" val="961493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1286</TotalTime>
  <Words>157</Words>
  <Application>Microsoft Macintosh PowerPoint</Application>
  <PresentationFormat>Brugerdefineret</PresentationFormat>
  <Paragraphs>42</Paragraphs>
  <Slides>1</Slides>
  <Notes>1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Holm</dc:creator>
  <cp:lastModifiedBy>Simon Holm</cp:lastModifiedBy>
  <cp:revision>3</cp:revision>
  <dcterms:created xsi:type="dcterms:W3CDTF">2025-01-24T19:08:08Z</dcterms:created>
  <dcterms:modified xsi:type="dcterms:W3CDTF">2026-02-22T17:36:52Z</dcterms:modified>
</cp:coreProperties>
</file>