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56" r:id="rId2"/>
  </p:sldIdLst>
  <p:sldSz cx="15119350" cy="21383625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7FDE"/>
    <a:srgbClr val="E9CB8B"/>
    <a:srgbClr val="262626"/>
    <a:srgbClr val="FCE9BE"/>
    <a:srgbClr val="E3793F"/>
    <a:srgbClr val="E7CA8D"/>
    <a:srgbClr val="B4891C"/>
    <a:srgbClr val="383432"/>
    <a:srgbClr val="383431"/>
    <a:srgbClr val="FBE5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08A645-F583-4C93-B4B8-9A21C1D1FFD4}" v="1" dt="2025-12-01T14:17:06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900" y="-43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987E8-53A3-47B5-8F48-50EB5178F685}" type="datetimeFigureOut">
              <a:rPr lang="da-DK" smtClean="0"/>
              <a:t>01-12-2025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2C154-AEC7-451D-8AB1-3839B0F88B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7254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1pPr>
    <a:lvl2pPr marL="876041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2pPr>
    <a:lvl3pPr marL="1752082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3pPr>
    <a:lvl4pPr marL="2628123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4pPr>
    <a:lvl5pPr marL="3504164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5pPr>
    <a:lvl6pPr marL="4380205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6pPr>
    <a:lvl7pPr marL="525624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7pPr>
    <a:lvl8pPr marL="613228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8pPr>
    <a:lvl9pPr marL="7008327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2C154-AEC7-451D-8AB1-3839B0F88BBA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6414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9CC4-CA92-B86B-9644-74D48BBB7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919" y="3499590"/>
            <a:ext cx="11339513" cy="7444669"/>
          </a:xfrm>
        </p:spPr>
        <p:txBody>
          <a:bodyPr anchor="b"/>
          <a:lstStyle>
            <a:lvl1pPr algn="ctr"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4F5EF-3B7C-1FA8-FAB1-C7603D6FD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2976"/>
            </a:lvl1pPr>
            <a:lvl2pPr marL="566974" indent="0" algn="ctr">
              <a:buNone/>
              <a:defRPr sz="2480"/>
            </a:lvl2pPr>
            <a:lvl3pPr marL="1133947" indent="0" algn="ctr">
              <a:buNone/>
              <a:defRPr sz="2232"/>
            </a:lvl3pPr>
            <a:lvl4pPr marL="1700921" indent="0" algn="ctr">
              <a:buNone/>
              <a:defRPr sz="1984"/>
            </a:lvl4pPr>
            <a:lvl5pPr marL="2267895" indent="0" algn="ctr">
              <a:buNone/>
              <a:defRPr sz="1984"/>
            </a:lvl5pPr>
            <a:lvl6pPr marL="2834869" indent="0" algn="ctr">
              <a:buNone/>
              <a:defRPr sz="1984"/>
            </a:lvl6pPr>
            <a:lvl7pPr marL="3401842" indent="0" algn="ctr">
              <a:buNone/>
              <a:defRPr sz="1984"/>
            </a:lvl7pPr>
            <a:lvl8pPr marL="3968816" indent="0" algn="ctr">
              <a:buNone/>
              <a:defRPr sz="1984"/>
            </a:lvl8pPr>
            <a:lvl9pPr marL="4535790" indent="0" algn="ctr">
              <a:buNone/>
              <a:defRPr sz="1984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E21F-7F43-F655-475B-19427845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01-12-2025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1369F-670F-DDB1-D105-E4292AED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C9D8-DD88-6936-F6ED-24D3A366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256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3388-AFD3-102A-0ECB-6F9E2A64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12197-E19D-2D63-E73D-E35C96ACB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1B33B-5FAA-2F4E-9667-79412D1D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01-12-2025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0E23C-BB6E-0366-F5D9-392FA843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D5991-D998-3F57-F522-899E4F61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987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58A4-00BA-2548-02FD-8FB2E75D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581" y="5331060"/>
            <a:ext cx="13040439" cy="8894992"/>
          </a:xfrm>
        </p:spPr>
        <p:txBody>
          <a:bodyPr anchor="b"/>
          <a:lstStyle>
            <a:lvl1pPr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FDE5C-6648-A45B-7BDD-756FAD6FE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581" y="14310202"/>
            <a:ext cx="13040439" cy="4677666"/>
          </a:xfrm>
        </p:spPr>
        <p:txBody>
          <a:bodyPr/>
          <a:lstStyle>
            <a:lvl1pPr marL="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1pPr>
            <a:lvl2pPr marL="566974" indent="0">
              <a:buNone/>
              <a:defRPr sz="2480">
                <a:solidFill>
                  <a:schemeClr val="tx1">
                    <a:tint val="82000"/>
                  </a:schemeClr>
                </a:solidFill>
              </a:defRPr>
            </a:lvl2pPr>
            <a:lvl3pPr marL="1133947" indent="0">
              <a:buNone/>
              <a:defRPr sz="2232">
                <a:solidFill>
                  <a:schemeClr val="tx1">
                    <a:tint val="82000"/>
                  </a:schemeClr>
                </a:solidFill>
              </a:defRPr>
            </a:lvl3pPr>
            <a:lvl4pPr marL="1700921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4pPr>
            <a:lvl5pPr marL="2267895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5pPr>
            <a:lvl6pPr marL="2834869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6pPr>
            <a:lvl7pPr marL="3401842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7pPr>
            <a:lvl8pPr marL="3968816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8pPr>
            <a:lvl9pPr marL="453579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7E14B-824D-637C-C4C5-C4E47FDC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01-12-2025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AC391-46C8-827C-C711-D29A31B7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02A1C-8D24-E9A1-1A11-D07ADB56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1922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191A-5269-960F-D974-84B454B3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CA67-84EA-24F9-54FD-F5A67F9C5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818F2-936B-ABB0-6F2D-694B79C9E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D7B70-B682-6F15-DF2F-9065BEE4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01-12-2025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8054C-B612-456F-F029-9864A816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77B97-784D-F64B-69D7-8AF0B093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021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391D-2004-F068-D7B9-FDCB8043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138482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0A095-86B6-94A8-03BD-2E324AFE3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425" y="5241960"/>
            <a:ext cx="63961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E02DB-AC04-42EF-2041-28D00DF2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1425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DD8F4C-70BA-2B71-81EC-4A95D1984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54171" y="5241960"/>
            <a:ext cx="64276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C7AF3-7E91-5F86-CA51-107B50E34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54171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645139-F894-BA71-19EE-6C143E486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01-12-2025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11626-1F98-D551-59B5-9F45417C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535B8-17A8-9A32-E9DD-7F806E5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60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8B7A-3F85-CB52-3E94-37D78812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ECDB1-DB2C-5EA3-7362-D6FA2C70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01-12-2025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62BD0-FBFF-65EF-8354-6160366B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A7095-B182-0170-4CC0-5A5AB887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344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A63AE-AF92-D856-C034-D424D2AC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01-12-2025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C37AC-8C7F-2AC1-4FC8-FCD3E012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94486-45A7-6B03-4446-12E6E0EC1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83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FA48-5CD3-979A-5814-6AF966FB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4410-39D5-7518-64B1-C2D7A41B7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>
              <a:defRPr sz="3968"/>
            </a:lvl1pPr>
            <a:lvl2pPr>
              <a:defRPr sz="3472"/>
            </a:lvl2pPr>
            <a:lvl3pPr>
              <a:defRPr sz="2976"/>
            </a:lvl3pPr>
            <a:lvl4pPr>
              <a:defRPr sz="2480"/>
            </a:lvl4pPr>
            <a:lvl5pPr>
              <a:defRPr sz="2480"/>
            </a:lvl5pPr>
            <a:lvl6pPr>
              <a:defRPr sz="2480"/>
            </a:lvl6pPr>
            <a:lvl7pPr>
              <a:defRPr sz="2480"/>
            </a:lvl7pPr>
            <a:lvl8pPr>
              <a:defRPr sz="2480"/>
            </a:lvl8pPr>
            <a:lvl9pPr>
              <a:defRPr sz="2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A9E51-44F0-98A0-6B4D-1F367ECF5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6CA1E-14CE-6BC5-9D25-F5F6A859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01-12-2025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7FC91-DFBD-45C4-14FF-07B988A2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C3DFE-8D83-47FA-2136-0CEA3015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860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1CF3-8673-8C4F-1F69-0389341F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FD933-952C-7606-96FF-6C9515A77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 marL="0" indent="0">
              <a:buNone/>
              <a:defRPr sz="3968"/>
            </a:lvl1pPr>
            <a:lvl2pPr marL="566974" indent="0">
              <a:buNone/>
              <a:defRPr sz="3472"/>
            </a:lvl2pPr>
            <a:lvl3pPr marL="1133947" indent="0">
              <a:buNone/>
              <a:defRPr sz="2976"/>
            </a:lvl3pPr>
            <a:lvl4pPr marL="1700921" indent="0">
              <a:buNone/>
              <a:defRPr sz="2480"/>
            </a:lvl4pPr>
            <a:lvl5pPr marL="2267895" indent="0">
              <a:buNone/>
              <a:defRPr sz="2480"/>
            </a:lvl5pPr>
            <a:lvl6pPr marL="2834869" indent="0">
              <a:buNone/>
              <a:defRPr sz="2480"/>
            </a:lvl6pPr>
            <a:lvl7pPr marL="3401842" indent="0">
              <a:buNone/>
              <a:defRPr sz="2480"/>
            </a:lvl7pPr>
            <a:lvl8pPr marL="3968816" indent="0">
              <a:buNone/>
              <a:defRPr sz="2480"/>
            </a:lvl8pPr>
            <a:lvl9pPr marL="4535790" indent="0">
              <a:buNone/>
              <a:defRPr sz="248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A66E7-0264-8602-EE8D-E3B2A9AC1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C267F-8F9A-8E67-8225-D57564CE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01-12-2025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2082C-B192-56E8-AEEA-821AAA79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FE3D1-C94F-4C7C-810E-D4FAFE78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590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3350-FA3E-A4C0-DFD7-178DE13E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914F8-E9CC-B83C-E68B-EBBF68306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AAF06-52A4-5693-B590-380CBEA2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01-12-2025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0F5A3-8076-198B-374F-03CDE75C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6D9A4-90F8-F608-3304-DF133D5E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565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6BFE8-872C-331E-EDB0-33A36651B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819785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77F61-70EE-12E1-1014-4D8961AC0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9455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36D1A-E600-8D55-7178-2C4AFAFB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01-12-2025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CC532-D8F8-0BD0-5204-D08CF5A0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6A5FB-6991-4F42-A019-20573482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21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5C2D3-6F58-44B1-AC1D-AABCEDC1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56" y="1138482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54317-A79D-31FD-D6DA-4811053F0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246D9-D1DC-B71C-AC58-F4F290B18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F6849-F4B2-44D2-B8FB-E45FA684ADCF}" type="datetimeFigureOut">
              <a:rPr lang="da-DK" smtClean="0"/>
              <a:t>01-12-2025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034F-FF7A-ABEF-BB05-BB40F7A90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8D302-46A5-8BD5-C188-F02AA7AB4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843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133947" rtl="0" eaLnBrk="1" latinLnBrk="0" hangingPunct="1">
        <a:lnSpc>
          <a:spcPct val="90000"/>
        </a:lnSpc>
        <a:spcBef>
          <a:spcPct val="0"/>
        </a:spcBef>
        <a:buNone/>
        <a:defRPr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87" indent="-283487" algn="l" defTabSz="1133947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3472" kern="1200">
          <a:solidFill>
            <a:schemeClr val="tx1"/>
          </a:solidFill>
          <a:latin typeface="+mn-lt"/>
          <a:ea typeface="+mn-ea"/>
          <a:cs typeface="+mn-cs"/>
        </a:defRPr>
      </a:lvl1pPr>
      <a:lvl2pPr marL="850461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417434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984408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551382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355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5" Type="http://schemas.openxmlformats.org/officeDocument/2006/relationships/image" Target="../media/image13.jpg"/><Relationship Id="rId10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7.jpg"/><Relationship Id="rId1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background with white circles and lines&#10;&#10;AI-generated content may be incorrect.">
            <a:extLst>
              <a:ext uri="{FF2B5EF4-FFF2-40B4-BE49-F238E27FC236}">
                <a16:creationId xmlns:a16="http://schemas.microsoft.com/office/drawing/2014/main" id="{8CC6EA83-FDAA-A138-F657-30EB55F9F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2" r="10222"/>
          <a:stretch/>
        </p:blipFill>
        <p:spPr>
          <a:xfrm rot="16200000">
            <a:off x="-3132135" y="3132135"/>
            <a:ext cx="21383627" cy="15119351"/>
          </a:xfrm>
          <a:prstGeom prst="rect">
            <a:avLst/>
          </a:prstGeom>
        </p:spPr>
      </p:pic>
      <p:pic>
        <p:nvPicPr>
          <p:cNvPr id="9" name="Picture 2" descr="IMADA Fagråd - Studenterforening for IMADA på SDU">
            <a:extLst>
              <a:ext uri="{FF2B5EF4-FFF2-40B4-BE49-F238E27FC236}">
                <a16:creationId xmlns:a16="http://schemas.microsoft.com/office/drawing/2014/main" id="{C82EF704-4B41-B917-1D3F-57D9D157F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6890" y="18655000"/>
            <a:ext cx="2540765" cy="257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omas Gotfredsen - Home">
            <a:extLst>
              <a:ext uri="{FF2B5EF4-FFF2-40B4-BE49-F238E27FC236}">
                <a16:creationId xmlns:a16="http://schemas.microsoft.com/office/drawing/2014/main" id="{7546E222-C2B5-C604-E514-4080675AE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04" y="19933249"/>
            <a:ext cx="2926201" cy="1169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ktangel: afrundede hjørner 9">
            <a:extLst>
              <a:ext uri="{FF2B5EF4-FFF2-40B4-BE49-F238E27FC236}">
                <a16:creationId xmlns:a16="http://schemas.microsoft.com/office/drawing/2014/main" id="{A963329F-9383-B615-0438-B0247C337A14}"/>
              </a:ext>
            </a:extLst>
          </p:cNvPr>
          <p:cNvSpPr/>
          <p:nvPr/>
        </p:nvSpPr>
        <p:spPr>
          <a:xfrm>
            <a:off x="1679801" y="3390402"/>
            <a:ext cx="2963558" cy="2963558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187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4" name="Tekstfelt 62">
            <a:extLst>
              <a:ext uri="{FF2B5EF4-FFF2-40B4-BE49-F238E27FC236}">
                <a16:creationId xmlns:a16="http://schemas.microsoft.com/office/drawing/2014/main" id="{05F9E9AE-6ADD-E868-2960-AF6E86A8D4EB}"/>
              </a:ext>
            </a:extLst>
          </p:cNvPr>
          <p:cNvSpPr txBox="1"/>
          <p:nvPr/>
        </p:nvSpPr>
        <p:spPr>
          <a:xfrm>
            <a:off x="1523212" y="6350305"/>
            <a:ext cx="3371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bg1"/>
                </a:solidFill>
              </a:rPr>
              <a:t>FORMAND</a:t>
            </a:r>
            <a:endParaRPr lang="da-DK" sz="2800" b="1" dirty="0">
              <a:solidFill>
                <a:schemeClr val="bg1"/>
              </a:solidFill>
            </a:endParaRPr>
          </a:p>
        </p:txBody>
      </p:sp>
      <p:sp>
        <p:nvSpPr>
          <p:cNvPr id="25" name="Rektangel: afrundede hjørner 9">
            <a:extLst>
              <a:ext uri="{FF2B5EF4-FFF2-40B4-BE49-F238E27FC236}">
                <a16:creationId xmlns:a16="http://schemas.microsoft.com/office/drawing/2014/main" id="{C39D470F-6118-1697-E28D-6F8D567176B5}"/>
              </a:ext>
            </a:extLst>
          </p:cNvPr>
          <p:cNvSpPr/>
          <p:nvPr/>
        </p:nvSpPr>
        <p:spPr>
          <a:xfrm>
            <a:off x="10446625" y="3385658"/>
            <a:ext cx="2963558" cy="2963558"/>
          </a:xfrm>
          <a:prstGeom prst="round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187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6" name="Tekstfelt 62">
            <a:extLst>
              <a:ext uri="{FF2B5EF4-FFF2-40B4-BE49-F238E27FC236}">
                <a16:creationId xmlns:a16="http://schemas.microsoft.com/office/drawing/2014/main" id="{A753E318-D647-FAF9-3000-9F2A0BC3F80E}"/>
              </a:ext>
            </a:extLst>
          </p:cNvPr>
          <p:cNvSpPr txBox="1"/>
          <p:nvPr/>
        </p:nvSpPr>
        <p:spPr>
          <a:xfrm>
            <a:off x="10278564" y="6350274"/>
            <a:ext cx="3371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bg1"/>
                </a:solidFill>
              </a:rPr>
              <a:t>KASSERER</a:t>
            </a:r>
            <a:endParaRPr lang="da-DK" sz="2800" b="1" dirty="0">
              <a:solidFill>
                <a:schemeClr val="bg1"/>
              </a:solidFill>
            </a:endParaRPr>
          </a:p>
        </p:txBody>
      </p:sp>
      <p:sp>
        <p:nvSpPr>
          <p:cNvPr id="27" name="Rektangel: afrundede hjørner 9">
            <a:extLst>
              <a:ext uri="{FF2B5EF4-FFF2-40B4-BE49-F238E27FC236}">
                <a16:creationId xmlns:a16="http://schemas.microsoft.com/office/drawing/2014/main" id="{BE85BC34-F50E-FBDF-DB99-8E27A0A21547}"/>
              </a:ext>
            </a:extLst>
          </p:cNvPr>
          <p:cNvSpPr/>
          <p:nvPr/>
        </p:nvSpPr>
        <p:spPr>
          <a:xfrm>
            <a:off x="6077895" y="3390402"/>
            <a:ext cx="2963558" cy="2963558"/>
          </a:xfrm>
          <a:prstGeom prst="round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187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Tekstfelt 62">
            <a:extLst>
              <a:ext uri="{FF2B5EF4-FFF2-40B4-BE49-F238E27FC236}">
                <a16:creationId xmlns:a16="http://schemas.microsoft.com/office/drawing/2014/main" id="{DB7A2B35-C589-5E38-EFCD-9444B5AF97CB}"/>
              </a:ext>
            </a:extLst>
          </p:cNvPr>
          <p:cNvSpPr txBox="1"/>
          <p:nvPr/>
        </p:nvSpPr>
        <p:spPr>
          <a:xfrm>
            <a:off x="5899174" y="6343534"/>
            <a:ext cx="3371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bg1"/>
                </a:solidFill>
              </a:rPr>
              <a:t>NÆSTFORMAND</a:t>
            </a:r>
            <a:endParaRPr lang="da-DK" sz="2800" b="1" dirty="0">
              <a:solidFill>
                <a:schemeClr val="bg1"/>
              </a:solidFill>
            </a:endParaRPr>
          </a:p>
        </p:txBody>
      </p:sp>
      <p:sp>
        <p:nvSpPr>
          <p:cNvPr id="30" name="Rektangel: afrundede hjørner 9">
            <a:extLst>
              <a:ext uri="{FF2B5EF4-FFF2-40B4-BE49-F238E27FC236}">
                <a16:creationId xmlns:a16="http://schemas.microsoft.com/office/drawing/2014/main" id="{ACE4D493-0BD2-4DB4-B5D3-114A12A04913}"/>
              </a:ext>
            </a:extLst>
          </p:cNvPr>
          <p:cNvSpPr/>
          <p:nvPr/>
        </p:nvSpPr>
        <p:spPr>
          <a:xfrm>
            <a:off x="663561" y="8700915"/>
            <a:ext cx="2963558" cy="2963558"/>
          </a:xfrm>
          <a:prstGeom prst="roundRect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187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1" name="Tekstfelt 62">
            <a:extLst>
              <a:ext uri="{FF2B5EF4-FFF2-40B4-BE49-F238E27FC236}">
                <a16:creationId xmlns:a16="http://schemas.microsoft.com/office/drawing/2014/main" id="{CC2100F9-AAFD-68BA-CDE0-FC8033590CBD}"/>
              </a:ext>
            </a:extLst>
          </p:cNvPr>
          <p:cNvSpPr txBox="1"/>
          <p:nvPr/>
        </p:nvSpPr>
        <p:spPr>
          <a:xfrm>
            <a:off x="512692" y="11708735"/>
            <a:ext cx="3371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bg1"/>
                </a:solidFill>
              </a:rPr>
              <a:t>Kunstig Intelligens</a:t>
            </a:r>
            <a:endParaRPr lang="da-DK" sz="2800" b="1" dirty="0">
              <a:solidFill>
                <a:schemeClr val="bg1"/>
              </a:solidFill>
            </a:endParaRPr>
          </a:p>
          <a:p>
            <a:pPr algn="ctr"/>
            <a:endParaRPr lang="da-DK" sz="2400" b="1" dirty="0">
              <a:solidFill>
                <a:schemeClr val="bg1"/>
              </a:solidFill>
            </a:endParaRPr>
          </a:p>
        </p:txBody>
      </p:sp>
      <p:sp>
        <p:nvSpPr>
          <p:cNvPr id="2" name="Rektangel 27">
            <a:extLst>
              <a:ext uri="{FF2B5EF4-FFF2-40B4-BE49-F238E27FC236}">
                <a16:creationId xmlns:a16="http://schemas.microsoft.com/office/drawing/2014/main" id="{EE53B7F6-2EB9-D092-3BEA-644553E24D7F}"/>
              </a:ext>
            </a:extLst>
          </p:cNvPr>
          <p:cNvSpPr/>
          <p:nvPr/>
        </p:nvSpPr>
        <p:spPr>
          <a:xfrm>
            <a:off x="-874713" y="18601025"/>
            <a:ext cx="16868774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da-DK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Kontakt os på</a:t>
            </a:r>
            <a:br>
              <a:rPr lang="da-DK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da-DK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kontakt@imadafagraad.dk</a:t>
            </a:r>
            <a:endParaRPr lang="da-DK" sz="7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kstfelt 62">
            <a:extLst>
              <a:ext uri="{FF2B5EF4-FFF2-40B4-BE49-F238E27FC236}">
                <a16:creationId xmlns:a16="http://schemas.microsoft.com/office/drawing/2014/main" id="{52DFBDC4-50B1-CC02-0CBE-598BBE0B1C58}"/>
              </a:ext>
            </a:extLst>
          </p:cNvPr>
          <p:cNvSpPr txBox="1"/>
          <p:nvPr/>
        </p:nvSpPr>
        <p:spPr>
          <a:xfrm>
            <a:off x="1523212" y="2830287"/>
            <a:ext cx="3371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3600" b="1" dirty="0">
                <a:solidFill>
                  <a:schemeClr val="bg1"/>
                </a:solidFill>
              </a:rPr>
              <a:t>SIMON</a:t>
            </a:r>
            <a:endParaRPr lang="da-DK" sz="2800" b="1" dirty="0">
              <a:solidFill>
                <a:schemeClr val="bg1"/>
              </a:solidFill>
            </a:endParaRPr>
          </a:p>
        </p:txBody>
      </p:sp>
      <p:sp>
        <p:nvSpPr>
          <p:cNvPr id="10" name="Tekstfelt 62">
            <a:extLst>
              <a:ext uri="{FF2B5EF4-FFF2-40B4-BE49-F238E27FC236}">
                <a16:creationId xmlns:a16="http://schemas.microsoft.com/office/drawing/2014/main" id="{9A29FA5A-750D-3C05-038C-2D19348F894E}"/>
              </a:ext>
            </a:extLst>
          </p:cNvPr>
          <p:cNvSpPr txBox="1"/>
          <p:nvPr/>
        </p:nvSpPr>
        <p:spPr>
          <a:xfrm>
            <a:off x="10278564" y="2827973"/>
            <a:ext cx="3371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3600" b="1" dirty="0">
                <a:solidFill>
                  <a:schemeClr val="bg1"/>
                </a:solidFill>
              </a:rPr>
              <a:t>DANIEL</a:t>
            </a:r>
            <a:endParaRPr lang="da-DK" sz="2800" b="1" dirty="0">
              <a:solidFill>
                <a:schemeClr val="bg1"/>
              </a:solidFill>
            </a:endParaRPr>
          </a:p>
        </p:txBody>
      </p:sp>
      <p:sp>
        <p:nvSpPr>
          <p:cNvPr id="11" name="Tekstfelt 62">
            <a:extLst>
              <a:ext uri="{FF2B5EF4-FFF2-40B4-BE49-F238E27FC236}">
                <a16:creationId xmlns:a16="http://schemas.microsoft.com/office/drawing/2014/main" id="{E1D079F1-436D-7E01-9E3C-DE856E96E0FC}"/>
              </a:ext>
            </a:extLst>
          </p:cNvPr>
          <p:cNvSpPr txBox="1"/>
          <p:nvPr/>
        </p:nvSpPr>
        <p:spPr>
          <a:xfrm>
            <a:off x="5899174" y="2823106"/>
            <a:ext cx="3371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3600" b="1" dirty="0">
                <a:solidFill>
                  <a:schemeClr val="bg1"/>
                </a:solidFill>
              </a:rPr>
              <a:t>MICHAEL</a:t>
            </a:r>
            <a:endParaRPr lang="da-DK" sz="2800" b="1" dirty="0">
              <a:solidFill>
                <a:schemeClr val="bg1"/>
              </a:solidFill>
            </a:endParaRPr>
          </a:p>
        </p:txBody>
      </p:sp>
      <p:sp>
        <p:nvSpPr>
          <p:cNvPr id="12" name="Tekstfelt 62">
            <a:extLst>
              <a:ext uri="{FF2B5EF4-FFF2-40B4-BE49-F238E27FC236}">
                <a16:creationId xmlns:a16="http://schemas.microsoft.com/office/drawing/2014/main" id="{DCE833FB-5887-9A69-1B67-2A0CE022B0C5}"/>
              </a:ext>
            </a:extLst>
          </p:cNvPr>
          <p:cNvSpPr txBox="1"/>
          <p:nvPr/>
        </p:nvSpPr>
        <p:spPr>
          <a:xfrm>
            <a:off x="459415" y="8159727"/>
            <a:ext cx="3371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3600" b="1" dirty="0">
                <a:solidFill>
                  <a:schemeClr val="bg1"/>
                </a:solidFill>
              </a:rPr>
              <a:t>JOHANNES</a:t>
            </a:r>
            <a:endParaRPr lang="da-DK" sz="3200" b="1" dirty="0">
              <a:solidFill>
                <a:schemeClr val="bg1"/>
              </a:solidFill>
            </a:endParaRPr>
          </a:p>
        </p:txBody>
      </p:sp>
      <p:sp>
        <p:nvSpPr>
          <p:cNvPr id="18" name="Rektangel: afrundede hjørner 9">
            <a:extLst>
              <a:ext uri="{FF2B5EF4-FFF2-40B4-BE49-F238E27FC236}">
                <a16:creationId xmlns:a16="http://schemas.microsoft.com/office/drawing/2014/main" id="{FAED5705-75E4-6EE9-6EEA-AC18542CC9AC}"/>
              </a:ext>
            </a:extLst>
          </p:cNvPr>
          <p:cNvSpPr/>
          <p:nvPr/>
        </p:nvSpPr>
        <p:spPr>
          <a:xfrm>
            <a:off x="4265457" y="8704193"/>
            <a:ext cx="2963558" cy="2963558"/>
          </a:xfrm>
          <a:prstGeom prst="roundRect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187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Tekstfelt 62">
            <a:extLst>
              <a:ext uri="{FF2B5EF4-FFF2-40B4-BE49-F238E27FC236}">
                <a16:creationId xmlns:a16="http://schemas.microsoft.com/office/drawing/2014/main" id="{F4A942F7-D4A9-2767-DF45-F2AA511D3322}"/>
              </a:ext>
            </a:extLst>
          </p:cNvPr>
          <p:cNvSpPr txBox="1"/>
          <p:nvPr/>
        </p:nvSpPr>
        <p:spPr>
          <a:xfrm>
            <a:off x="4084295" y="11708735"/>
            <a:ext cx="3371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bg1"/>
                </a:solidFill>
              </a:rPr>
              <a:t>Datalogi</a:t>
            </a:r>
          </a:p>
        </p:txBody>
      </p:sp>
      <p:sp>
        <p:nvSpPr>
          <p:cNvPr id="20" name="Tekstfelt 62">
            <a:extLst>
              <a:ext uri="{FF2B5EF4-FFF2-40B4-BE49-F238E27FC236}">
                <a16:creationId xmlns:a16="http://schemas.microsoft.com/office/drawing/2014/main" id="{FCB7DB9A-3AA1-1B27-7B5F-F2F7F9AD8592}"/>
              </a:ext>
            </a:extLst>
          </p:cNvPr>
          <p:cNvSpPr txBox="1"/>
          <p:nvPr/>
        </p:nvSpPr>
        <p:spPr>
          <a:xfrm>
            <a:off x="4061311" y="8157675"/>
            <a:ext cx="3371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3600" b="1" dirty="0">
                <a:solidFill>
                  <a:schemeClr val="bg1"/>
                </a:solidFill>
              </a:rPr>
              <a:t>NIKOLAJ</a:t>
            </a:r>
            <a:endParaRPr lang="da-DK" sz="3200" b="1" dirty="0">
              <a:solidFill>
                <a:schemeClr val="bg1"/>
              </a:solidFill>
            </a:endParaRPr>
          </a:p>
        </p:txBody>
      </p:sp>
      <p:sp>
        <p:nvSpPr>
          <p:cNvPr id="21" name="Rektangel: afrundede hjørner 9">
            <a:extLst>
              <a:ext uri="{FF2B5EF4-FFF2-40B4-BE49-F238E27FC236}">
                <a16:creationId xmlns:a16="http://schemas.microsoft.com/office/drawing/2014/main" id="{3E78C842-0882-8365-07DD-52A9876C5E71}"/>
              </a:ext>
            </a:extLst>
          </p:cNvPr>
          <p:cNvSpPr/>
          <p:nvPr/>
        </p:nvSpPr>
        <p:spPr>
          <a:xfrm>
            <a:off x="7890337" y="8707957"/>
            <a:ext cx="2963558" cy="2963558"/>
          </a:xfrm>
          <a:prstGeom prst="roundRect">
            <a:avLst/>
          </a:prstGeom>
          <a:blipFill dpi="0"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187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9" name="Tekstfelt 62">
            <a:extLst>
              <a:ext uri="{FF2B5EF4-FFF2-40B4-BE49-F238E27FC236}">
                <a16:creationId xmlns:a16="http://schemas.microsoft.com/office/drawing/2014/main" id="{E959C7E3-A95C-58AC-512F-2EC23276B27C}"/>
              </a:ext>
            </a:extLst>
          </p:cNvPr>
          <p:cNvSpPr txBox="1"/>
          <p:nvPr/>
        </p:nvSpPr>
        <p:spPr>
          <a:xfrm>
            <a:off x="7709175" y="11711309"/>
            <a:ext cx="3371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bg1"/>
                </a:solidFill>
              </a:rPr>
              <a:t>Data Science</a:t>
            </a:r>
          </a:p>
        </p:txBody>
      </p:sp>
      <p:sp>
        <p:nvSpPr>
          <p:cNvPr id="35" name="Tekstfelt 62">
            <a:extLst>
              <a:ext uri="{FF2B5EF4-FFF2-40B4-BE49-F238E27FC236}">
                <a16:creationId xmlns:a16="http://schemas.microsoft.com/office/drawing/2014/main" id="{4EA0ABB4-533D-DE5E-F900-BBE41E353356}"/>
              </a:ext>
            </a:extLst>
          </p:cNvPr>
          <p:cNvSpPr txBox="1"/>
          <p:nvPr/>
        </p:nvSpPr>
        <p:spPr>
          <a:xfrm>
            <a:off x="7686191" y="8175961"/>
            <a:ext cx="3371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3600" b="1" dirty="0">
                <a:solidFill>
                  <a:schemeClr val="bg1"/>
                </a:solidFill>
              </a:rPr>
              <a:t>VICTOR</a:t>
            </a:r>
            <a:endParaRPr lang="da-DK" sz="3200" b="1" dirty="0">
              <a:solidFill>
                <a:schemeClr val="bg1"/>
              </a:solidFill>
            </a:endParaRPr>
          </a:p>
        </p:txBody>
      </p:sp>
      <p:sp>
        <p:nvSpPr>
          <p:cNvPr id="41" name="Rektangel: afrundede hjørner 9">
            <a:extLst>
              <a:ext uri="{FF2B5EF4-FFF2-40B4-BE49-F238E27FC236}">
                <a16:creationId xmlns:a16="http://schemas.microsoft.com/office/drawing/2014/main" id="{99F7F036-1F50-E43E-B404-CDC359F90FF9}"/>
              </a:ext>
            </a:extLst>
          </p:cNvPr>
          <p:cNvSpPr/>
          <p:nvPr/>
        </p:nvSpPr>
        <p:spPr>
          <a:xfrm>
            <a:off x="1711906" y="13934449"/>
            <a:ext cx="2963558" cy="2963558"/>
          </a:xfrm>
          <a:prstGeom prst="roundRect">
            <a:avLst/>
          </a:pr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187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2" name="Tekstfelt 62">
            <a:extLst>
              <a:ext uri="{FF2B5EF4-FFF2-40B4-BE49-F238E27FC236}">
                <a16:creationId xmlns:a16="http://schemas.microsoft.com/office/drawing/2014/main" id="{B501A7D7-30C7-5A84-56BD-3F2AA879D2FD}"/>
              </a:ext>
            </a:extLst>
          </p:cNvPr>
          <p:cNvSpPr txBox="1"/>
          <p:nvPr/>
        </p:nvSpPr>
        <p:spPr>
          <a:xfrm>
            <a:off x="1529140" y="16984412"/>
            <a:ext cx="3371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bg1"/>
                </a:solidFill>
              </a:rPr>
              <a:t>Kunstig Intelligens</a:t>
            </a:r>
            <a:endParaRPr lang="da-DK" sz="2800" b="1" dirty="0">
              <a:solidFill>
                <a:schemeClr val="bg1"/>
              </a:solidFill>
            </a:endParaRPr>
          </a:p>
          <a:p>
            <a:pPr algn="ctr"/>
            <a:endParaRPr lang="da-DK" sz="2400" b="1" dirty="0">
              <a:solidFill>
                <a:schemeClr val="bg1"/>
              </a:solidFill>
            </a:endParaRPr>
          </a:p>
        </p:txBody>
      </p:sp>
      <p:sp>
        <p:nvSpPr>
          <p:cNvPr id="45" name="Tekstfelt 62">
            <a:extLst>
              <a:ext uri="{FF2B5EF4-FFF2-40B4-BE49-F238E27FC236}">
                <a16:creationId xmlns:a16="http://schemas.microsoft.com/office/drawing/2014/main" id="{9E6F78C1-B543-CF6D-4E9B-7C72FE01D63F}"/>
              </a:ext>
            </a:extLst>
          </p:cNvPr>
          <p:cNvSpPr txBox="1"/>
          <p:nvPr/>
        </p:nvSpPr>
        <p:spPr>
          <a:xfrm>
            <a:off x="1557478" y="13393355"/>
            <a:ext cx="3371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3600" b="1" dirty="0">
                <a:solidFill>
                  <a:schemeClr val="bg1"/>
                </a:solidFill>
              </a:rPr>
              <a:t>ANNE</a:t>
            </a:r>
            <a:endParaRPr lang="da-DK" sz="4000" b="1" dirty="0">
              <a:solidFill>
                <a:schemeClr val="bg1"/>
              </a:solidFill>
            </a:endParaRPr>
          </a:p>
        </p:txBody>
      </p:sp>
      <p:sp>
        <p:nvSpPr>
          <p:cNvPr id="46" name="Rektangel: afrundede hjørner 9">
            <a:extLst>
              <a:ext uri="{FF2B5EF4-FFF2-40B4-BE49-F238E27FC236}">
                <a16:creationId xmlns:a16="http://schemas.microsoft.com/office/drawing/2014/main" id="{FFE43872-FB7C-0CD3-AFAE-E6B16C2336A3}"/>
              </a:ext>
            </a:extLst>
          </p:cNvPr>
          <p:cNvSpPr/>
          <p:nvPr/>
        </p:nvSpPr>
        <p:spPr>
          <a:xfrm>
            <a:off x="6053602" y="13934449"/>
            <a:ext cx="2963558" cy="2963558"/>
          </a:xfrm>
          <a:prstGeom prst="roundRect">
            <a:avLst/>
          </a:prstGeom>
          <a:blipFill dpi="0"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187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7" name="Tekstfelt 62">
            <a:extLst>
              <a:ext uri="{FF2B5EF4-FFF2-40B4-BE49-F238E27FC236}">
                <a16:creationId xmlns:a16="http://schemas.microsoft.com/office/drawing/2014/main" id="{9BBBC343-E85B-36A8-AB26-080FB036D606}"/>
              </a:ext>
            </a:extLst>
          </p:cNvPr>
          <p:cNvSpPr txBox="1"/>
          <p:nvPr/>
        </p:nvSpPr>
        <p:spPr>
          <a:xfrm>
            <a:off x="5958491" y="16968058"/>
            <a:ext cx="3371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bg1"/>
                </a:solidFill>
              </a:rPr>
              <a:t>Kunstig Intelligens</a:t>
            </a:r>
            <a:endParaRPr lang="da-DK" sz="2800" b="1" dirty="0">
              <a:solidFill>
                <a:schemeClr val="bg1"/>
              </a:solidFill>
            </a:endParaRPr>
          </a:p>
          <a:p>
            <a:pPr algn="ctr"/>
            <a:endParaRPr lang="da-DK" sz="2400" b="1" dirty="0">
              <a:solidFill>
                <a:schemeClr val="bg1"/>
              </a:solidFill>
            </a:endParaRPr>
          </a:p>
        </p:txBody>
      </p:sp>
      <p:sp>
        <p:nvSpPr>
          <p:cNvPr id="48" name="Tekstfelt 62">
            <a:extLst>
              <a:ext uri="{FF2B5EF4-FFF2-40B4-BE49-F238E27FC236}">
                <a16:creationId xmlns:a16="http://schemas.microsoft.com/office/drawing/2014/main" id="{7EB57460-24D4-18A8-99A2-09B67CF227C4}"/>
              </a:ext>
            </a:extLst>
          </p:cNvPr>
          <p:cNvSpPr txBox="1"/>
          <p:nvPr/>
        </p:nvSpPr>
        <p:spPr>
          <a:xfrm>
            <a:off x="5899174" y="13393355"/>
            <a:ext cx="3371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3600" b="1" dirty="0">
                <a:solidFill>
                  <a:schemeClr val="bg1"/>
                </a:solidFill>
              </a:rPr>
              <a:t>RUDI</a:t>
            </a:r>
            <a:endParaRPr lang="da-DK" sz="3200" b="1" dirty="0">
              <a:solidFill>
                <a:schemeClr val="bg1"/>
              </a:solidFill>
            </a:endParaRPr>
          </a:p>
        </p:txBody>
      </p:sp>
      <p:sp>
        <p:nvSpPr>
          <p:cNvPr id="49" name="Rektangel: afrundede hjørner 9">
            <a:extLst>
              <a:ext uri="{FF2B5EF4-FFF2-40B4-BE49-F238E27FC236}">
                <a16:creationId xmlns:a16="http://schemas.microsoft.com/office/drawing/2014/main" id="{8003F8FE-6389-D2F3-FDB2-B80E63C0A35C}"/>
              </a:ext>
            </a:extLst>
          </p:cNvPr>
          <p:cNvSpPr/>
          <p:nvPr/>
        </p:nvSpPr>
        <p:spPr>
          <a:xfrm>
            <a:off x="10066088" y="13934449"/>
            <a:ext cx="2963558" cy="2963558"/>
          </a:xfrm>
          <a:prstGeom prst="roundRect">
            <a:avLst/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187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0" name="Tekstfelt 62">
            <a:extLst>
              <a:ext uri="{FF2B5EF4-FFF2-40B4-BE49-F238E27FC236}">
                <a16:creationId xmlns:a16="http://schemas.microsoft.com/office/drawing/2014/main" id="{A814C80B-FD8F-396B-FD50-263C733A192E}"/>
              </a:ext>
            </a:extLst>
          </p:cNvPr>
          <p:cNvSpPr txBox="1"/>
          <p:nvPr/>
        </p:nvSpPr>
        <p:spPr>
          <a:xfrm>
            <a:off x="9861942" y="16990131"/>
            <a:ext cx="3371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bg1"/>
                </a:solidFill>
              </a:rPr>
              <a:t>Kunstig Intelligens</a:t>
            </a:r>
            <a:endParaRPr lang="da-DK" sz="2800" b="1" dirty="0">
              <a:solidFill>
                <a:schemeClr val="bg1"/>
              </a:solidFill>
            </a:endParaRPr>
          </a:p>
        </p:txBody>
      </p:sp>
      <p:sp>
        <p:nvSpPr>
          <p:cNvPr id="53" name="Tekstfelt 62">
            <a:extLst>
              <a:ext uri="{FF2B5EF4-FFF2-40B4-BE49-F238E27FC236}">
                <a16:creationId xmlns:a16="http://schemas.microsoft.com/office/drawing/2014/main" id="{FBD08A0D-7DCC-4913-A831-7657EC0DBFEB}"/>
              </a:ext>
            </a:extLst>
          </p:cNvPr>
          <p:cNvSpPr txBox="1"/>
          <p:nvPr/>
        </p:nvSpPr>
        <p:spPr>
          <a:xfrm>
            <a:off x="9861549" y="13393355"/>
            <a:ext cx="3371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3600" b="1" dirty="0">
                <a:solidFill>
                  <a:schemeClr val="bg1"/>
                </a:solidFill>
              </a:rPr>
              <a:t>SHUAGIB</a:t>
            </a:r>
            <a:endParaRPr lang="da-DK" sz="4000" b="1" dirty="0">
              <a:solidFill>
                <a:schemeClr val="bg1"/>
              </a:solidFill>
            </a:endParaRPr>
          </a:p>
        </p:txBody>
      </p:sp>
      <p:sp>
        <p:nvSpPr>
          <p:cNvPr id="54" name="Rektangel: afrundede hjørner 9">
            <a:extLst>
              <a:ext uri="{FF2B5EF4-FFF2-40B4-BE49-F238E27FC236}">
                <a16:creationId xmlns:a16="http://schemas.microsoft.com/office/drawing/2014/main" id="{FCF2A5A6-56CC-53E6-5632-E57C5C3B823A}"/>
              </a:ext>
            </a:extLst>
          </p:cNvPr>
          <p:cNvSpPr/>
          <p:nvPr/>
        </p:nvSpPr>
        <p:spPr>
          <a:xfrm>
            <a:off x="11489996" y="8696851"/>
            <a:ext cx="2963558" cy="2963558"/>
          </a:xfrm>
          <a:prstGeom prst="roundRect">
            <a:avLst/>
          </a:prstGeom>
          <a:blipFill dpi="0"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187F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5" name="Tekstfelt 62">
            <a:extLst>
              <a:ext uri="{FF2B5EF4-FFF2-40B4-BE49-F238E27FC236}">
                <a16:creationId xmlns:a16="http://schemas.microsoft.com/office/drawing/2014/main" id="{DC149FB8-CFFC-A4C0-49BA-D25673E9EB52}"/>
              </a:ext>
            </a:extLst>
          </p:cNvPr>
          <p:cNvSpPr txBox="1"/>
          <p:nvPr/>
        </p:nvSpPr>
        <p:spPr>
          <a:xfrm>
            <a:off x="11257794" y="11708735"/>
            <a:ext cx="3371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bg1"/>
                </a:solidFill>
              </a:rPr>
              <a:t>Kunstig Intelligens</a:t>
            </a:r>
            <a:endParaRPr lang="da-DK" sz="2800" b="1" dirty="0">
              <a:solidFill>
                <a:schemeClr val="bg1"/>
              </a:solidFill>
            </a:endParaRPr>
          </a:p>
          <a:p>
            <a:pPr algn="ctr"/>
            <a:endParaRPr lang="da-DK" sz="2400" b="1" dirty="0">
              <a:solidFill>
                <a:schemeClr val="bg1"/>
              </a:solidFill>
            </a:endParaRPr>
          </a:p>
        </p:txBody>
      </p:sp>
      <p:sp>
        <p:nvSpPr>
          <p:cNvPr id="56" name="Tekstfelt 62">
            <a:extLst>
              <a:ext uri="{FF2B5EF4-FFF2-40B4-BE49-F238E27FC236}">
                <a16:creationId xmlns:a16="http://schemas.microsoft.com/office/drawing/2014/main" id="{22566C84-F562-FC4E-79E6-D6B579114F34}"/>
              </a:ext>
            </a:extLst>
          </p:cNvPr>
          <p:cNvSpPr txBox="1"/>
          <p:nvPr/>
        </p:nvSpPr>
        <p:spPr>
          <a:xfrm>
            <a:off x="11285850" y="8157674"/>
            <a:ext cx="3371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3600" b="1" dirty="0">
                <a:solidFill>
                  <a:schemeClr val="bg1"/>
                </a:solidFill>
              </a:rPr>
              <a:t>ANDREAS</a:t>
            </a:r>
            <a:endParaRPr lang="da-DK" sz="3200" b="1" dirty="0">
              <a:solidFill>
                <a:schemeClr val="bg1"/>
              </a:solidFill>
            </a:endParaRPr>
          </a:p>
        </p:txBody>
      </p:sp>
      <p:sp>
        <p:nvSpPr>
          <p:cNvPr id="3" name="Tekstfelt 62">
            <a:extLst>
              <a:ext uri="{FF2B5EF4-FFF2-40B4-BE49-F238E27FC236}">
                <a16:creationId xmlns:a16="http://schemas.microsoft.com/office/drawing/2014/main" id="{658BAC4E-5B11-0AC0-F7CA-D43B63EBECFE}"/>
              </a:ext>
            </a:extLst>
          </p:cNvPr>
          <p:cNvSpPr txBox="1"/>
          <p:nvPr/>
        </p:nvSpPr>
        <p:spPr>
          <a:xfrm>
            <a:off x="1523212" y="6752485"/>
            <a:ext cx="3371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bg1"/>
                </a:solidFill>
              </a:rPr>
              <a:t>Kunstig Intelligens</a:t>
            </a:r>
            <a:endParaRPr lang="da-DK" sz="2800" b="1" dirty="0">
              <a:solidFill>
                <a:schemeClr val="bg1"/>
              </a:solidFill>
            </a:endParaRPr>
          </a:p>
        </p:txBody>
      </p:sp>
      <p:sp>
        <p:nvSpPr>
          <p:cNvPr id="4" name="Tekstfelt 62">
            <a:extLst>
              <a:ext uri="{FF2B5EF4-FFF2-40B4-BE49-F238E27FC236}">
                <a16:creationId xmlns:a16="http://schemas.microsoft.com/office/drawing/2014/main" id="{C1317DC8-5A88-B20E-87C6-FCC2053616AD}"/>
              </a:ext>
            </a:extLst>
          </p:cNvPr>
          <p:cNvSpPr txBox="1"/>
          <p:nvPr/>
        </p:nvSpPr>
        <p:spPr>
          <a:xfrm>
            <a:off x="10278564" y="6752454"/>
            <a:ext cx="3371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bg1"/>
                </a:solidFill>
              </a:rPr>
              <a:t>Kunstig Intelligens</a:t>
            </a:r>
            <a:endParaRPr lang="da-DK" sz="2800" b="1" dirty="0">
              <a:solidFill>
                <a:schemeClr val="bg1"/>
              </a:solidFill>
            </a:endParaRPr>
          </a:p>
        </p:txBody>
      </p:sp>
      <p:sp>
        <p:nvSpPr>
          <p:cNvPr id="6" name="Tekstfelt 62">
            <a:extLst>
              <a:ext uri="{FF2B5EF4-FFF2-40B4-BE49-F238E27FC236}">
                <a16:creationId xmlns:a16="http://schemas.microsoft.com/office/drawing/2014/main" id="{EE8CA30E-F573-5AC0-6CFE-42A015C175CE}"/>
              </a:ext>
            </a:extLst>
          </p:cNvPr>
          <p:cNvSpPr txBox="1"/>
          <p:nvPr/>
        </p:nvSpPr>
        <p:spPr>
          <a:xfrm>
            <a:off x="5899174" y="6745714"/>
            <a:ext cx="3371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bg1"/>
                </a:solidFill>
              </a:rPr>
              <a:t>Anvendt Matematik</a:t>
            </a:r>
            <a:endParaRPr lang="da-DK" sz="2800" b="1" dirty="0">
              <a:solidFill>
                <a:schemeClr val="bg1"/>
              </a:solidFill>
            </a:endParaRPr>
          </a:p>
        </p:txBody>
      </p:sp>
      <p:sp>
        <p:nvSpPr>
          <p:cNvPr id="7" name="Tekstfelt 62">
            <a:extLst>
              <a:ext uri="{FF2B5EF4-FFF2-40B4-BE49-F238E27FC236}">
                <a16:creationId xmlns:a16="http://schemas.microsoft.com/office/drawing/2014/main" id="{37B58E35-4639-9E8C-F4E6-FDCDD3FA4BE0}"/>
              </a:ext>
            </a:extLst>
          </p:cNvPr>
          <p:cNvSpPr txBox="1"/>
          <p:nvPr/>
        </p:nvSpPr>
        <p:spPr>
          <a:xfrm>
            <a:off x="237023" y="753422"/>
            <a:ext cx="148147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8000" b="1" dirty="0">
                <a:solidFill>
                  <a:schemeClr val="bg1"/>
                </a:solidFill>
              </a:rPr>
              <a:t>IMADA Fagråds bestyrelse</a:t>
            </a:r>
            <a:endParaRPr lang="da-DK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49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</TotalTime>
  <Words>45</Words>
  <Application>Microsoft Office PowerPoint</Application>
  <PresentationFormat>Brugerdefineret</PresentationFormat>
  <Paragraphs>26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2" baseType="lpstr">
      <vt:lpstr>Office Theme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4</cp:revision>
  <dcterms:created xsi:type="dcterms:W3CDTF">2025-01-24T19:08:08Z</dcterms:created>
  <dcterms:modified xsi:type="dcterms:W3CDTF">2025-12-01T14:17:38Z</dcterms:modified>
</cp:coreProperties>
</file>