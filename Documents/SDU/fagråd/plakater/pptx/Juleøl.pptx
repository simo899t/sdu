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Minecraft" pitchFamily="2" charset="0"/>
      <p:regular r:id="rId4"/>
      <p:bold r:id="rId5"/>
    </p:embeddedFont>
    <p:embeddedFont>
      <p:font typeface="Play" pitchFamily="2" charset="0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j2TkHB6Nl9Csvf9fxuhU66TNqK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37"/>
    <p:restoredTop sz="94713"/>
  </p:normalViewPr>
  <p:slideViewPr>
    <p:cSldViewPr snapToGrid="0">
      <p:cViewPr varScale="1">
        <p:scale>
          <a:sx n="52" d="100"/>
          <a:sy n="52" d="100"/>
        </p:scale>
        <p:origin x="193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41"/>
              <a:buFont typeface="Play"/>
              <a:buNone/>
              <a:defRPr sz="744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/>
            </a:lvl1pPr>
            <a:lvl2pPr lvl="1" algn="ctr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  <a:defRPr sz="2480"/>
            </a:lvl2pPr>
            <a:lvl3pPr lvl="2" algn="ctr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None/>
              <a:defRPr sz="2232"/>
            </a:lvl3pPr>
            <a:lvl4pPr lvl="3" algn="ctr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4pPr>
            <a:lvl5pPr lvl="4" algn="ctr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5pPr>
            <a:lvl6pPr lvl="5" algn="ctr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6pPr>
            <a:lvl7pPr lvl="6" algn="ctr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7pPr>
            <a:lvl8pPr lvl="7" algn="ctr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8pPr>
            <a:lvl9pPr lvl="8" algn="ctr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41"/>
              <a:buFont typeface="Play"/>
              <a:buNone/>
              <a:defRPr sz="744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rgbClr val="757575"/>
              </a:buClr>
              <a:buSzPts val="2976"/>
              <a:buNone/>
              <a:defRPr sz="2976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rgbClr val="757575"/>
              </a:buClr>
              <a:buSzPts val="2480"/>
              <a:buNone/>
              <a:defRPr sz="248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rgbClr val="757575"/>
              </a:buClr>
              <a:buSzPts val="2232"/>
              <a:buNone/>
              <a:defRPr sz="2232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rgbClr val="757575"/>
              </a:buClr>
              <a:buSzPts val="1984"/>
              <a:buNone/>
              <a:defRPr sz="1984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rgbClr val="757575"/>
              </a:buClr>
              <a:buSzPts val="1984"/>
              <a:buNone/>
              <a:defRPr sz="1984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rgbClr val="757575"/>
              </a:buClr>
              <a:buSzPts val="1984"/>
              <a:buNone/>
              <a:defRPr sz="1984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rgbClr val="757575"/>
              </a:buClr>
              <a:buSzPts val="1984"/>
              <a:buNone/>
              <a:defRPr sz="1984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rgbClr val="757575"/>
              </a:buClr>
              <a:buSzPts val="1984"/>
              <a:buNone/>
              <a:defRPr sz="1984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rgbClr val="757575"/>
              </a:buClr>
              <a:buSzPts val="1984"/>
              <a:buNone/>
              <a:defRPr sz="1984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039455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7654171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 b="1"/>
            </a:lvl1pPr>
            <a:lvl2pPr marL="914400" lvl="1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  <a:defRPr sz="2480" b="1"/>
            </a:lvl2pPr>
            <a:lvl3pPr marL="1371600" lvl="2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None/>
              <a:defRPr sz="2232" b="1"/>
            </a:lvl3pPr>
            <a:lvl4pPr marL="1828800" lvl="3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4pPr>
            <a:lvl5pPr marL="2286000" lvl="4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5pPr>
            <a:lvl6pPr marL="2743200" lvl="5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6pPr>
            <a:lvl7pPr marL="3200400" lvl="6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7pPr>
            <a:lvl8pPr marL="3657600" lvl="7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8pPr>
            <a:lvl9pPr marL="4114800" lvl="8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041425" y="7810963"/>
            <a:ext cx="6396193" cy="114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7654171" y="5241960"/>
            <a:ext cx="6427693" cy="2569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 b="1"/>
            </a:lvl1pPr>
            <a:lvl2pPr marL="914400" lvl="1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  <a:defRPr sz="2480" b="1"/>
            </a:lvl2pPr>
            <a:lvl3pPr marL="1371600" lvl="2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None/>
              <a:defRPr sz="2232" b="1"/>
            </a:lvl3pPr>
            <a:lvl4pPr marL="1828800" lvl="3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4pPr>
            <a:lvl5pPr marL="2286000" lvl="4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5pPr>
            <a:lvl6pPr marL="2743200" lvl="5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6pPr>
            <a:lvl7pPr marL="3200400" lvl="6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7pPr>
            <a:lvl8pPr marL="3657600" lvl="7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8pPr>
            <a:lvl9pPr marL="4114800" lvl="8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7654171" y="7810963"/>
            <a:ext cx="6427693" cy="114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8"/>
              <a:buFont typeface="Play"/>
              <a:buNone/>
              <a:defRPr sz="396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6427693" y="3078847"/>
            <a:ext cx="7654171" cy="1519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80568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3968"/>
              <a:buChar char="•"/>
              <a:defRPr sz="3968"/>
            </a:lvl1pPr>
            <a:lvl2pPr marL="914400" lvl="1" indent="-449072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472"/>
              <a:buChar char="•"/>
              <a:defRPr sz="3472"/>
            </a:lvl2pPr>
            <a:lvl3pPr marL="1371600" lvl="2" indent="-417575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976"/>
              <a:buChar char="•"/>
              <a:defRPr sz="2976"/>
            </a:lvl3pPr>
            <a:lvl4pPr marL="1828800" lvl="3" indent="-38608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  <a:defRPr sz="2480"/>
            </a:lvl4pPr>
            <a:lvl5pPr marL="2286000" lvl="4" indent="-386079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  <a:defRPr sz="2480"/>
            </a:lvl5pPr>
            <a:lvl6pPr marL="2743200" lvl="5" indent="-386079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  <a:defRPr sz="2480"/>
            </a:lvl6pPr>
            <a:lvl7pPr marL="3200400" lvl="6" indent="-386079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  <a:defRPr sz="2480"/>
            </a:lvl7pPr>
            <a:lvl8pPr marL="3657600" lvl="7" indent="-386079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  <a:defRPr sz="2480"/>
            </a:lvl8pPr>
            <a:lvl9pPr marL="4114800" lvl="8" indent="-386079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  <a:defRPr sz="248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041425" y="6415088"/>
            <a:ext cx="4876383" cy="1188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1pPr>
            <a:lvl2pPr marL="914400" lvl="1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736"/>
              <a:buNone/>
              <a:defRPr sz="1736"/>
            </a:lvl2pPr>
            <a:lvl3pPr marL="1371600" lvl="2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488"/>
              <a:buNone/>
              <a:defRPr sz="1488"/>
            </a:lvl3pPr>
            <a:lvl4pPr marL="1828800" lvl="3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4pPr>
            <a:lvl5pPr marL="2286000" lvl="4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5pPr>
            <a:lvl6pPr marL="2743200" lvl="5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6pPr>
            <a:lvl7pPr marL="3200400" lvl="6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7pPr>
            <a:lvl8pPr marL="3657600" lvl="7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8pPr>
            <a:lvl9pPr marL="4114800" lvl="8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8"/>
              <a:buFont typeface="Play"/>
              <a:buNone/>
              <a:defRPr sz="396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6427693" y="3078847"/>
            <a:ext cx="7654171" cy="15196234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041425" y="6415088"/>
            <a:ext cx="4876383" cy="1188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1pPr>
            <a:lvl2pPr marL="914400" lvl="1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736"/>
              <a:buNone/>
              <a:defRPr sz="1736"/>
            </a:lvl2pPr>
            <a:lvl3pPr marL="1371600" lvl="2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488"/>
              <a:buNone/>
              <a:defRPr sz="1488"/>
            </a:lvl3pPr>
            <a:lvl4pPr marL="1828800" lvl="3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4pPr>
            <a:lvl5pPr marL="2286000" lvl="4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5pPr>
            <a:lvl6pPr marL="2743200" lvl="5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6pPr>
            <a:lvl7pPr marL="3200400" lvl="6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7pPr>
            <a:lvl8pPr marL="3657600" lvl="7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8pPr>
            <a:lvl9pPr marL="4114800" lvl="8" indent="-2286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240"/>
              <a:buNone/>
              <a:defRPr sz="124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75818" y="5956038"/>
            <a:ext cx="13567714" cy="13040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3389023" y="8569242"/>
            <a:ext cx="18121634" cy="326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3225693" y="5403628"/>
            <a:ext cx="18121634" cy="959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784FE"/>
            </a:gs>
            <a:gs pos="100000">
              <a:srgbClr val="A4BAFB"/>
            </a:gs>
          </a:gsLst>
          <a:lin ang="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56"/>
              <a:buFont typeface="Play"/>
              <a:buNone/>
              <a:defRPr sz="5456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49072" algn="l" rtl="0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3472"/>
              <a:buFont typeface="Arial"/>
              <a:buChar char="•"/>
              <a:defRPr sz="347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7576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sz="297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6080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•"/>
              <a:defRPr sz="24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70332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Font typeface="Arial"/>
              <a:buChar char="•"/>
              <a:defRPr sz="22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70332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Font typeface="Arial"/>
              <a:buChar char="•"/>
              <a:defRPr sz="22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70332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Font typeface="Arial"/>
              <a:buChar char="•"/>
              <a:defRPr sz="22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70332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Font typeface="Arial"/>
              <a:buChar char="•"/>
              <a:defRPr sz="22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70332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Font typeface="Arial"/>
              <a:buChar char="•"/>
              <a:defRPr sz="22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70332" algn="l" rtl="0">
              <a:lnSpc>
                <a:spcPct val="9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2232"/>
              <a:buFont typeface="Arial"/>
              <a:buChar char="•"/>
              <a:defRPr sz="22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48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 descr="Download Abstract Green Abstract Green HD Wallpaper"/>
          <p:cNvPicPr preferRelativeResize="0"/>
          <p:nvPr/>
        </p:nvPicPr>
        <p:blipFill rotWithShape="1">
          <a:blip r:embed="rId4">
            <a:alphaModFix/>
          </a:blip>
          <a:srcRect l="9661" r="11334"/>
          <a:stretch/>
        </p:blipFill>
        <p:spPr>
          <a:xfrm rot="-5400000">
            <a:off x="-3079665" y="3060258"/>
            <a:ext cx="21383627" cy="1522429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11140835" y="998099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 descr="Oak Sign Old Minecraft - Sign Texture - NovaSkin"/>
          <p:cNvPicPr preferRelativeResize="0"/>
          <p:nvPr/>
        </p:nvPicPr>
        <p:blipFill rotWithShape="1">
          <a:blip r:embed="rId5">
            <a:alphaModFix/>
          </a:blip>
          <a:srcRect b="5016"/>
          <a:stretch/>
        </p:blipFill>
        <p:spPr>
          <a:xfrm>
            <a:off x="1676888" y="11351694"/>
            <a:ext cx="9788044" cy="100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-3014979" y="11098242"/>
            <a:ext cx="19509473" cy="520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600" dirty="0">
                <a:solidFill>
                  <a:schemeClr val="dk1"/>
                </a:solidFill>
                <a:latin typeface="Minecraft" pitchFamily="2" charset="0"/>
                <a:sym typeface="Arial"/>
              </a:rPr>
              <a:t>JULEØL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16600" dirty="0">
                <a:solidFill>
                  <a:schemeClr val="dk1"/>
                </a:solidFill>
                <a:latin typeface="Minecraft" pitchFamily="2" charset="0"/>
              </a:rPr>
              <a:t>8 </a:t>
            </a:r>
            <a:r>
              <a:rPr lang="da-DK" sz="16600" dirty="0" err="1">
                <a:solidFill>
                  <a:schemeClr val="dk1"/>
                </a:solidFill>
                <a:latin typeface="Minecraft" pitchFamily="2" charset="0"/>
              </a:rPr>
              <a:t>kr</a:t>
            </a:r>
            <a:endParaRPr sz="11500" dirty="0">
              <a:solidFill>
                <a:schemeClr val="dk1"/>
              </a:solidFill>
              <a:latin typeface="Minecraft" pitchFamily="2" charset="0"/>
              <a:sym typeface="Arial"/>
            </a:endParaRPr>
          </a:p>
        </p:txBody>
      </p:sp>
      <p:pic>
        <p:nvPicPr>
          <p:cNvPr id="93" name="Google Shape;93;p1" descr="A snow cap on a transparent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00000">
            <a:off x="4264537" y="17840767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descr="A snow covered hill with black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61098" y="15145392"/>
            <a:ext cx="8104698" cy="607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 descr="White dots in the sky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163811" y="32510"/>
            <a:ext cx="10942782" cy="6155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 descr="A snow cap on a transparent background&#10;&#10;AI-generated content may be incorrect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23464">
            <a:off x="6029468" y="17520233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 descr="A snow covered ground with a black background&#10;&#10;AI-generated content may be incorrect."/>
          <p:cNvPicPr preferRelativeResize="0"/>
          <p:nvPr/>
        </p:nvPicPr>
        <p:blipFill rotWithShape="1">
          <a:blip r:embed="rId10">
            <a:alphaModFix/>
          </a:blip>
          <a:srcRect t="61344" b="7370"/>
          <a:stretch/>
        </p:blipFill>
        <p:spPr>
          <a:xfrm>
            <a:off x="0" y="17911006"/>
            <a:ext cx="15224297" cy="3505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"/>
          <p:cNvGrpSpPr/>
          <p:nvPr/>
        </p:nvGrpSpPr>
        <p:grpSpPr>
          <a:xfrm>
            <a:off x="-1441492" y="-375756"/>
            <a:ext cx="17340231" cy="11604479"/>
            <a:chOff x="-12290497" y="-1439218"/>
            <a:chExt cx="17340231" cy="11604479"/>
          </a:xfrm>
        </p:grpSpPr>
        <p:grpSp>
          <p:nvGrpSpPr>
            <p:cNvPr id="99" name="Google Shape;99;p1"/>
            <p:cNvGrpSpPr/>
            <p:nvPr/>
          </p:nvGrpSpPr>
          <p:grpSpPr>
            <a:xfrm>
              <a:off x="-10035835" y="-1205840"/>
              <a:ext cx="12418961" cy="10057840"/>
              <a:chOff x="118664" y="2248786"/>
              <a:chExt cx="12418961" cy="10057840"/>
            </a:xfrm>
          </p:grpSpPr>
          <p:pic>
            <p:nvPicPr>
              <p:cNvPr id="100" name="Google Shape;100;p1" descr="Albani Rødhætte 33 cl Flaske – Fyldig Dansk Rødøl | Humle-Depotet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 rot="-627055">
                <a:off x="814119" y="3171379"/>
                <a:ext cx="8439792" cy="84397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" descr="Albani Blålys 33 cl – Let og Frisk Juleøl | Humle-Depotet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 rot="497124">
                <a:off x="3307542" y="2827018"/>
                <a:ext cx="8651851" cy="86518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2" name="Google Shape;102;p1" descr="Albani Rødhætte 33 cl Flaske – Fyldig Dansk Rødøl | Humle-Depotet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 rot="1816259">
              <a:off x="-4941887" y="173640"/>
              <a:ext cx="8439792" cy="8439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" descr="Albani Blålys 33 cl – Let og Frisk Juleøl | Humle-Depotet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 rot="-1338116">
              <a:off x="-10972455" y="-121176"/>
              <a:ext cx="8651851" cy="8651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"/>
          <p:cNvGrpSpPr/>
          <p:nvPr/>
        </p:nvGrpSpPr>
        <p:grpSpPr>
          <a:xfrm>
            <a:off x="1470217" y="6242505"/>
            <a:ext cx="11918344" cy="4452225"/>
            <a:chOff x="5613964" y="5833218"/>
            <a:chExt cx="11918344" cy="3885094"/>
          </a:xfrm>
        </p:grpSpPr>
        <p:pic>
          <p:nvPicPr>
            <p:cNvPr id="105" name="Google Shape;105;p1" descr="Clipart Red Ribbons Banner PNG Transparent Background, Free Download #40215  - FreeIconsPNG"/>
            <p:cNvPicPr preferRelativeResize="0"/>
            <p:nvPr/>
          </p:nvPicPr>
          <p:blipFill rotWithShape="1">
            <a:blip r:embed="rId13">
              <a:alphaModFix/>
            </a:blip>
            <a:srcRect t="53665"/>
            <a:stretch/>
          </p:blipFill>
          <p:spPr>
            <a:xfrm>
              <a:off x="5613964" y="5833218"/>
              <a:ext cx="11918344" cy="3885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"/>
            <p:cNvSpPr/>
            <p:nvPr/>
          </p:nvSpPr>
          <p:spPr>
            <a:xfrm>
              <a:off x="7536309" y="7027126"/>
              <a:ext cx="8178599" cy="125986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1" i="0" dirty="0">
                  <a:ln>
                    <a:noFill/>
                  </a:ln>
                  <a:solidFill>
                    <a:schemeClr val="dk1"/>
                  </a:solidFill>
                  <a:latin typeface="Arial"/>
                </a:rPr>
                <a:t>7. November</a:t>
              </a:r>
            </a:p>
          </p:txBody>
        </p:sp>
      </p:grpSp>
      <p:pic>
        <p:nvPicPr>
          <p:cNvPr id="107" name="Google Shape;107;p1" descr="A snow cap on a transparent background&#10;&#10;AI-generated content may be incorrect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776210" flipH="1">
            <a:off x="8278733" y="119592"/>
            <a:ext cx="1181369" cy="99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 descr="A blue and white snow cap&#10;&#10;AI-generated content may be incorrect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rot="-299608" flipH="1">
            <a:off x="2042817" y="930918"/>
            <a:ext cx="1167140" cy="90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 descr="White dots in the sky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9900000">
            <a:off x="7642524" y="224891"/>
            <a:ext cx="10942782" cy="6155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 descr="White dots in the sky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5248750">
            <a:off x="-5275148" y="6780072"/>
            <a:ext cx="10942782" cy="6155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 descr="White dots in the sky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 l="6642" b="1949"/>
          <a:stretch/>
        </p:blipFill>
        <p:spPr>
          <a:xfrm rot="5400000">
            <a:off x="-5316501" y="4653658"/>
            <a:ext cx="20441140" cy="12076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 descr="White dots in the sky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551250" flipH="1">
            <a:off x="8677115" y="9974261"/>
            <a:ext cx="10942782" cy="553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 descr="White dots in the sky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 flipH="1">
            <a:off x="-7153180" y="15083688"/>
            <a:ext cx="10541987" cy="5336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 descr="White dots in the sky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 r="52106"/>
          <a:stretch/>
        </p:blipFill>
        <p:spPr>
          <a:xfrm rot="5551250" flipH="1">
            <a:off x="836168" y="8806954"/>
            <a:ext cx="5240911" cy="553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 descr="White dots in the sky&#10;&#10;AI-generated content may be incorrect."/>
          <p:cNvPicPr preferRelativeResize="0"/>
          <p:nvPr/>
        </p:nvPicPr>
        <p:blipFill rotWithShape="1">
          <a:blip r:embed="rId8">
            <a:alphaModFix/>
          </a:blip>
          <a:srcRect l="13608"/>
          <a:stretch/>
        </p:blipFill>
        <p:spPr>
          <a:xfrm rot="-5400000">
            <a:off x="1577265" y="4442876"/>
            <a:ext cx="18915993" cy="12316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 descr="Snow caps and icicles on a transparent background&#10;&#10;AI-generated content may be incorrect."/>
          <p:cNvPicPr preferRelativeResize="0"/>
          <p:nvPr/>
        </p:nvPicPr>
        <p:blipFill rotWithShape="1">
          <a:blip r:embed="rId15">
            <a:alphaModFix/>
          </a:blip>
          <a:srcRect l="2935" t="16343" r="48896" b="50563"/>
          <a:stretch/>
        </p:blipFill>
        <p:spPr>
          <a:xfrm rot="346249">
            <a:off x="11279905" y="1284088"/>
            <a:ext cx="1316193" cy="1107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 descr="Snow caps and icicles on a transparent background&#10;&#10;AI-generated content may be incorrect."/>
          <p:cNvPicPr preferRelativeResize="0"/>
          <p:nvPr/>
        </p:nvPicPr>
        <p:blipFill rotWithShape="1">
          <a:blip r:embed="rId15">
            <a:alphaModFix/>
          </a:blip>
          <a:srcRect l="54400" t="16545" r="2728" b="54915"/>
          <a:stretch/>
        </p:blipFill>
        <p:spPr>
          <a:xfrm rot="-622764">
            <a:off x="4177902" y="449955"/>
            <a:ext cx="1494058" cy="994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 descr="Snow caps and icicles on a transparent background&#10;&#10;AI-generated content may be incorrect."/>
          <p:cNvPicPr preferRelativeResize="0"/>
          <p:nvPr/>
        </p:nvPicPr>
        <p:blipFill rotWithShape="1">
          <a:blip r:embed="rId16">
            <a:alphaModFix/>
          </a:blip>
          <a:srcRect l="5464" t="60408" r="46176" b="16114"/>
          <a:stretch/>
        </p:blipFill>
        <p:spPr>
          <a:xfrm>
            <a:off x="1030136" y="10463026"/>
            <a:ext cx="4698385" cy="2280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 descr="Set of snow caps and icicles ideal for winter christmas holiday and frozenthemed designs | Premium Vector"/>
          <p:cNvPicPr preferRelativeResize="0"/>
          <p:nvPr/>
        </p:nvPicPr>
        <p:blipFill rotWithShape="1">
          <a:blip r:embed="rId17">
            <a:alphaModFix/>
          </a:blip>
          <a:srcRect l="40204" r="34596" b="78380"/>
          <a:stretch/>
        </p:blipFill>
        <p:spPr>
          <a:xfrm>
            <a:off x="12066141" y="7500080"/>
            <a:ext cx="1337661" cy="1541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 descr="Set of snow caps and icicles ideal for winter christmas holiday and frozenthemed designs | Premium Vector"/>
          <p:cNvPicPr preferRelativeResize="0"/>
          <p:nvPr/>
        </p:nvPicPr>
        <p:blipFill rotWithShape="1">
          <a:blip r:embed="rId17">
            <a:alphaModFix/>
          </a:blip>
          <a:srcRect l="60677" t="59099" b="17941"/>
          <a:stretch/>
        </p:blipFill>
        <p:spPr>
          <a:xfrm rot="-203706">
            <a:off x="9258786" y="5837517"/>
            <a:ext cx="3366547" cy="2640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" descr="Set of snow caps and icicles ideal for winter christmas holiday and frozenthemed designs | Premium Vector"/>
          <p:cNvPicPr preferRelativeResize="0"/>
          <p:nvPr/>
        </p:nvPicPr>
        <p:blipFill rotWithShape="1">
          <a:blip r:embed="rId17">
            <a:alphaModFix/>
          </a:blip>
          <a:srcRect l="62251" t="80577" b="1520"/>
          <a:stretch/>
        </p:blipFill>
        <p:spPr>
          <a:xfrm>
            <a:off x="574346" y="7601460"/>
            <a:ext cx="2257881" cy="1438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" descr="Set of snow caps and icicles ideal for winter christmas holiday and frozenthemed designs | Premium Vector"/>
          <p:cNvPicPr preferRelativeResize="0"/>
          <p:nvPr/>
        </p:nvPicPr>
        <p:blipFill rotWithShape="1">
          <a:blip r:embed="rId17">
            <a:alphaModFix/>
          </a:blip>
          <a:srcRect l="69903" t="25032" b="58976"/>
          <a:stretch/>
        </p:blipFill>
        <p:spPr>
          <a:xfrm>
            <a:off x="2327297" y="6572667"/>
            <a:ext cx="1830393" cy="130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 descr="Set of snow caps and icicles ideal for winter christmas holiday and frozenthemed designs | Premium Vector"/>
          <p:cNvPicPr preferRelativeResize="0"/>
          <p:nvPr/>
        </p:nvPicPr>
        <p:blipFill rotWithShape="1">
          <a:blip r:embed="rId17">
            <a:alphaModFix/>
          </a:blip>
          <a:srcRect t="30146" r="60625" b="58119"/>
          <a:stretch/>
        </p:blipFill>
        <p:spPr>
          <a:xfrm>
            <a:off x="7751772" y="10900407"/>
            <a:ext cx="4750483" cy="1901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Billede 2" descr="Et billede, der indeholder mønster, sting&#10;&#10;AI-genereret indhold kan være ukorrekt.">
            <a:extLst>
              <a:ext uri="{FF2B5EF4-FFF2-40B4-BE49-F238E27FC236}">
                <a16:creationId xmlns:a16="http://schemas.microsoft.com/office/drawing/2014/main" id="{A390C450-CA88-DABE-59F3-20D071E077E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43666" y="16999218"/>
            <a:ext cx="3981496" cy="3981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Macintosh PowerPoint</Application>
  <PresentationFormat>Brugerdefineret</PresentationFormat>
  <Paragraphs>4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Arial</vt:lpstr>
      <vt:lpstr>Play</vt:lpstr>
      <vt:lpstr>Minecraft</vt:lpstr>
      <vt:lpstr>Office Theme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Simon Holm</dc:creator>
  <cp:lastModifiedBy>Simon Holm</cp:lastModifiedBy>
  <cp:revision>2</cp:revision>
  <dcterms:created xsi:type="dcterms:W3CDTF">2025-01-24T19:08:08Z</dcterms:created>
  <dcterms:modified xsi:type="dcterms:W3CDTF">2025-11-07T12:31:25Z</dcterms:modified>
</cp:coreProperties>
</file>