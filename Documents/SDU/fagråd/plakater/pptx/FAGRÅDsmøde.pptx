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FDE"/>
    <a:srgbClr val="E9CB8B"/>
    <a:srgbClr val="262626"/>
    <a:srgbClr val="FCE9BE"/>
    <a:srgbClr val="E3793F"/>
    <a:srgbClr val="E7CA8D"/>
    <a:srgbClr val="B4891C"/>
    <a:srgbClr val="383432"/>
    <a:srgbClr val="383431"/>
    <a:srgbClr val="FBE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3" autoAdjust="0"/>
    <p:restoredTop sz="94713"/>
  </p:normalViewPr>
  <p:slideViewPr>
    <p:cSldViewPr snapToGrid="0">
      <p:cViewPr>
        <p:scale>
          <a:sx n="39" d="100"/>
          <a:sy n="39" d="100"/>
        </p:scale>
        <p:origin x="2808" y="10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17.11.2025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white circles and lines&#10;&#10;AI-generated content may be incorrect.">
            <a:extLst>
              <a:ext uri="{FF2B5EF4-FFF2-40B4-BE49-F238E27FC236}">
                <a16:creationId xmlns:a16="http://schemas.microsoft.com/office/drawing/2014/main" id="{8CC6EA83-FDAA-A138-F657-30EB55F9F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90" t="23281" r="10222" b="19555"/>
          <a:stretch/>
        </p:blipFill>
        <p:spPr>
          <a:xfrm rot="16200000">
            <a:off x="-3123401" y="3123402"/>
            <a:ext cx="21383626" cy="15136820"/>
          </a:xfrm>
          <a:prstGeom prst="rect">
            <a:avLst/>
          </a:prstGeom>
        </p:spPr>
      </p:pic>
      <p:pic>
        <p:nvPicPr>
          <p:cNvPr id="9" name="Picture 2" descr="IMADA Fagråd - Studenterforening for IMADA på SDU">
            <a:extLst>
              <a:ext uri="{FF2B5EF4-FFF2-40B4-BE49-F238E27FC236}">
                <a16:creationId xmlns:a16="http://schemas.microsoft.com/office/drawing/2014/main" id="{C82EF704-4B41-B917-1D3F-57D9D157F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6890" y="18655000"/>
            <a:ext cx="2540765" cy="25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omas Gotfredsen - Home">
            <a:extLst>
              <a:ext uri="{FF2B5EF4-FFF2-40B4-BE49-F238E27FC236}">
                <a16:creationId xmlns:a16="http://schemas.microsoft.com/office/drawing/2014/main" id="{7546E222-C2B5-C604-E514-4080675AE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94" y="20000782"/>
            <a:ext cx="2926201" cy="116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ktangel 27">
            <a:extLst>
              <a:ext uri="{FF2B5EF4-FFF2-40B4-BE49-F238E27FC236}">
                <a16:creationId xmlns:a16="http://schemas.microsoft.com/office/drawing/2014/main" id="{EE53B7F6-2EB9-D092-3BEA-644553E24D7F}"/>
              </a:ext>
            </a:extLst>
          </p:cNvPr>
          <p:cNvSpPr/>
          <p:nvPr/>
        </p:nvSpPr>
        <p:spPr>
          <a:xfrm>
            <a:off x="-874713" y="18601025"/>
            <a:ext cx="1686877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 os på</a:t>
            </a:r>
            <a:b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kontakt@imadafagraad.dk</a:t>
            </a:r>
            <a:endParaRPr lang="da-DK" sz="7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kstfelt 62">
            <a:extLst>
              <a:ext uri="{FF2B5EF4-FFF2-40B4-BE49-F238E27FC236}">
                <a16:creationId xmlns:a16="http://schemas.microsoft.com/office/drawing/2014/main" id="{37B58E35-4639-9E8C-F4E6-FDCDD3FA4BE0}"/>
              </a:ext>
            </a:extLst>
          </p:cNvPr>
          <p:cNvSpPr txBox="1"/>
          <p:nvPr/>
        </p:nvSpPr>
        <p:spPr>
          <a:xfrm>
            <a:off x="237023" y="753422"/>
            <a:ext cx="1481478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9900" b="1" dirty="0">
                <a:solidFill>
                  <a:schemeClr val="bg1"/>
                </a:solidFill>
              </a:rPr>
              <a:t>IMADA</a:t>
            </a:r>
            <a:endParaRPr lang="da-DK" sz="6600" b="1" dirty="0">
              <a:solidFill>
                <a:schemeClr val="bg1"/>
              </a:solidFill>
            </a:endParaRPr>
          </a:p>
        </p:txBody>
      </p:sp>
      <p:sp>
        <p:nvSpPr>
          <p:cNvPr id="13" name="Tekstfelt 62">
            <a:extLst>
              <a:ext uri="{FF2B5EF4-FFF2-40B4-BE49-F238E27FC236}">
                <a16:creationId xmlns:a16="http://schemas.microsoft.com/office/drawing/2014/main" id="{7ECDEDD2-B0D8-0589-7D00-A7CC0511B51F}"/>
              </a:ext>
            </a:extLst>
          </p:cNvPr>
          <p:cNvSpPr txBox="1"/>
          <p:nvPr/>
        </p:nvSpPr>
        <p:spPr>
          <a:xfrm>
            <a:off x="304565" y="4441335"/>
            <a:ext cx="1481478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1500" b="1" dirty="0">
                <a:solidFill>
                  <a:schemeClr val="bg1"/>
                </a:solidFill>
              </a:rPr>
              <a:t>FAGRÅDSMØDE</a:t>
            </a:r>
            <a:endParaRPr lang="da-DK" sz="4800" b="1" dirty="0">
              <a:solidFill>
                <a:schemeClr val="bg1"/>
              </a:solidFill>
            </a:endParaRPr>
          </a:p>
        </p:txBody>
      </p:sp>
      <p:sp>
        <p:nvSpPr>
          <p:cNvPr id="14" name="Tekstfelt 62">
            <a:extLst>
              <a:ext uri="{FF2B5EF4-FFF2-40B4-BE49-F238E27FC236}">
                <a16:creationId xmlns:a16="http://schemas.microsoft.com/office/drawing/2014/main" id="{3D307C9F-711B-4370-4A00-9A2D7E01D34F}"/>
              </a:ext>
            </a:extLst>
          </p:cNvPr>
          <p:cNvSpPr txBox="1"/>
          <p:nvPr/>
        </p:nvSpPr>
        <p:spPr>
          <a:xfrm>
            <a:off x="287094" y="6303383"/>
            <a:ext cx="14814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7200" b="1" dirty="0">
                <a:solidFill>
                  <a:schemeClr val="bg1"/>
                </a:solidFill>
              </a:rPr>
              <a:t>STUDENT COUNCIL MEETING</a:t>
            </a:r>
            <a:endParaRPr lang="da-DK" sz="3200" b="1" dirty="0">
              <a:solidFill>
                <a:schemeClr val="bg1"/>
              </a:solidFill>
            </a:endParaRPr>
          </a:p>
        </p:txBody>
      </p:sp>
      <p:sp>
        <p:nvSpPr>
          <p:cNvPr id="15" name="Tekstfelt 62">
            <a:extLst>
              <a:ext uri="{FF2B5EF4-FFF2-40B4-BE49-F238E27FC236}">
                <a16:creationId xmlns:a16="http://schemas.microsoft.com/office/drawing/2014/main" id="{3BC67416-E9D1-D864-0703-D4E646DD9B9B}"/>
              </a:ext>
            </a:extLst>
          </p:cNvPr>
          <p:cNvSpPr txBox="1"/>
          <p:nvPr/>
        </p:nvSpPr>
        <p:spPr>
          <a:xfrm>
            <a:off x="304565" y="8098469"/>
            <a:ext cx="148147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600" b="1" dirty="0">
                <a:solidFill>
                  <a:schemeClr val="bg1"/>
                </a:solidFill>
              </a:rPr>
              <a:t>26 November | 16.00</a:t>
            </a:r>
            <a:endParaRPr lang="da-DK" sz="4400" b="1" dirty="0">
              <a:solidFill>
                <a:schemeClr val="bg1"/>
              </a:solidFill>
            </a:endParaRPr>
          </a:p>
        </p:txBody>
      </p:sp>
      <p:sp>
        <p:nvSpPr>
          <p:cNvPr id="16" name="Tekstfelt 62">
            <a:extLst>
              <a:ext uri="{FF2B5EF4-FFF2-40B4-BE49-F238E27FC236}">
                <a16:creationId xmlns:a16="http://schemas.microsoft.com/office/drawing/2014/main" id="{8C8C9B2B-4AA9-59B7-62AF-38D820A51BC7}"/>
              </a:ext>
            </a:extLst>
          </p:cNvPr>
          <p:cNvSpPr txBox="1"/>
          <p:nvPr/>
        </p:nvSpPr>
        <p:spPr>
          <a:xfrm>
            <a:off x="873116" y="10548087"/>
            <a:ext cx="148147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da-DK" sz="4800" b="1" dirty="0">
                <a:solidFill>
                  <a:schemeClr val="bg1"/>
                </a:solidFill>
              </a:rPr>
              <a:t>Del din mening på IMADA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3200" dirty="0">
                <a:solidFill>
                  <a:schemeClr val="bg1"/>
                </a:solidFill>
              </a:rPr>
              <a:t>Kom forbi og snak med os om forskellige emner på instituttet –</a:t>
            </a:r>
            <a:br>
              <a:rPr lang="da-DK" sz="3200" dirty="0">
                <a:solidFill>
                  <a:schemeClr val="bg1"/>
                </a:solidFill>
              </a:rPr>
            </a:br>
            <a:r>
              <a:rPr lang="da-DK" sz="3200" dirty="0">
                <a:solidFill>
                  <a:schemeClr val="bg1"/>
                </a:solidFill>
              </a:rPr>
              <a:t>fx </a:t>
            </a:r>
            <a:r>
              <a:rPr lang="da-DK" sz="3200" b="1" dirty="0">
                <a:solidFill>
                  <a:schemeClr val="bg1"/>
                </a:solidFill>
              </a:rPr>
              <a:t>SDS-medlemskab</a:t>
            </a:r>
            <a:r>
              <a:rPr lang="da-DK" sz="3200" dirty="0">
                <a:solidFill>
                  <a:schemeClr val="bg1"/>
                </a:solidFill>
              </a:rPr>
              <a:t>, </a:t>
            </a:r>
            <a:r>
              <a:rPr lang="da-DK" sz="3200" b="1" dirty="0">
                <a:solidFill>
                  <a:schemeClr val="bg1"/>
                </a:solidFill>
              </a:rPr>
              <a:t>energidrikke i saunaen</a:t>
            </a:r>
            <a:r>
              <a:rPr lang="da-DK" sz="3200" dirty="0">
                <a:solidFill>
                  <a:schemeClr val="bg1"/>
                </a:solidFill>
              </a:rPr>
              <a:t>, </a:t>
            </a:r>
            <a:r>
              <a:rPr lang="da-DK" sz="3200" b="1" dirty="0">
                <a:solidFill>
                  <a:schemeClr val="bg1"/>
                </a:solidFill>
              </a:rPr>
              <a:t>events</a:t>
            </a:r>
            <a:r>
              <a:rPr lang="da-DK" sz="3200" dirty="0">
                <a:solidFill>
                  <a:schemeClr val="bg1"/>
                </a:solidFill>
              </a:rPr>
              <a:t> og mere.</a:t>
            </a:r>
          </a:p>
          <a:p>
            <a:pPr>
              <a:buNone/>
            </a:pPr>
            <a:endParaRPr lang="da-DK" sz="32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da-DK" sz="3200" b="1" dirty="0">
                <a:solidFill>
                  <a:schemeClr val="bg1"/>
                </a:solidFill>
              </a:rPr>
              <a:t>Åben snak. Ingen formaliteter. Bare dine input.</a:t>
            </a:r>
            <a:endParaRPr lang="da-DK" sz="3200" dirty="0">
              <a:solidFill>
                <a:schemeClr val="bg1"/>
              </a:solidFill>
            </a:endParaRPr>
          </a:p>
          <a:p>
            <a:pPr>
              <a:buNone/>
            </a:pPr>
            <a:endParaRPr lang="da-DK" sz="3200" b="1" dirty="0">
              <a:solidFill>
                <a:schemeClr val="bg1"/>
              </a:solidFill>
            </a:endParaRPr>
          </a:p>
          <a:p>
            <a:pPr>
              <a:buNone/>
            </a:pPr>
            <a:endParaRPr lang="da-DK" sz="32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da-DK" sz="3200" b="1" dirty="0" err="1">
                <a:solidFill>
                  <a:schemeClr val="bg1"/>
                </a:solidFill>
              </a:rPr>
              <a:t>Share</a:t>
            </a:r>
            <a:r>
              <a:rPr lang="da-DK" sz="3200" b="1" dirty="0">
                <a:solidFill>
                  <a:schemeClr val="bg1"/>
                </a:solidFill>
              </a:rPr>
              <a:t> </a:t>
            </a:r>
            <a:r>
              <a:rPr lang="da-DK" sz="3200" b="1" dirty="0" err="1">
                <a:solidFill>
                  <a:schemeClr val="bg1"/>
                </a:solidFill>
              </a:rPr>
              <a:t>your</a:t>
            </a:r>
            <a:r>
              <a:rPr lang="da-DK" sz="3200" b="1" dirty="0">
                <a:solidFill>
                  <a:schemeClr val="bg1"/>
                </a:solidFill>
              </a:rPr>
              <a:t> </a:t>
            </a:r>
            <a:r>
              <a:rPr lang="da-DK" sz="3200" b="1" dirty="0" err="1">
                <a:solidFill>
                  <a:schemeClr val="bg1"/>
                </a:solidFill>
              </a:rPr>
              <a:t>thoughts</a:t>
            </a:r>
            <a:r>
              <a:rPr lang="da-DK" sz="3200" b="1" dirty="0">
                <a:solidFill>
                  <a:schemeClr val="bg1"/>
                </a:solidFill>
              </a:rPr>
              <a:t> at IMADA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a-DK" sz="3200" dirty="0">
                <a:solidFill>
                  <a:schemeClr val="bg1"/>
                </a:solidFill>
              </a:rPr>
              <a:t>Drop by and talk with </a:t>
            </a:r>
            <a:r>
              <a:rPr lang="da-DK" sz="3200" dirty="0" err="1">
                <a:solidFill>
                  <a:schemeClr val="bg1"/>
                </a:solidFill>
              </a:rPr>
              <a:t>us</a:t>
            </a:r>
            <a:r>
              <a:rPr lang="da-DK" sz="3200" dirty="0">
                <a:solidFill>
                  <a:schemeClr val="bg1"/>
                </a:solidFill>
              </a:rPr>
              <a:t> </a:t>
            </a:r>
            <a:r>
              <a:rPr lang="da-DK" sz="3200" dirty="0" err="1">
                <a:solidFill>
                  <a:schemeClr val="bg1"/>
                </a:solidFill>
              </a:rPr>
              <a:t>about</a:t>
            </a:r>
            <a:r>
              <a:rPr lang="da-DK" sz="3200" dirty="0">
                <a:solidFill>
                  <a:schemeClr val="bg1"/>
                </a:solidFill>
              </a:rPr>
              <a:t> </a:t>
            </a:r>
            <a:r>
              <a:rPr lang="da-DK" sz="3200" dirty="0" err="1">
                <a:solidFill>
                  <a:schemeClr val="bg1"/>
                </a:solidFill>
              </a:rPr>
              <a:t>various</a:t>
            </a:r>
            <a:r>
              <a:rPr lang="da-DK" sz="3200" dirty="0">
                <a:solidFill>
                  <a:schemeClr val="bg1"/>
                </a:solidFill>
              </a:rPr>
              <a:t> </a:t>
            </a:r>
            <a:r>
              <a:rPr lang="da-DK" sz="3200" dirty="0" err="1">
                <a:solidFill>
                  <a:schemeClr val="bg1"/>
                </a:solidFill>
              </a:rPr>
              <a:t>topics</a:t>
            </a:r>
            <a:r>
              <a:rPr lang="da-DK" sz="3200" dirty="0">
                <a:solidFill>
                  <a:schemeClr val="bg1"/>
                </a:solidFill>
              </a:rPr>
              <a:t> at the </a:t>
            </a:r>
            <a:r>
              <a:rPr lang="da-DK" sz="3200" dirty="0" err="1">
                <a:solidFill>
                  <a:schemeClr val="bg1"/>
                </a:solidFill>
              </a:rPr>
              <a:t>department</a:t>
            </a:r>
            <a:r>
              <a:rPr lang="da-DK" sz="3200" dirty="0">
                <a:solidFill>
                  <a:schemeClr val="bg1"/>
                </a:solidFill>
              </a:rPr>
              <a:t> –</a:t>
            </a:r>
            <a:br>
              <a:rPr lang="da-DK" sz="3200" dirty="0">
                <a:solidFill>
                  <a:schemeClr val="bg1"/>
                </a:solidFill>
              </a:rPr>
            </a:br>
            <a:r>
              <a:rPr lang="da-DK" sz="3200" dirty="0" err="1">
                <a:solidFill>
                  <a:schemeClr val="bg1"/>
                </a:solidFill>
              </a:rPr>
              <a:t>such</a:t>
            </a:r>
            <a:r>
              <a:rPr lang="da-DK" sz="3200" dirty="0">
                <a:solidFill>
                  <a:schemeClr val="bg1"/>
                </a:solidFill>
              </a:rPr>
              <a:t> as </a:t>
            </a:r>
            <a:r>
              <a:rPr lang="da-DK" sz="3200" b="1" dirty="0">
                <a:solidFill>
                  <a:schemeClr val="bg1"/>
                </a:solidFill>
              </a:rPr>
              <a:t>SDS </a:t>
            </a:r>
            <a:r>
              <a:rPr lang="da-DK" sz="3200" b="1" dirty="0" err="1">
                <a:solidFill>
                  <a:schemeClr val="bg1"/>
                </a:solidFill>
              </a:rPr>
              <a:t>membership</a:t>
            </a:r>
            <a:r>
              <a:rPr lang="da-DK" sz="3200" dirty="0">
                <a:solidFill>
                  <a:schemeClr val="bg1"/>
                </a:solidFill>
              </a:rPr>
              <a:t>, </a:t>
            </a:r>
            <a:r>
              <a:rPr lang="da-DK" sz="3200" b="1" dirty="0" err="1">
                <a:solidFill>
                  <a:schemeClr val="bg1"/>
                </a:solidFill>
              </a:rPr>
              <a:t>energy</a:t>
            </a:r>
            <a:r>
              <a:rPr lang="da-DK" sz="3200" b="1" dirty="0">
                <a:solidFill>
                  <a:schemeClr val="bg1"/>
                </a:solidFill>
              </a:rPr>
              <a:t> drinks in the sauna</a:t>
            </a:r>
            <a:r>
              <a:rPr lang="da-DK" sz="3200" dirty="0">
                <a:solidFill>
                  <a:schemeClr val="bg1"/>
                </a:solidFill>
              </a:rPr>
              <a:t>, </a:t>
            </a:r>
            <a:r>
              <a:rPr lang="da-DK" sz="3200" b="1" dirty="0">
                <a:solidFill>
                  <a:schemeClr val="bg1"/>
                </a:solidFill>
              </a:rPr>
              <a:t>events</a:t>
            </a:r>
            <a:r>
              <a:rPr lang="da-DK" sz="3200" dirty="0">
                <a:solidFill>
                  <a:schemeClr val="bg1"/>
                </a:solidFill>
              </a:rPr>
              <a:t>, and more.</a:t>
            </a:r>
          </a:p>
          <a:p>
            <a:endParaRPr lang="da-DK" sz="3200" b="1" dirty="0">
              <a:solidFill>
                <a:schemeClr val="bg1"/>
              </a:solidFill>
            </a:endParaRPr>
          </a:p>
          <a:p>
            <a:r>
              <a:rPr lang="da-DK" sz="3200" b="1" dirty="0">
                <a:solidFill>
                  <a:schemeClr val="bg1"/>
                </a:solidFill>
              </a:rPr>
              <a:t>Open </a:t>
            </a:r>
            <a:r>
              <a:rPr lang="da-DK" sz="3200" b="1" dirty="0" err="1">
                <a:solidFill>
                  <a:schemeClr val="bg1"/>
                </a:solidFill>
              </a:rPr>
              <a:t>conversation</a:t>
            </a:r>
            <a:r>
              <a:rPr lang="da-DK" sz="3200" b="1" dirty="0">
                <a:solidFill>
                  <a:schemeClr val="bg1"/>
                </a:solidFill>
              </a:rPr>
              <a:t>. No </a:t>
            </a:r>
            <a:r>
              <a:rPr lang="da-DK" sz="3200" b="1" dirty="0" err="1">
                <a:solidFill>
                  <a:schemeClr val="bg1"/>
                </a:solidFill>
              </a:rPr>
              <a:t>formalities</a:t>
            </a:r>
            <a:r>
              <a:rPr lang="da-DK" sz="3200" b="1" dirty="0">
                <a:solidFill>
                  <a:schemeClr val="bg1"/>
                </a:solidFill>
              </a:rPr>
              <a:t>. Just </a:t>
            </a:r>
            <a:r>
              <a:rPr lang="da-DK" sz="3200" b="1" dirty="0" err="1">
                <a:solidFill>
                  <a:schemeClr val="bg1"/>
                </a:solidFill>
              </a:rPr>
              <a:t>your</a:t>
            </a:r>
            <a:r>
              <a:rPr lang="da-DK" sz="3200" b="1" dirty="0">
                <a:solidFill>
                  <a:schemeClr val="bg1"/>
                </a:solidFill>
              </a:rPr>
              <a:t> input.</a:t>
            </a:r>
            <a:endParaRPr lang="da-DK" sz="3200" dirty="0">
              <a:solidFill>
                <a:schemeClr val="bg1"/>
              </a:solidFill>
            </a:endParaRPr>
          </a:p>
          <a:p>
            <a:pPr algn="ctr"/>
            <a:endParaRPr lang="da-DK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AGRÅD" id="{38C49A9C-AE9F-AC49-8373-14679044DDCA}" vid="{C0A14941-9872-174C-B07D-8B939B44A0D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</TotalTime>
  <Words>103</Words>
  <Application>Microsoft Macintosh PowerPoint</Application>
  <PresentationFormat>Brugerdefineret</PresentationFormat>
  <Paragraphs>16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Aharoni</vt:lpstr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4</cp:revision>
  <dcterms:created xsi:type="dcterms:W3CDTF">2025-01-24T19:08:08Z</dcterms:created>
  <dcterms:modified xsi:type="dcterms:W3CDTF">2025-11-17T10:59:18Z</dcterms:modified>
</cp:coreProperties>
</file>