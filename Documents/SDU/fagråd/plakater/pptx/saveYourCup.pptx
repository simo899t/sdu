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3"/>
  </p:notesMasterIdLst>
  <p:sldIdLst>
    <p:sldId id="256" r:id="rId2"/>
  </p:sldIdLst>
  <p:sldSz cx="15119350" cy="21383625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302"/>
    <a:srgbClr val="01AAAD"/>
    <a:srgbClr val="FDF001"/>
    <a:srgbClr val="051721"/>
    <a:srgbClr val="E9E5EB"/>
    <a:srgbClr val="171717"/>
    <a:srgbClr val="F4EE00"/>
    <a:srgbClr val="CCCC00"/>
    <a:srgbClr val="BFC587"/>
    <a:srgbClr val="5976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2F2B65-8B0B-4964-BDF2-883496E4B368}" v="10" dt="2025-08-21T00:11:14.7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3210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Holm" userId="bfb5f0f4cd767f3a" providerId="LiveId" clId="{242F2B65-8B0B-4964-BDF2-883496E4B368}"/>
    <pc:docChg chg="custSel modSld">
      <pc:chgData name="Simon Holm" userId="bfb5f0f4cd767f3a" providerId="LiveId" clId="{242F2B65-8B0B-4964-BDF2-883496E4B368}" dt="2025-08-21T00:11:36.826" v="443" actId="1076"/>
      <pc:docMkLst>
        <pc:docMk/>
      </pc:docMkLst>
      <pc:sldChg chg="addSp delSp modSp mod">
        <pc:chgData name="Simon Holm" userId="bfb5f0f4cd767f3a" providerId="LiveId" clId="{242F2B65-8B0B-4964-BDF2-883496E4B368}" dt="2025-08-21T00:11:36.826" v="443" actId="1076"/>
        <pc:sldMkLst>
          <pc:docMk/>
          <pc:sldMk cId="961493939" sldId="256"/>
        </pc:sldMkLst>
        <pc:spChg chg="del">
          <ac:chgData name="Simon Holm" userId="bfb5f0f4cd767f3a" providerId="LiveId" clId="{242F2B65-8B0B-4964-BDF2-883496E4B368}" dt="2025-08-21T00:01:51.316" v="4" actId="478"/>
          <ac:spMkLst>
            <pc:docMk/>
            <pc:sldMk cId="961493939" sldId="256"/>
            <ac:spMk id="7" creationId="{A60F1915-8E3F-A234-6EE3-1D871493C39A}"/>
          </ac:spMkLst>
        </pc:spChg>
        <pc:spChg chg="del mod">
          <ac:chgData name="Simon Holm" userId="bfb5f0f4cd767f3a" providerId="LiveId" clId="{242F2B65-8B0B-4964-BDF2-883496E4B368}" dt="2025-08-21T00:00:51.779" v="3" actId="478"/>
          <ac:spMkLst>
            <pc:docMk/>
            <pc:sldMk cId="961493939" sldId="256"/>
            <ac:spMk id="14" creationId="{170907DC-EB40-FA9B-D1F5-D877693E567E}"/>
          </ac:spMkLst>
        </pc:spChg>
        <pc:spChg chg="del">
          <ac:chgData name="Simon Holm" userId="bfb5f0f4cd767f3a" providerId="LiveId" clId="{242F2B65-8B0B-4964-BDF2-883496E4B368}" dt="2025-08-21T00:00:49.277" v="0" actId="478"/>
          <ac:spMkLst>
            <pc:docMk/>
            <pc:sldMk cId="961493939" sldId="256"/>
            <ac:spMk id="18" creationId="{07E6D34B-91DA-3792-6876-D94B1D3F932B}"/>
          </ac:spMkLst>
        </pc:spChg>
        <pc:spChg chg="del">
          <ac:chgData name="Simon Holm" userId="bfb5f0f4cd767f3a" providerId="LiveId" clId="{242F2B65-8B0B-4964-BDF2-883496E4B368}" dt="2025-08-21T00:01:51.316" v="4" actId="478"/>
          <ac:spMkLst>
            <pc:docMk/>
            <pc:sldMk cId="961493939" sldId="256"/>
            <ac:spMk id="25" creationId="{9A26100C-3D88-E103-D873-83E09CC6C32F}"/>
          </ac:spMkLst>
        </pc:spChg>
        <pc:spChg chg="del">
          <ac:chgData name="Simon Holm" userId="bfb5f0f4cd767f3a" providerId="LiveId" clId="{242F2B65-8B0B-4964-BDF2-883496E4B368}" dt="2025-08-21T00:01:51.316" v="4" actId="478"/>
          <ac:spMkLst>
            <pc:docMk/>
            <pc:sldMk cId="961493939" sldId="256"/>
            <ac:spMk id="29" creationId="{CA4B4460-E3E4-2B4B-DFCF-7EEFB2166901}"/>
          </ac:spMkLst>
        </pc:spChg>
        <pc:spChg chg="del">
          <ac:chgData name="Simon Holm" userId="bfb5f0f4cd767f3a" providerId="LiveId" clId="{242F2B65-8B0B-4964-BDF2-883496E4B368}" dt="2025-08-21T00:01:51.316" v="4" actId="478"/>
          <ac:spMkLst>
            <pc:docMk/>
            <pc:sldMk cId="961493939" sldId="256"/>
            <ac:spMk id="30" creationId="{87010445-389A-E65D-1A9E-C6B5AF33732C}"/>
          </ac:spMkLst>
        </pc:spChg>
        <pc:spChg chg="del">
          <ac:chgData name="Simon Holm" userId="bfb5f0f4cd767f3a" providerId="LiveId" clId="{242F2B65-8B0B-4964-BDF2-883496E4B368}" dt="2025-08-21T00:01:51.316" v="4" actId="478"/>
          <ac:spMkLst>
            <pc:docMk/>
            <pc:sldMk cId="961493939" sldId="256"/>
            <ac:spMk id="31" creationId="{6E1A84EB-C7E6-1E7C-55FD-91007503AAE0}"/>
          </ac:spMkLst>
        </pc:spChg>
        <pc:spChg chg="del">
          <ac:chgData name="Simon Holm" userId="bfb5f0f4cd767f3a" providerId="LiveId" clId="{242F2B65-8B0B-4964-BDF2-883496E4B368}" dt="2025-08-21T00:01:51.316" v="4" actId="478"/>
          <ac:spMkLst>
            <pc:docMk/>
            <pc:sldMk cId="961493939" sldId="256"/>
            <ac:spMk id="34" creationId="{3784D871-C543-BED3-8CDC-0BF95DBE9272}"/>
          </ac:spMkLst>
        </pc:spChg>
        <pc:spChg chg="del">
          <ac:chgData name="Simon Holm" userId="bfb5f0f4cd767f3a" providerId="LiveId" clId="{242F2B65-8B0B-4964-BDF2-883496E4B368}" dt="2025-08-21T00:01:51.316" v="4" actId="478"/>
          <ac:spMkLst>
            <pc:docMk/>
            <pc:sldMk cId="961493939" sldId="256"/>
            <ac:spMk id="35" creationId="{359F0E46-E92D-C2BA-876F-8E2818841BDB}"/>
          </ac:spMkLst>
        </pc:spChg>
        <pc:spChg chg="del">
          <ac:chgData name="Simon Holm" userId="bfb5f0f4cd767f3a" providerId="LiveId" clId="{242F2B65-8B0B-4964-BDF2-883496E4B368}" dt="2025-08-21T00:01:51.316" v="4" actId="478"/>
          <ac:spMkLst>
            <pc:docMk/>
            <pc:sldMk cId="961493939" sldId="256"/>
            <ac:spMk id="36" creationId="{4422814F-FAC0-1E07-F8CA-95F5243EC175}"/>
          </ac:spMkLst>
        </pc:spChg>
        <pc:spChg chg="del">
          <ac:chgData name="Simon Holm" userId="bfb5f0f4cd767f3a" providerId="LiveId" clId="{242F2B65-8B0B-4964-BDF2-883496E4B368}" dt="2025-08-21T00:01:51.316" v="4" actId="478"/>
          <ac:spMkLst>
            <pc:docMk/>
            <pc:sldMk cId="961493939" sldId="256"/>
            <ac:spMk id="38" creationId="{3A4B34C7-B4AD-5EE4-F7E1-42BAB962D5DE}"/>
          </ac:spMkLst>
        </pc:spChg>
        <pc:spChg chg="del">
          <ac:chgData name="Simon Holm" userId="bfb5f0f4cd767f3a" providerId="LiveId" clId="{242F2B65-8B0B-4964-BDF2-883496E4B368}" dt="2025-08-21T00:01:51.316" v="4" actId="478"/>
          <ac:spMkLst>
            <pc:docMk/>
            <pc:sldMk cId="961493939" sldId="256"/>
            <ac:spMk id="39" creationId="{5D611F94-6D92-E5F1-6EC9-EA6CD4F42AA4}"/>
          </ac:spMkLst>
        </pc:spChg>
        <pc:spChg chg="add mod">
          <ac:chgData name="Simon Holm" userId="bfb5f0f4cd767f3a" providerId="LiveId" clId="{242F2B65-8B0B-4964-BDF2-883496E4B368}" dt="2025-08-21T00:04:39.061" v="136" actId="1076"/>
          <ac:spMkLst>
            <pc:docMk/>
            <pc:sldMk cId="961493939" sldId="256"/>
            <ac:spMk id="42" creationId="{89EBB63E-141D-18E4-F30F-8F290B6EE2BA}"/>
          </ac:spMkLst>
        </pc:spChg>
        <pc:spChg chg="add mod">
          <ac:chgData name="Simon Holm" userId="bfb5f0f4cd767f3a" providerId="LiveId" clId="{242F2B65-8B0B-4964-BDF2-883496E4B368}" dt="2025-08-21T00:05:04.309" v="140" actId="1582"/>
          <ac:spMkLst>
            <pc:docMk/>
            <pc:sldMk cId="961493939" sldId="256"/>
            <ac:spMk id="43" creationId="{C1A18D7E-E36B-4511-E6ED-8CD56FEFB3A9}"/>
          </ac:spMkLst>
        </pc:spChg>
        <pc:spChg chg="add mod">
          <ac:chgData name="Simon Holm" userId="bfb5f0f4cd767f3a" providerId="LiveId" clId="{242F2B65-8B0B-4964-BDF2-883496E4B368}" dt="2025-08-21T00:10:46.588" v="411" actId="1076"/>
          <ac:spMkLst>
            <pc:docMk/>
            <pc:sldMk cId="961493939" sldId="256"/>
            <ac:spMk id="44" creationId="{83B16473-B5EF-BEBD-B421-424A7AF5F47F}"/>
          </ac:spMkLst>
        </pc:spChg>
        <pc:spChg chg="add mod">
          <ac:chgData name="Simon Holm" userId="bfb5f0f4cd767f3a" providerId="LiveId" clId="{242F2B65-8B0B-4964-BDF2-883496E4B368}" dt="2025-08-21T00:11:36.826" v="443" actId="1076"/>
          <ac:spMkLst>
            <pc:docMk/>
            <pc:sldMk cId="961493939" sldId="256"/>
            <ac:spMk id="46" creationId="{F755C27C-FB20-9FE4-75FC-50191BE94129}"/>
          </ac:spMkLst>
        </pc:spChg>
        <pc:picChg chg="del">
          <ac:chgData name="Simon Holm" userId="bfb5f0f4cd767f3a" providerId="LiveId" clId="{242F2B65-8B0B-4964-BDF2-883496E4B368}" dt="2025-08-21T00:01:57.478" v="7" actId="478"/>
          <ac:picMkLst>
            <pc:docMk/>
            <pc:sldMk cId="961493939" sldId="256"/>
            <ac:picMk id="10" creationId="{D63715F9-4B60-4AFC-FA3C-74FC3FD3D4BE}"/>
          </ac:picMkLst>
        </pc:picChg>
        <pc:picChg chg="del">
          <ac:chgData name="Simon Holm" userId="bfb5f0f4cd767f3a" providerId="LiveId" clId="{242F2B65-8B0B-4964-BDF2-883496E4B368}" dt="2025-08-21T00:00:50.433" v="2" actId="478"/>
          <ac:picMkLst>
            <pc:docMk/>
            <pc:sldMk cId="961493939" sldId="256"/>
            <ac:picMk id="15" creationId="{29233916-30F0-C29D-0BF6-210CB702E76C}"/>
          </ac:picMkLst>
        </pc:picChg>
        <pc:picChg chg="del">
          <ac:chgData name="Simon Holm" userId="bfb5f0f4cd767f3a" providerId="LiveId" clId="{242F2B65-8B0B-4964-BDF2-883496E4B368}" dt="2025-08-21T00:01:52.348" v="5" actId="478"/>
          <ac:picMkLst>
            <pc:docMk/>
            <pc:sldMk cId="961493939" sldId="256"/>
            <ac:picMk id="23" creationId="{6B7ADA04-9444-96C2-442E-F43799308CBC}"/>
          </ac:picMkLst>
        </pc:picChg>
        <pc:picChg chg="add mod">
          <ac:chgData name="Simon Holm" userId="bfb5f0f4cd767f3a" providerId="LiveId" clId="{242F2B65-8B0B-4964-BDF2-883496E4B368}" dt="2025-08-21T00:11:10.522" v="413" actId="1076"/>
          <ac:picMkLst>
            <pc:docMk/>
            <pc:sldMk cId="961493939" sldId="256"/>
            <ac:picMk id="45" creationId="{424686FA-2FB2-9D5B-1F26-2B46B9EA33DC}"/>
          </ac:picMkLst>
        </pc:picChg>
        <pc:picChg chg="add mod">
          <ac:chgData name="Simon Holm" userId="bfb5f0f4cd767f3a" providerId="LiveId" clId="{242F2B65-8B0B-4964-BDF2-883496E4B368}" dt="2025-08-21T00:04:22.720" v="130" actId="1076"/>
          <ac:picMkLst>
            <pc:docMk/>
            <pc:sldMk cId="961493939" sldId="256"/>
            <ac:picMk id="1030" creationId="{7E2841E1-2AD9-6941-C324-782FE06BE83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987E8-53A3-47B5-8F48-50EB5178F685}" type="datetimeFigureOut">
              <a:rPr lang="da-DK" smtClean="0"/>
              <a:t>21-08-2025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2C154-AEC7-451D-8AB1-3839B0F88BB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97254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1pPr>
    <a:lvl2pPr marL="876041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2pPr>
    <a:lvl3pPr marL="1752082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3pPr>
    <a:lvl4pPr marL="2628123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4pPr>
    <a:lvl5pPr marL="3504164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5pPr>
    <a:lvl6pPr marL="4380205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6pPr>
    <a:lvl7pPr marL="525624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7pPr>
    <a:lvl8pPr marL="613228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8pPr>
    <a:lvl9pPr marL="7008327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2C154-AEC7-451D-8AB1-3839B0F88BBA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56414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39CC4-CA92-B86B-9644-74D48BBB7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9919" y="3499590"/>
            <a:ext cx="11339513" cy="7444669"/>
          </a:xfrm>
        </p:spPr>
        <p:txBody>
          <a:bodyPr anchor="b"/>
          <a:lstStyle>
            <a:lvl1pPr algn="ctr">
              <a:defRPr sz="744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D4F5EF-3B7C-1FA8-FAB1-C7603D6FD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2976"/>
            </a:lvl1pPr>
            <a:lvl2pPr marL="566974" indent="0" algn="ctr">
              <a:buNone/>
              <a:defRPr sz="2480"/>
            </a:lvl2pPr>
            <a:lvl3pPr marL="1133947" indent="0" algn="ctr">
              <a:buNone/>
              <a:defRPr sz="2232"/>
            </a:lvl3pPr>
            <a:lvl4pPr marL="1700921" indent="0" algn="ctr">
              <a:buNone/>
              <a:defRPr sz="1984"/>
            </a:lvl4pPr>
            <a:lvl5pPr marL="2267895" indent="0" algn="ctr">
              <a:buNone/>
              <a:defRPr sz="1984"/>
            </a:lvl5pPr>
            <a:lvl6pPr marL="2834869" indent="0" algn="ctr">
              <a:buNone/>
              <a:defRPr sz="1984"/>
            </a:lvl6pPr>
            <a:lvl7pPr marL="3401842" indent="0" algn="ctr">
              <a:buNone/>
              <a:defRPr sz="1984"/>
            </a:lvl7pPr>
            <a:lvl8pPr marL="3968816" indent="0" algn="ctr">
              <a:buNone/>
              <a:defRPr sz="1984"/>
            </a:lvl8pPr>
            <a:lvl9pPr marL="4535790" indent="0" algn="ctr">
              <a:buNone/>
              <a:defRPr sz="1984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FE21F-7F43-F655-475B-19427845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21-08-2025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1369F-670F-DDB1-D105-E4292AEDF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C9D8-DD88-6936-F6ED-24D3A366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256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D3388-AFD3-102A-0ECB-6F9E2A648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12197-E19D-2D63-E73D-E35C96ACB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1B33B-5FAA-2F4E-9667-79412D1DB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21-08-2025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0E23C-BB6E-0366-F5D9-392FA8437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D5991-D998-3F57-F522-899E4F61B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9873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58A4-00BA-2548-02FD-8FB2E75D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581" y="5331060"/>
            <a:ext cx="13040439" cy="8894992"/>
          </a:xfrm>
        </p:spPr>
        <p:txBody>
          <a:bodyPr anchor="b"/>
          <a:lstStyle>
            <a:lvl1pPr>
              <a:defRPr sz="744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FDE5C-6648-A45B-7BDD-756FAD6FE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1581" y="14310202"/>
            <a:ext cx="13040439" cy="4677666"/>
          </a:xfrm>
        </p:spPr>
        <p:txBody>
          <a:bodyPr/>
          <a:lstStyle>
            <a:lvl1pPr marL="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1pPr>
            <a:lvl2pPr marL="566974" indent="0">
              <a:buNone/>
              <a:defRPr sz="2480">
                <a:solidFill>
                  <a:schemeClr val="tx1">
                    <a:tint val="82000"/>
                  </a:schemeClr>
                </a:solidFill>
              </a:defRPr>
            </a:lvl2pPr>
            <a:lvl3pPr marL="1133947" indent="0">
              <a:buNone/>
              <a:defRPr sz="2232">
                <a:solidFill>
                  <a:schemeClr val="tx1">
                    <a:tint val="82000"/>
                  </a:schemeClr>
                </a:solidFill>
              </a:defRPr>
            </a:lvl3pPr>
            <a:lvl4pPr marL="1700921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4pPr>
            <a:lvl5pPr marL="2267895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5pPr>
            <a:lvl6pPr marL="2834869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6pPr>
            <a:lvl7pPr marL="3401842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7pPr>
            <a:lvl8pPr marL="3968816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8pPr>
            <a:lvl9pPr marL="453579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7E14B-824D-637C-C4C5-C4E47FDCA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21-08-2025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AC391-46C8-827C-C711-D29A31B7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02A1C-8D24-E9A1-1A11-D07ADB56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1922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191A-5269-960F-D974-84B454B34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6CA67-84EA-24F9-54FD-F5A67F9C5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818F2-936B-ABB0-6F2D-694B79C9E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D7B70-B682-6F15-DF2F-9065BEE4A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21-08-2025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8054C-B612-456F-F029-9864A816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77B97-784D-F64B-69D7-8AF0B0931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0217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3391D-2004-F068-D7B9-FDCB8043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138482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0A095-86B6-94A8-03BD-2E324AFE3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1425" y="5241960"/>
            <a:ext cx="6396193" cy="2569003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3E02DB-AC04-42EF-2041-28D00DF2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1425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DD8F4C-70BA-2B71-81EC-4A95D1984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54171" y="5241960"/>
            <a:ext cx="6427693" cy="2569003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C7AF3-7E91-5F86-CA51-107B50E34E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54171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645139-F894-BA71-19EE-6C143E486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21-08-2025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911626-1F98-D551-59B5-9F45417C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6535B8-17A8-9A32-E9DD-7F806E5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860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8B7A-3F85-CB52-3E94-37D78812B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DECDB1-DB2C-5EA3-7362-D6FA2C705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21-08-2025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62BD0-FBFF-65EF-8354-6160366B0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A7095-B182-0170-4CC0-5A5AB887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1344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0A63AE-AF92-D856-C034-D424D2AC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21-08-2025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5C37AC-8C7F-2AC1-4FC8-FCD3E0124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94486-45A7-6B03-4446-12E6E0EC1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183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5FA48-5CD3-979A-5814-6AF966FBA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C4410-39D5-7518-64B1-C2D7A41B7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3" y="3078847"/>
            <a:ext cx="7654171" cy="15196234"/>
          </a:xfrm>
        </p:spPr>
        <p:txBody>
          <a:bodyPr/>
          <a:lstStyle>
            <a:lvl1pPr>
              <a:defRPr sz="3968"/>
            </a:lvl1pPr>
            <a:lvl2pPr>
              <a:defRPr sz="3472"/>
            </a:lvl2pPr>
            <a:lvl3pPr>
              <a:defRPr sz="2976"/>
            </a:lvl3pPr>
            <a:lvl4pPr>
              <a:defRPr sz="2480"/>
            </a:lvl4pPr>
            <a:lvl5pPr>
              <a:defRPr sz="2480"/>
            </a:lvl5pPr>
            <a:lvl6pPr>
              <a:defRPr sz="2480"/>
            </a:lvl6pPr>
            <a:lvl7pPr>
              <a:defRPr sz="2480"/>
            </a:lvl7pPr>
            <a:lvl8pPr>
              <a:defRPr sz="2480"/>
            </a:lvl8pPr>
            <a:lvl9pPr>
              <a:defRPr sz="24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A9E51-44F0-98A0-6B4D-1F367ECF5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3" cy="11884743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6CA1E-14CE-6BC5-9D25-F5F6A859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21-08-2025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7FC91-DFBD-45C4-14FF-07B988A2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C3DFE-8D83-47FA-2136-0CEA3015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860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1CF3-8673-8C4F-1F69-0389341F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AFD933-952C-7606-96FF-6C9515A77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27693" y="3078847"/>
            <a:ext cx="7654171" cy="15196234"/>
          </a:xfrm>
        </p:spPr>
        <p:txBody>
          <a:bodyPr/>
          <a:lstStyle>
            <a:lvl1pPr marL="0" indent="0">
              <a:buNone/>
              <a:defRPr sz="3968"/>
            </a:lvl1pPr>
            <a:lvl2pPr marL="566974" indent="0">
              <a:buNone/>
              <a:defRPr sz="3472"/>
            </a:lvl2pPr>
            <a:lvl3pPr marL="1133947" indent="0">
              <a:buNone/>
              <a:defRPr sz="2976"/>
            </a:lvl3pPr>
            <a:lvl4pPr marL="1700921" indent="0">
              <a:buNone/>
              <a:defRPr sz="2480"/>
            </a:lvl4pPr>
            <a:lvl5pPr marL="2267895" indent="0">
              <a:buNone/>
              <a:defRPr sz="2480"/>
            </a:lvl5pPr>
            <a:lvl6pPr marL="2834869" indent="0">
              <a:buNone/>
              <a:defRPr sz="2480"/>
            </a:lvl6pPr>
            <a:lvl7pPr marL="3401842" indent="0">
              <a:buNone/>
              <a:defRPr sz="2480"/>
            </a:lvl7pPr>
            <a:lvl8pPr marL="3968816" indent="0">
              <a:buNone/>
              <a:defRPr sz="2480"/>
            </a:lvl8pPr>
            <a:lvl9pPr marL="4535790" indent="0">
              <a:buNone/>
              <a:defRPr sz="248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8A66E7-0264-8602-EE8D-E3B2A9AC1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3" cy="11884743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C267F-8F9A-8E67-8225-D57564CE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21-08-2025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2082C-B192-56E8-AEEA-821AAA79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FE3D1-C94F-4C7C-810E-D4FAFE78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5909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3350-FA3E-A4C0-DFD7-178DE13E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914F8-E9CC-B83C-E68B-EBBF68306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AAF06-52A4-5693-B590-380CBEA23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21-08-2025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0F5A3-8076-198B-374F-03CDE75CB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6D9A4-90F8-F608-3304-DF133D5E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15654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36BFE8-872C-331E-EDB0-33A36651B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819785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77F61-70EE-12E1-1014-4D8961AC0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39455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36D1A-E600-8D55-7178-2C4AFAFB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21-08-2025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CC532-D8F8-0BD0-5204-D08CF5A0F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6A5FB-6991-4F42-A019-20573482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1212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A4BAFB"/>
            </a:gs>
            <a:gs pos="0">
              <a:srgbClr val="6784FE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35C2D3-6F58-44B1-AC1D-AABCEDC11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456" y="1138482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54317-A79D-31FD-D6DA-4811053F0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246D9-D1DC-B71C-AC58-F4F290B187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9455" y="19819454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F6849-F4B2-44D2-B8FB-E45FA684ADCF}" type="datetimeFigureOut">
              <a:rPr lang="da-DK" smtClean="0"/>
              <a:t>21-08-2025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E034F-FF7A-ABEF-BB05-BB40F7A90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08285" y="19819454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8D302-46A5-8BD5-C188-F02AA7AB4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78041" y="19819454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2C15C-298B-46F7-9CF2-87B103409C1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5843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133947" rtl="0" eaLnBrk="1" latinLnBrk="0" hangingPunct="1">
        <a:lnSpc>
          <a:spcPct val="90000"/>
        </a:lnSpc>
        <a:spcBef>
          <a:spcPct val="0"/>
        </a:spcBef>
        <a:buNone/>
        <a:defRPr sz="5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87" indent="-283487" algn="l" defTabSz="1133947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3472" kern="1200">
          <a:solidFill>
            <a:schemeClr val="tx1"/>
          </a:solidFill>
          <a:latin typeface="+mn-lt"/>
          <a:ea typeface="+mn-ea"/>
          <a:cs typeface="+mn-cs"/>
        </a:defRPr>
      </a:lvl1pPr>
      <a:lvl2pPr marL="850461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417434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984408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551382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3118355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685329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4252303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819277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1pPr>
      <a:lvl2pPr marL="566974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2pPr>
      <a:lvl3pPr marL="1133947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3pPr>
      <a:lvl4pPr marL="1700921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267895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2834869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401842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3968816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53579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Genereret billede">
            <a:extLst>
              <a:ext uri="{FF2B5EF4-FFF2-40B4-BE49-F238E27FC236}">
                <a16:creationId xmlns:a16="http://schemas.microsoft.com/office/drawing/2014/main" id="{7E2841E1-2AD9-6941-C324-782FE06BE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75" y="2393387"/>
            <a:ext cx="9753600" cy="975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9EBB63E-141D-18E4-F30F-8F290B6EE2BA}"/>
              </a:ext>
            </a:extLst>
          </p:cNvPr>
          <p:cNvSpPr txBox="1"/>
          <p:nvPr/>
        </p:nvSpPr>
        <p:spPr>
          <a:xfrm>
            <a:off x="3628564" y="582935"/>
            <a:ext cx="78622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800" b="1" dirty="0"/>
              <a:t>Save </a:t>
            </a:r>
            <a:r>
              <a:rPr lang="da-DK" sz="8800" b="1" dirty="0" err="1"/>
              <a:t>your</a:t>
            </a:r>
            <a:r>
              <a:rPr lang="da-DK" sz="8800" b="1" dirty="0"/>
              <a:t> cup!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1A18D7E-E36B-4511-E6ED-8CD56FEFB3A9}"/>
              </a:ext>
            </a:extLst>
          </p:cNvPr>
          <p:cNvSpPr/>
          <p:nvPr/>
        </p:nvSpPr>
        <p:spPr>
          <a:xfrm>
            <a:off x="0" y="0"/>
            <a:ext cx="15119350" cy="2138362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B16473-B5EF-BEBD-B421-424A7AF5F47F}"/>
              </a:ext>
            </a:extLst>
          </p:cNvPr>
          <p:cNvSpPr txBox="1"/>
          <p:nvPr/>
        </p:nvSpPr>
        <p:spPr>
          <a:xfrm>
            <a:off x="672408" y="13357927"/>
            <a:ext cx="1377453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6000" b="1" dirty="0"/>
              <a:t>Please </a:t>
            </a:r>
            <a:r>
              <a:rPr lang="da-DK" sz="6000" b="1" dirty="0" err="1"/>
              <a:t>remove</a:t>
            </a:r>
            <a:r>
              <a:rPr lang="da-DK" sz="6000" b="1" dirty="0"/>
              <a:t> </a:t>
            </a:r>
            <a:r>
              <a:rPr lang="da-DK" sz="6000" b="1" dirty="0" err="1"/>
              <a:t>either</a:t>
            </a:r>
            <a:r>
              <a:rPr lang="da-DK" sz="6000" b="1" dirty="0"/>
              <a:t> </a:t>
            </a:r>
            <a:r>
              <a:rPr lang="da-DK" sz="6000" b="1" dirty="0" err="1"/>
              <a:t>your</a:t>
            </a:r>
            <a:r>
              <a:rPr lang="da-DK" sz="6000" b="1" dirty="0"/>
              <a:t> cup or the plastic strip from </a:t>
            </a:r>
            <a:r>
              <a:rPr lang="da-DK" sz="6000" b="1" dirty="0" err="1"/>
              <a:t>your</a:t>
            </a:r>
            <a:r>
              <a:rPr lang="da-DK" sz="6000" b="1" dirty="0"/>
              <a:t> cup, </a:t>
            </a:r>
            <a:r>
              <a:rPr lang="da-DK" sz="6000" b="1" u="sng" dirty="0" err="1"/>
              <a:t>if</a:t>
            </a:r>
            <a:r>
              <a:rPr lang="da-DK" sz="6000" b="1" i="1" u="sng" dirty="0"/>
              <a:t> </a:t>
            </a:r>
            <a:r>
              <a:rPr lang="da-DK" sz="6000" b="1" dirty="0" err="1"/>
              <a:t>you</a:t>
            </a:r>
            <a:r>
              <a:rPr lang="da-DK" sz="6000" b="1" dirty="0"/>
              <a:t> </a:t>
            </a:r>
            <a:r>
              <a:rPr lang="da-DK" sz="6000" b="1" dirty="0" err="1"/>
              <a:t>want</a:t>
            </a:r>
            <a:r>
              <a:rPr lang="da-DK" sz="6000" b="1" dirty="0"/>
              <a:t> to </a:t>
            </a:r>
            <a:r>
              <a:rPr lang="da-DK" sz="6000" b="1" dirty="0" err="1"/>
              <a:t>keep</a:t>
            </a:r>
            <a:r>
              <a:rPr lang="da-DK" sz="6000" b="1" dirty="0"/>
              <a:t> it</a:t>
            </a:r>
          </a:p>
          <a:p>
            <a:pPr algn="ctr"/>
            <a:endParaRPr lang="da-DK" sz="6000" b="1" dirty="0"/>
          </a:p>
          <a:p>
            <a:pPr algn="ctr"/>
            <a:r>
              <a:rPr lang="da-DK" sz="6000" b="1" dirty="0" err="1"/>
              <a:t>We</a:t>
            </a:r>
            <a:r>
              <a:rPr lang="da-DK" sz="6000" b="1" dirty="0"/>
              <a:t> </a:t>
            </a:r>
            <a:r>
              <a:rPr lang="da-DK" sz="6000" b="1" dirty="0" err="1"/>
              <a:t>will</a:t>
            </a:r>
            <a:r>
              <a:rPr lang="da-DK" sz="6000" b="1" dirty="0"/>
              <a:t> </a:t>
            </a:r>
            <a:r>
              <a:rPr lang="da-DK" sz="6000" b="1" dirty="0" err="1"/>
              <a:t>be</a:t>
            </a:r>
            <a:r>
              <a:rPr lang="da-DK" sz="6000" b="1" dirty="0"/>
              <a:t> clearing the </a:t>
            </a:r>
            <a:r>
              <a:rPr lang="da-DK" sz="6000" b="1" dirty="0" err="1"/>
              <a:t>shelf</a:t>
            </a:r>
            <a:r>
              <a:rPr lang="da-DK" sz="6000" b="1" dirty="0"/>
              <a:t> by </a:t>
            </a:r>
            <a:r>
              <a:rPr lang="da-DK" sz="6000" b="1" dirty="0" err="1"/>
              <a:t>next</a:t>
            </a:r>
            <a:r>
              <a:rPr lang="da-DK" sz="6000" b="1" dirty="0"/>
              <a:t> semester</a:t>
            </a:r>
          </a:p>
        </p:txBody>
      </p:sp>
      <p:pic>
        <p:nvPicPr>
          <p:cNvPr id="45" name="Picture 2" descr="IMADA Fagråd - Studenterforening for IMADA på SDU">
            <a:extLst>
              <a:ext uri="{FF2B5EF4-FFF2-40B4-BE49-F238E27FC236}">
                <a16:creationId xmlns:a16="http://schemas.microsoft.com/office/drawing/2014/main" id="{424686FA-2FB2-9D5B-1F26-2B46B9EA3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08" y="18723955"/>
            <a:ext cx="2540765" cy="2570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F755C27C-FB20-9FE4-75FC-50191BE94129}"/>
              </a:ext>
            </a:extLst>
          </p:cNvPr>
          <p:cNvSpPr txBox="1"/>
          <p:nvPr/>
        </p:nvSpPr>
        <p:spPr>
          <a:xfrm>
            <a:off x="-1338058" y="19727052"/>
            <a:ext cx="137745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4800" b="1" dirty="0"/>
              <a:t>IMADA fagråd</a:t>
            </a:r>
          </a:p>
        </p:txBody>
      </p:sp>
    </p:spTree>
    <p:extLst>
      <p:ext uri="{BB962C8B-B14F-4D97-AF65-F5344CB8AC3E}">
        <p14:creationId xmlns:p14="http://schemas.microsoft.com/office/powerpoint/2010/main" val="961493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</TotalTime>
  <Words>35</Words>
  <Application>Microsoft Office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Holm</dc:creator>
  <cp:lastModifiedBy>Simon Holm</cp:lastModifiedBy>
  <cp:revision>3</cp:revision>
  <dcterms:created xsi:type="dcterms:W3CDTF">2025-01-24T19:08:08Z</dcterms:created>
  <dcterms:modified xsi:type="dcterms:W3CDTF">2025-08-21T00:11:43Z</dcterms:modified>
</cp:coreProperties>
</file>