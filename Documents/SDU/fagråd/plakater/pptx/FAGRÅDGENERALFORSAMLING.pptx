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7FDE"/>
    <a:srgbClr val="E9CB8B"/>
    <a:srgbClr val="262626"/>
    <a:srgbClr val="FCE9BE"/>
    <a:srgbClr val="E3793F"/>
    <a:srgbClr val="E7CA8D"/>
    <a:srgbClr val="B4891C"/>
    <a:srgbClr val="383432"/>
    <a:srgbClr val="383431"/>
    <a:srgbClr val="FBE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3" autoAdjust="0"/>
    <p:restoredTop sz="94678"/>
  </p:normalViewPr>
  <p:slideViewPr>
    <p:cSldViewPr snapToGrid="0">
      <p:cViewPr>
        <p:scale>
          <a:sx n="42" d="100"/>
          <a:sy n="42" d="100"/>
        </p:scale>
        <p:origin x="2672" y="6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16.02.2026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ckground with white circles and lines&#10;&#10;AI-generated content may be incorrect.">
            <a:extLst>
              <a:ext uri="{FF2B5EF4-FFF2-40B4-BE49-F238E27FC236}">
                <a16:creationId xmlns:a16="http://schemas.microsoft.com/office/drawing/2014/main" id="{8CC6EA83-FDAA-A138-F657-30EB55F9F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6" t="5586" r="14347" b="6755"/>
          <a:stretch/>
        </p:blipFill>
        <p:spPr>
          <a:xfrm rot="16200000">
            <a:off x="-3132138" y="3132136"/>
            <a:ext cx="21383627" cy="15119350"/>
          </a:xfrm>
          <a:prstGeom prst="rect">
            <a:avLst/>
          </a:prstGeom>
        </p:spPr>
      </p:pic>
      <p:pic>
        <p:nvPicPr>
          <p:cNvPr id="9" name="Picture 2" descr="IMADA Fagråd - Studenterforening for IMADA på SDU">
            <a:extLst>
              <a:ext uri="{FF2B5EF4-FFF2-40B4-BE49-F238E27FC236}">
                <a16:creationId xmlns:a16="http://schemas.microsoft.com/office/drawing/2014/main" id="{C82EF704-4B41-B917-1D3F-57D9D157F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5369" y="19135967"/>
            <a:ext cx="1969415" cy="199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omas Gotfredsen - Home">
            <a:extLst>
              <a:ext uri="{FF2B5EF4-FFF2-40B4-BE49-F238E27FC236}">
                <a16:creationId xmlns:a16="http://schemas.microsoft.com/office/drawing/2014/main" id="{7546E222-C2B5-C604-E514-4080675AE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04" y="19933249"/>
            <a:ext cx="2926201" cy="116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ktangel 27">
            <a:extLst>
              <a:ext uri="{FF2B5EF4-FFF2-40B4-BE49-F238E27FC236}">
                <a16:creationId xmlns:a16="http://schemas.microsoft.com/office/drawing/2014/main" id="{EE53B7F6-2EB9-D092-3BEA-644553E24D7F}"/>
              </a:ext>
            </a:extLst>
          </p:cNvPr>
          <p:cNvSpPr/>
          <p:nvPr/>
        </p:nvSpPr>
        <p:spPr>
          <a:xfrm>
            <a:off x="-874713" y="18601025"/>
            <a:ext cx="1686877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Kontakt os med forslag til dagsordenen på</a:t>
            </a:r>
            <a:b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kontakt@imadafagraad.dk</a:t>
            </a:r>
            <a:endParaRPr lang="da-DK" sz="7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kstfelt 62">
            <a:extLst>
              <a:ext uri="{FF2B5EF4-FFF2-40B4-BE49-F238E27FC236}">
                <a16:creationId xmlns:a16="http://schemas.microsoft.com/office/drawing/2014/main" id="{37B58E35-4639-9E8C-F4E6-FDCDD3FA4BE0}"/>
              </a:ext>
            </a:extLst>
          </p:cNvPr>
          <p:cNvSpPr txBox="1"/>
          <p:nvPr/>
        </p:nvSpPr>
        <p:spPr>
          <a:xfrm>
            <a:off x="0" y="1872117"/>
            <a:ext cx="148147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0000" b="1" dirty="0">
                <a:solidFill>
                  <a:schemeClr val="bg1"/>
                </a:solidFill>
              </a:rPr>
              <a:t>GENERALFORSAMLING</a:t>
            </a:r>
          </a:p>
          <a:p>
            <a:pPr algn="ctr"/>
            <a:r>
              <a:rPr lang="da-DK" sz="10000" b="1" dirty="0">
                <a:solidFill>
                  <a:schemeClr val="bg1"/>
                </a:solidFill>
              </a:rPr>
              <a:t>I IMADA FAGRÅD</a:t>
            </a:r>
          </a:p>
        </p:txBody>
      </p:sp>
      <p:sp>
        <p:nvSpPr>
          <p:cNvPr id="15" name="Tekstfelt 62">
            <a:extLst>
              <a:ext uri="{FF2B5EF4-FFF2-40B4-BE49-F238E27FC236}">
                <a16:creationId xmlns:a16="http://schemas.microsoft.com/office/drawing/2014/main" id="{160AD8B4-D76B-85D1-D81A-1B5BB48AC66F}"/>
              </a:ext>
            </a:extLst>
          </p:cNvPr>
          <p:cNvSpPr txBox="1"/>
          <p:nvPr/>
        </p:nvSpPr>
        <p:spPr>
          <a:xfrm>
            <a:off x="169335" y="16072865"/>
            <a:ext cx="1481478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1500" b="1" dirty="0">
                <a:solidFill>
                  <a:schemeClr val="bg1"/>
                </a:solidFill>
              </a:rPr>
              <a:t>18. Marts </a:t>
            </a:r>
            <a:r>
              <a:rPr lang="da-DK" sz="11500" b="1" dirty="0" err="1">
                <a:solidFill>
                  <a:schemeClr val="bg1"/>
                </a:solidFill>
              </a:rPr>
              <a:t>kl</a:t>
            </a:r>
            <a:r>
              <a:rPr lang="da-DK" sz="11500" b="1" dirty="0">
                <a:solidFill>
                  <a:schemeClr val="bg1"/>
                </a:solidFill>
              </a:rPr>
              <a:t> 17:00 </a:t>
            </a:r>
            <a:endParaRPr lang="da-DK" sz="8800" b="1" dirty="0">
              <a:solidFill>
                <a:schemeClr val="bg1"/>
              </a:solidFill>
            </a:endParaRPr>
          </a:p>
        </p:txBody>
      </p:sp>
      <p:sp>
        <p:nvSpPr>
          <p:cNvPr id="4" name="Tekstfelt 62">
            <a:extLst>
              <a:ext uri="{FF2B5EF4-FFF2-40B4-BE49-F238E27FC236}">
                <a16:creationId xmlns:a16="http://schemas.microsoft.com/office/drawing/2014/main" id="{D5508D6A-040E-0EC3-532D-3EC8F94EC0E0}"/>
              </a:ext>
            </a:extLst>
          </p:cNvPr>
          <p:cNvSpPr txBox="1"/>
          <p:nvPr/>
        </p:nvSpPr>
        <p:spPr>
          <a:xfrm>
            <a:off x="152281" y="6192613"/>
            <a:ext cx="148147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8800" b="1" dirty="0">
                <a:solidFill>
                  <a:schemeClr val="bg1"/>
                </a:solidFill>
              </a:rPr>
              <a:t>DAGSORDEN:</a:t>
            </a:r>
            <a:endParaRPr lang="da-DK" sz="7200" b="1" dirty="0">
              <a:solidFill>
                <a:schemeClr val="bg1"/>
              </a:solidFill>
            </a:endParaRPr>
          </a:p>
        </p:txBody>
      </p:sp>
      <p:sp>
        <p:nvSpPr>
          <p:cNvPr id="5" name="Tekstfelt 62">
            <a:extLst>
              <a:ext uri="{FF2B5EF4-FFF2-40B4-BE49-F238E27FC236}">
                <a16:creationId xmlns:a16="http://schemas.microsoft.com/office/drawing/2014/main" id="{EAC7CA5A-FC49-E5C2-65DD-54DEE7C1F494}"/>
              </a:ext>
            </a:extLst>
          </p:cNvPr>
          <p:cNvSpPr txBox="1"/>
          <p:nvPr/>
        </p:nvSpPr>
        <p:spPr>
          <a:xfrm>
            <a:off x="-1" y="8032668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FAGRÅDSLEDERENS BERETNING</a:t>
            </a:r>
          </a:p>
        </p:txBody>
      </p:sp>
      <p:sp>
        <p:nvSpPr>
          <p:cNvPr id="6" name="Tekstfelt 62">
            <a:extLst>
              <a:ext uri="{FF2B5EF4-FFF2-40B4-BE49-F238E27FC236}">
                <a16:creationId xmlns:a16="http://schemas.microsoft.com/office/drawing/2014/main" id="{25A034E1-F5B9-A4C7-CC27-773ACA2E883B}"/>
              </a:ext>
            </a:extLst>
          </p:cNvPr>
          <p:cNvSpPr txBox="1"/>
          <p:nvPr/>
        </p:nvSpPr>
        <p:spPr>
          <a:xfrm>
            <a:off x="0" y="9364892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FAGRÅDETS ØKONOMI</a:t>
            </a:r>
          </a:p>
        </p:txBody>
      </p:sp>
      <p:sp>
        <p:nvSpPr>
          <p:cNvPr id="10" name="Tekstfelt 62">
            <a:extLst>
              <a:ext uri="{FF2B5EF4-FFF2-40B4-BE49-F238E27FC236}">
                <a16:creationId xmlns:a16="http://schemas.microsoft.com/office/drawing/2014/main" id="{A5B92DE0-2BD9-2938-0F2C-28EC5F992E00}"/>
              </a:ext>
            </a:extLst>
          </p:cNvPr>
          <p:cNvSpPr txBox="1"/>
          <p:nvPr/>
        </p:nvSpPr>
        <p:spPr>
          <a:xfrm>
            <a:off x="182878" y="10577141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BEHANDLING AF VEDTÆGTSÆNDRINGER</a:t>
            </a:r>
          </a:p>
        </p:txBody>
      </p:sp>
      <p:sp>
        <p:nvSpPr>
          <p:cNvPr id="11" name="Tekstfelt 62">
            <a:extLst>
              <a:ext uri="{FF2B5EF4-FFF2-40B4-BE49-F238E27FC236}">
                <a16:creationId xmlns:a16="http://schemas.microsoft.com/office/drawing/2014/main" id="{E9CC1538-C545-E566-7261-4252845E9867}"/>
              </a:ext>
            </a:extLst>
          </p:cNvPr>
          <p:cNvSpPr txBox="1"/>
          <p:nvPr/>
        </p:nvSpPr>
        <p:spPr>
          <a:xfrm>
            <a:off x="182878" y="12038783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VALG AF NY BESTYRELSE</a:t>
            </a:r>
          </a:p>
        </p:txBody>
      </p:sp>
      <p:sp>
        <p:nvSpPr>
          <p:cNvPr id="12" name="Tekstfelt 62">
            <a:extLst>
              <a:ext uri="{FF2B5EF4-FFF2-40B4-BE49-F238E27FC236}">
                <a16:creationId xmlns:a16="http://schemas.microsoft.com/office/drawing/2014/main" id="{19E52698-B359-18C5-0FD3-09211CC88429}"/>
              </a:ext>
            </a:extLst>
          </p:cNvPr>
          <p:cNvSpPr txBox="1"/>
          <p:nvPr/>
        </p:nvSpPr>
        <p:spPr>
          <a:xfrm>
            <a:off x="152280" y="13375175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VALG AF INTERNE REVISORER</a:t>
            </a:r>
          </a:p>
        </p:txBody>
      </p:sp>
      <p:sp>
        <p:nvSpPr>
          <p:cNvPr id="13" name="Tekstfelt 62">
            <a:extLst>
              <a:ext uri="{FF2B5EF4-FFF2-40B4-BE49-F238E27FC236}">
                <a16:creationId xmlns:a16="http://schemas.microsoft.com/office/drawing/2014/main" id="{3BCDFFEC-C527-1595-9432-D9F15EF4844A}"/>
              </a:ext>
            </a:extLst>
          </p:cNvPr>
          <p:cNvSpPr txBox="1"/>
          <p:nvPr/>
        </p:nvSpPr>
        <p:spPr>
          <a:xfrm>
            <a:off x="304565" y="14656171"/>
            <a:ext cx="148147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6000" b="1" dirty="0">
                <a:solidFill>
                  <a:schemeClr val="bg1"/>
                </a:solidFill>
              </a:rPr>
              <a:t>EVENENTUELT</a:t>
            </a:r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</TotalTime>
  <Words>41</Words>
  <Application>Microsoft Macintosh PowerPoint</Application>
  <PresentationFormat>Brugerdefineret</PresentationFormat>
  <Paragraphs>12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Aharoni</vt:lpstr>
      <vt:lpstr>Aptos</vt:lpstr>
      <vt:lpstr>Aptos Display</vt:lpstr>
      <vt:lpstr>Arial</vt:lpstr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5</cp:revision>
  <dcterms:created xsi:type="dcterms:W3CDTF">2025-01-24T19:08:08Z</dcterms:created>
  <dcterms:modified xsi:type="dcterms:W3CDTF">2026-02-16T14:14:30Z</dcterms:modified>
</cp:coreProperties>
</file>