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5119350" cy="21383625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302"/>
    <a:srgbClr val="01AAAD"/>
    <a:srgbClr val="FDF001"/>
    <a:srgbClr val="051721"/>
    <a:srgbClr val="E9E5EB"/>
    <a:srgbClr val="171717"/>
    <a:srgbClr val="F4EE00"/>
    <a:srgbClr val="CCCC00"/>
    <a:srgbClr val="BFC587"/>
    <a:srgbClr val="597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FF33CF-691E-41A6-9CAE-E2404C8E1B04}" v="16" dt="2025-11-25T09:30:09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3774" y="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987E8-53A3-47B5-8F48-50EB5178F685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2C154-AEC7-451D-8AB1-3839B0F88BB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7254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1pPr>
    <a:lvl2pPr marL="876041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2pPr>
    <a:lvl3pPr marL="1752082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3pPr>
    <a:lvl4pPr marL="2628123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4pPr>
    <a:lvl5pPr marL="3504164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5pPr>
    <a:lvl6pPr marL="4380205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6pPr>
    <a:lvl7pPr marL="525624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7pPr>
    <a:lvl8pPr marL="6132286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8pPr>
    <a:lvl9pPr marL="7008327" algn="l" defTabSz="1752082" rtl="0" eaLnBrk="1" latinLnBrk="0" hangingPunct="1">
      <a:defRPr sz="2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2C154-AEC7-451D-8AB1-3839B0F88BBA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6414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9CC4-CA92-B86B-9644-74D48BBB7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919" y="3499590"/>
            <a:ext cx="11339513" cy="7444669"/>
          </a:xfrm>
        </p:spPr>
        <p:txBody>
          <a:bodyPr anchor="b"/>
          <a:lstStyle>
            <a:lvl1pPr algn="ctr"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4F5EF-3B7C-1FA8-FAB1-C7603D6F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9919" y="11231355"/>
            <a:ext cx="11339513" cy="5162758"/>
          </a:xfrm>
        </p:spPr>
        <p:txBody>
          <a:bodyPr/>
          <a:lstStyle>
            <a:lvl1pPr marL="0" indent="0" algn="ctr">
              <a:buNone/>
              <a:defRPr sz="2976"/>
            </a:lvl1pPr>
            <a:lvl2pPr marL="566974" indent="0" algn="ctr">
              <a:buNone/>
              <a:defRPr sz="2480"/>
            </a:lvl2pPr>
            <a:lvl3pPr marL="1133947" indent="0" algn="ctr">
              <a:buNone/>
              <a:defRPr sz="2232"/>
            </a:lvl3pPr>
            <a:lvl4pPr marL="1700921" indent="0" algn="ctr">
              <a:buNone/>
              <a:defRPr sz="1984"/>
            </a:lvl4pPr>
            <a:lvl5pPr marL="2267895" indent="0" algn="ctr">
              <a:buNone/>
              <a:defRPr sz="1984"/>
            </a:lvl5pPr>
            <a:lvl6pPr marL="2834869" indent="0" algn="ctr">
              <a:buNone/>
              <a:defRPr sz="1984"/>
            </a:lvl6pPr>
            <a:lvl7pPr marL="3401842" indent="0" algn="ctr">
              <a:buNone/>
              <a:defRPr sz="1984"/>
            </a:lvl7pPr>
            <a:lvl8pPr marL="3968816" indent="0" algn="ctr">
              <a:buNone/>
              <a:defRPr sz="1984"/>
            </a:lvl8pPr>
            <a:lvl9pPr marL="4535790" indent="0" algn="ctr">
              <a:buNone/>
              <a:defRPr sz="1984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FE21F-7F43-F655-475B-19427845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69F-670F-DDB1-D105-E4292AED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C9D8-DD88-6936-F6ED-24D3A366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0256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388-AFD3-102A-0ECB-6F9E2A64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12197-E19D-2D63-E73D-E35C96ACB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1B33B-5FAA-2F4E-9667-79412D1D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0E23C-BB6E-0366-F5D9-392FA843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D5991-D998-3F57-F522-899E4F61B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987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8A4-00BA-2548-02FD-8FB2E75D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581" y="5331060"/>
            <a:ext cx="13040439" cy="8894992"/>
          </a:xfrm>
        </p:spPr>
        <p:txBody>
          <a:bodyPr anchor="b"/>
          <a:lstStyle>
            <a:lvl1pPr>
              <a:defRPr sz="7441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FDE5C-6648-A45B-7BDD-756FAD6FE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581" y="14310202"/>
            <a:ext cx="13040439" cy="4677666"/>
          </a:xfrm>
        </p:spPr>
        <p:txBody>
          <a:bodyPr/>
          <a:lstStyle>
            <a:lvl1pPr marL="0" indent="0">
              <a:buNone/>
              <a:defRPr sz="2976">
                <a:solidFill>
                  <a:schemeClr val="tx1">
                    <a:tint val="82000"/>
                  </a:schemeClr>
                </a:solidFill>
              </a:defRPr>
            </a:lvl1pPr>
            <a:lvl2pPr marL="566974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2pPr>
            <a:lvl3pPr marL="1133947" indent="0">
              <a:buNone/>
              <a:defRPr sz="2232">
                <a:solidFill>
                  <a:schemeClr val="tx1">
                    <a:tint val="82000"/>
                  </a:schemeClr>
                </a:solidFill>
              </a:defRPr>
            </a:lvl3pPr>
            <a:lvl4pPr marL="1700921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4pPr>
            <a:lvl5pPr marL="2267895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5pPr>
            <a:lvl6pPr marL="2834869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6pPr>
            <a:lvl7pPr marL="3401842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7pPr>
            <a:lvl8pPr marL="3968816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8pPr>
            <a:lvl9pPr marL="453579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7E14B-824D-637C-C4C5-C4E47FDC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AC391-46C8-827C-C711-D29A31B7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02A1C-8D24-E9A1-1A11-D07ADB56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01922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191A-5269-960F-D974-84B454B3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CA67-84EA-24F9-54FD-F5A67F9C5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455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818F2-936B-ABB0-6F2D-694B79C9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54171" y="5692400"/>
            <a:ext cx="6425724" cy="13567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D7B70-B682-6F15-DF2F-9065BEE4A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054C-B612-456F-F029-9864A816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7B97-784D-F64B-69D7-8AF0B093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02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391D-2004-F068-D7B9-FDCB8043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138482"/>
            <a:ext cx="13040439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0A095-86B6-94A8-03BD-2E324AFE3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1425" y="5241960"/>
            <a:ext cx="63961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E02DB-AC04-42EF-2041-28D00DF2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1425" y="7810963"/>
            <a:ext cx="63961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D8F4C-70BA-2B71-81EC-4A95D1984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54171" y="5241960"/>
            <a:ext cx="6427693" cy="2569003"/>
          </a:xfrm>
        </p:spPr>
        <p:txBody>
          <a:bodyPr anchor="b"/>
          <a:lstStyle>
            <a:lvl1pPr marL="0" indent="0">
              <a:buNone/>
              <a:defRPr sz="2976" b="1"/>
            </a:lvl1pPr>
            <a:lvl2pPr marL="566974" indent="0">
              <a:buNone/>
              <a:defRPr sz="2480" b="1"/>
            </a:lvl2pPr>
            <a:lvl3pPr marL="1133947" indent="0">
              <a:buNone/>
              <a:defRPr sz="2232" b="1"/>
            </a:lvl3pPr>
            <a:lvl4pPr marL="1700921" indent="0">
              <a:buNone/>
              <a:defRPr sz="1984" b="1"/>
            </a:lvl4pPr>
            <a:lvl5pPr marL="2267895" indent="0">
              <a:buNone/>
              <a:defRPr sz="1984" b="1"/>
            </a:lvl5pPr>
            <a:lvl6pPr marL="2834869" indent="0">
              <a:buNone/>
              <a:defRPr sz="1984" b="1"/>
            </a:lvl6pPr>
            <a:lvl7pPr marL="3401842" indent="0">
              <a:buNone/>
              <a:defRPr sz="1984" b="1"/>
            </a:lvl7pPr>
            <a:lvl8pPr marL="3968816" indent="0">
              <a:buNone/>
              <a:defRPr sz="1984" b="1"/>
            </a:lvl8pPr>
            <a:lvl9pPr marL="4535790" indent="0">
              <a:buNone/>
              <a:defRPr sz="19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C7AF3-7E91-5F86-CA51-107B50E34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54171" y="7810963"/>
            <a:ext cx="6427693" cy="11488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645139-F894-BA71-19EE-6C143E486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11626-1F98-D551-59B5-9F45417C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535B8-17A8-9A32-E9DD-7F806E5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6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8B7A-3F85-CB52-3E94-37D78812B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ECDB1-DB2C-5EA3-7362-D6FA2C70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62BD0-FBFF-65EF-8354-6160366B0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A7095-B182-0170-4CC0-5A5AB887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344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0A63AE-AF92-D856-C034-D424D2AC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C37AC-8C7F-2AC1-4FC8-FCD3E012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94486-45A7-6B03-4446-12E6E0EC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83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FA48-5CD3-979A-5814-6AF966FB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4410-39D5-7518-64B1-C2D7A41B7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>
              <a:defRPr sz="3968"/>
            </a:lvl1pPr>
            <a:lvl2pPr>
              <a:defRPr sz="3472"/>
            </a:lvl2pPr>
            <a:lvl3pPr>
              <a:defRPr sz="2976"/>
            </a:lvl3pPr>
            <a:lvl4pPr>
              <a:defRPr sz="2480"/>
            </a:lvl4pPr>
            <a:lvl5pPr>
              <a:defRPr sz="2480"/>
            </a:lvl5pPr>
            <a:lvl6pPr>
              <a:defRPr sz="2480"/>
            </a:lvl6pPr>
            <a:lvl7pPr>
              <a:defRPr sz="2480"/>
            </a:lvl7pPr>
            <a:lvl8pPr>
              <a:defRPr sz="2480"/>
            </a:lvl8pPr>
            <a:lvl9pPr>
              <a:defRPr sz="2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A9E51-44F0-98A0-6B4D-1F367ECF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6CA1E-14CE-6BC5-9D25-F5F6A859F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7FC91-DFBD-45C4-14FF-07B988A2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C3DFE-8D83-47FA-2136-0CEA3015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860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1CF3-8673-8C4F-1F69-0389341FA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25" y="1425575"/>
            <a:ext cx="4876383" cy="4989513"/>
          </a:xfrm>
        </p:spPr>
        <p:txBody>
          <a:bodyPr anchor="b"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FD933-952C-7606-96FF-6C9515A77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27693" y="3078847"/>
            <a:ext cx="7654171" cy="15196234"/>
          </a:xfrm>
        </p:spPr>
        <p:txBody>
          <a:bodyPr/>
          <a:lstStyle>
            <a:lvl1pPr marL="0" indent="0">
              <a:buNone/>
              <a:defRPr sz="3968"/>
            </a:lvl1pPr>
            <a:lvl2pPr marL="566974" indent="0">
              <a:buNone/>
              <a:defRPr sz="3472"/>
            </a:lvl2pPr>
            <a:lvl3pPr marL="1133947" indent="0">
              <a:buNone/>
              <a:defRPr sz="2976"/>
            </a:lvl3pPr>
            <a:lvl4pPr marL="1700921" indent="0">
              <a:buNone/>
              <a:defRPr sz="2480"/>
            </a:lvl4pPr>
            <a:lvl5pPr marL="2267895" indent="0">
              <a:buNone/>
              <a:defRPr sz="2480"/>
            </a:lvl5pPr>
            <a:lvl6pPr marL="2834869" indent="0">
              <a:buNone/>
              <a:defRPr sz="2480"/>
            </a:lvl6pPr>
            <a:lvl7pPr marL="3401842" indent="0">
              <a:buNone/>
              <a:defRPr sz="2480"/>
            </a:lvl7pPr>
            <a:lvl8pPr marL="3968816" indent="0">
              <a:buNone/>
              <a:defRPr sz="2480"/>
            </a:lvl8pPr>
            <a:lvl9pPr marL="4535790" indent="0">
              <a:buNone/>
              <a:defRPr sz="248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A66E7-0264-8602-EE8D-E3B2A9AC1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1425" y="6415088"/>
            <a:ext cx="4876383" cy="11884743"/>
          </a:xfrm>
        </p:spPr>
        <p:txBody>
          <a:bodyPr/>
          <a:lstStyle>
            <a:lvl1pPr marL="0" indent="0">
              <a:buNone/>
              <a:defRPr sz="1984"/>
            </a:lvl1pPr>
            <a:lvl2pPr marL="566974" indent="0">
              <a:buNone/>
              <a:defRPr sz="1736"/>
            </a:lvl2pPr>
            <a:lvl3pPr marL="1133947" indent="0">
              <a:buNone/>
              <a:defRPr sz="1488"/>
            </a:lvl3pPr>
            <a:lvl4pPr marL="1700921" indent="0">
              <a:buNone/>
              <a:defRPr sz="1240"/>
            </a:lvl4pPr>
            <a:lvl5pPr marL="2267895" indent="0">
              <a:buNone/>
              <a:defRPr sz="1240"/>
            </a:lvl5pPr>
            <a:lvl6pPr marL="2834869" indent="0">
              <a:buNone/>
              <a:defRPr sz="1240"/>
            </a:lvl6pPr>
            <a:lvl7pPr marL="3401842" indent="0">
              <a:buNone/>
              <a:defRPr sz="1240"/>
            </a:lvl7pPr>
            <a:lvl8pPr marL="3968816" indent="0">
              <a:buNone/>
              <a:defRPr sz="1240"/>
            </a:lvl8pPr>
            <a:lvl9pPr marL="4535790" indent="0">
              <a:buNone/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C267F-8F9A-8E67-8225-D57564CE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082C-B192-56E8-AEEA-821AAA799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FE3D1-C94F-4C7C-810E-D4FAFE78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909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3350-FA3E-A4C0-DFD7-178DE13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914F8-E9CC-B83C-E68B-EBBF68306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AAF06-52A4-5693-B590-380CBEA23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0F5A3-8076-198B-374F-03CDE75C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6D9A4-90F8-F608-3304-DF133D5E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565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6BFE8-872C-331E-EDB0-33A36651B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819785" y="1138480"/>
            <a:ext cx="3260110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77F61-70EE-12E1-1014-4D8961AC0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39455" y="1138480"/>
            <a:ext cx="9591338" cy="181216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36D1A-E600-8D55-7178-2C4AFAFB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CC532-D8F8-0BD0-5204-D08CF5A0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6A5FB-6991-4F42-A019-20573482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21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A4BAFB"/>
            </a:gs>
            <a:gs pos="0">
              <a:srgbClr val="6784FE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35C2D3-6F58-44B1-AC1D-AABCEDC11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456" y="1138482"/>
            <a:ext cx="13040439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54317-A79D-31FD-D6DA-4811053F0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456" y="5692400"/>
            <a:ext cx="13040439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246D9-D1DC-B71C-AC58-F4F290B1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455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F6849-F4B2-44D2-B8FB-E45FA684ADCF}" type="datetimeFigureOut">
              <a:rPr lang="da-DK" smtClean="0"/>
              <a:t>25-11-2025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E034F-FF7A-ABEF-BB05-BB40F7A90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8285" y="19819454"/>
            <a:ext cx="5102781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8D302-46A5-8BD5-C188-F02AA7AB4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78041" y="19819454"/>
            <a:ext cx="340185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2C15C-298B-46F7-9CF2-87B103409C1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843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33947" rtl="0" eaLnBrk="1" latinLnBrk="0" hangingPunct="1">
        <a:lnSpc>
          <a:spcPct val="90000"/>
        </a:lnSpc>
        <a:spcBef>
          <a:spcPct val="0"/>
        </a:spcBef>
        <a:buNone/>
        <a:defRPr sz="54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87" indent="-283487" algn="l" defTabSz="1133947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Char char="•"/>
        <a:defRPr sz="3472" kern="1200">
          <a:solidFill>
            <a:schemeClr val="tx1"/>
          </a:solidFill>
          <a:latin typeface="+mn-lt"/>
          <a:ea typeface="+mn-ea"/>
          <a:cs typeface="+mn-cs"/>
        </a:defRPr>
      </a:lvl1pPr>
      <a:lvl2pPr marL="850461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976" kern="1200">
          <a:solidFill>
            <a:schemeClr val="tx1"/>
          </a:solidFill>
          <a:latin typeface="+mn-lt"/>
          <a:ea typeface="+mn-ea"/>
          <a:cs typeface="+mn-cs"/>
        </a:defRPr>
      </a:lvl2pPr>
      <a:lvl3pPr marL="1417434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984408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551382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355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329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303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277" indent="-283487" algn="l" defTabSz="1133947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74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47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21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895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869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842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816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790" algn="l" defTabSz="1133947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0F1915-8E3F-A234-6EE3-1D871493C39A}"/>
              </a:ext>
            </a:extLst>
          </p:cNvPr>
          <p:cNvSpPr/>
          <p:nvPr/>
        </p:nvSpPr>
        <p:spPr>
          <a:xfrm>
            <a:off x="0" y="-1"/>
            <a:ext cx="15119350" cy="21383625"/>
          </a:xfrm>
          <a:prstGeom prst="rect">
            <a:avLst/>
          </a:prstGeom>
          <a:solidFill>
            <a:srgbClr val="FDF00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E6D34B-91DA-3792-6876-D94B1D3F932B}"/>
              </a:ext>
            </a:extLst>
          </p:cNvPr>
          <p:cNvSpPr/>
          <p:nvPr/>
        </p:nvSpPr>
        <p:spPr>
          <a:xfrm rot="21160647">
            <a:off x="-436212" y="1419102"/>
            <a:ext cx="16007564" cy="5137106"/>
          </a:xfrm>
          <a:prstGeom prst="rect">
            <a:avLst/>
          </a:prstGeom>
          <a:solidFill>
            <a:srgbClr val="05172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0907DC-EB40-FA9B-D1F5-D877693E567E}"/>
              </a:ext>
            </a:extLst>
          </p:cNvPr>
          <p:cNvSpPr txBox="1"/>
          <p:nvPr/>
        </p:nvSpPr>
        <p:spPr>
          <a:xfrm rot="21150505">
            <a:off x="-34418" y="1785283"/>
            <a:ext cx="15119349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a-DK" sz="11500" b="1" dirty="0" err="1">
                <a:solidFill>
                  <a:schemeClr val="bg1"/>
                </a:solidFill>
                <a:latin typeface="Aptos ExtraBold" panose="020B0004020202020204" pitchFamily="34" charset="0"/>
              </a:rPr>
              <a:t>IMADA’s</a:t>
            </a:r>
            <a:r>
              <a:rPr lang="da-DK" sz="11500" b="1" dirty="0">
                <a:solidFill>
                  <a:schemeClr val="bg1"/>
                </a:solidFill>
                <a:latin typeface="Aptos ExtraBold" panose="020B0004020202020204" pitchFamily="34" charset="0"/>
              </a:rPr>
              <a:t> kaffemaske</a:t>
            </a:r>
          </a:p>
        </p:txBody>
      </p:sp>
      <p:pic>
        <p:nvPicPr>
          <p:cNvPr id="10" name="Picture 9" descr="A book cover with a cartoon character pointing at something&#10;&#10;AI-generated content may be incorrect.">
            <a:extLst>
              <a:ext uri="{FF2B5EF4-FFF2-40B4-BE49-F238E27FC236}">
                <a16:creationId xmlns:a16="http://schemas.microsoft.com/office/drawing/2014/main" id="{D63715F9-4B60-4AFC-FA3C-74FC3FD3D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22804" y="-1714501"/>
            <a:ext cx="15171459" cy="187071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9233916-30F0-C29D-0BF6-210CB702E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83022">
            <a:off x="3697312" y="3947353"/>
            <a:ext cx="7724725" cy="2130666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123C8E5-AE77-4869-5906-B64ADCD6BBBD}"/>
              </a:ext>
            </a:extLst>
          </p:cNvPr>
          <p:cNvSpPr/>
          <p:nvPr/>
        </p:nvSpPr>
        <p:spPr>
          <a:xfrm>
            <a:off x="1002890" y="8347588"/>
            <a:ext cx="13113570" cy="4877770"/>
          </a:xfrm>
          <a:prstGeom prst="roundRect">
            <a:avLst/>
          </a:prstGeom>
          <a:solidFill>
            <a:srgbClr val="01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26100C-3D88-E103-D873-83E09CC6C32F}"/>
              </a:ext>
            </a:extLst>
          </p:cNvPr>
          <p:cNvSpPr/>
          <p:nvPr/>
        </p:nvSpPr>
        <p:spPr>
          <a:xfrm>
            <a:off x="1002890" y="8347587"/>
            <a:ext cx="8082117" cy="10740513"/>
          </a:xfrm>
          <a:prstGeom prst="roundRect">
            <a:avLst/>
          </a:prstGeom>
          <a:solidFill>
            <a:srgbClr val="01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A4B4460-E3E4-2B4B-DFCF-7EEFB2166901}"/>
              </a:ext>
            </a:extLst>
          </p:cNvPr>
          <p:cNvSpPr/>
          <p:nvPr/>
        </p:nvSpPr>
        <p:spPr>
          <a:xfrm>
            <a:off x="7141310" y="12395025"/>
            <a:ext cx="4601496" cy="4078268"/>
          </a:xfrm>
          <a:prstGeom prst="roundRect">
            <a:avLst/>
          </a:prstGeom>
          <a:solidFill>
            <a:srgbClr val="01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7010445-389A-E65D-1A9E-C6B5AF33732C}"/>
              </a:ext>
            </a:extLst>
          </p:cNvPr>
          <p:cNvSpPr/>
          <p:nvPr/>
        </p:nvSpPr>
        <p:spPr>
          <a:xfrm>
            <a:off x="9085007" y="13225358"/>
            <a:ext cx="4601496" cy="4883272"/>
          </a:xfrm>
          <a:prstGeom prst="roundRect">
            <a:avLst/>
          </a:prstGeom>
          <a:solidFill>
            <a:srgbClr val="FDF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23" name="Picture 22" descr="A cartoon of a person pointing&#10;&#10;AI-generated content may be incorrect.">
            <a:extLst>
              <a:ext uri="{FF2B5EF4-FFF2-40B4-BE49-F238E27FC236}">
                <a16:creationId xmlns:a16="http://schemas.microsoft.com/office/drawing/2014/main" id="{6B7ADA04-9444-96C2-442E-F43799308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675" b="89988" l="9972" r="89988">
                        <a14:foregroundMark x1="29955" y1="18038" x2="22254" y2="14390"/>
                        <a14:foregroundMark x1="22254" y1="14390" x2="21889" y2="14512"/>
                        <a14:foregroundMark x1="34982" y1="16255" x2="63964" y2="10985"/>
                        <a14:foregroundMark x1="44305" y1="6283" x2="44062" y2="7134"/>
                        <a14:foregroundMark x1="56830" y1="5756" x2="56830" y2="6688"/>
                        <a14:foregroundMark x1="62627" y1="5756" x2="62627" y2="5756"/>
                        <a14:foregroundMark x1="69315" y1="5675" x2="69315" y2="5675"/>
                        <a14:foregroundMark x1="65077" y1="20090" x2="64370" y2="21240"/>
                        <a14:foregroundMark x1="66234" y1="87475" x2="61816" y2="86340"/>
                        <a14:foregroundMark x1="61816" y1="86340" x2="43413" y2="88164"/>
                        <a14:foregroundMark x1="43413" y1="88164" x2="42156" y2="87961"/>
                        <a14:foregroundMark x1="32712" y1="34941" x2="33198" y2="35549"/>
                        <a14:foregroundMark x1="54114" y1="32388" x2="53466" y2="34090"/>
                        <a14:backgroundMark x1="58289" y1="53182" x2="56790" y2="59992"/>
                        <a14:backgroundMark x1="68869" y1="14268" x2="67612" y2="17146"/>
                        <a14:backgroundMark x1="71017" y1="8958" x2="68626" y2="14025"/>
                        <a14:backgroundMark x1="68626" y1="14025" x2="68626" y2="14025"/>
                        <a14:backgroundMark x1="71139" y1="8593" x2="72396" y2="6567"/>
                        <a14:backgroundMark x1="72274" y1="7945" x2="71504" y2="10215"/>
                        <a14:backgroundMark x1="67491" y1="12890" x2="66478" y2="19538"/>
                        <a14:backgroundMark x1="68747" y1="13863" x2="68099" y2="16538"/>
                        <a14:backgroundMark x1="66113" y1="18281" x2="65829" y2="19173"/>
                        <a14:backgroundMark x1="66032" y1="18727" x2="65788" y2="18525"/>
                        <a14:backgroundMark x1="59668" y1="44953" x2="59668" y2="44953"/>
                        <a14:backgroundMark x1="65748" y1="18808" x2="65626" y2="19416"/>
                        <a14:backgroundMark x1="65667" y1="19335" x2="65343" y2="201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058" y="14731826"/>
            <a:ext cx="7714477" cy="7714477"/>
          </a:xfrm>
          <a:prstGeom prst="rect">
            <a:avLst/>
          </a:prstGeom>
        </p:spPr>
      </p:pic>
      <p:sp>
        <p:nvSpPr>
          <p:cNvPr id="31" name="Moon 30">
            <a:extLst>
              <a:ext uri="{FF2B5EF4-FFF2-40B4-BE49-F238E27FC236}">
                <a16:creationId xmlns:a16="http://schemas.microsoft.com/office/drawing/2014/main" id="{6E1A84EB-C7E6-1E7C-55FD-91007503AAE0}"/>
              </a:ext>
            </a:extLst>
          </p:cNvPr>
          <p:cNvSpPr/>
          <p:nvPr/>
        </p:nvSpPr>
        <p:spPr>
          <a:xfrm rot="19577686">
            <a:off x="8640533" y="14976259"/>
            <a:ext cx="1191736" cy="2415423"/>
          </a:xfrm>
          <a:prstGeom prst="moon">
            <a:avLst>
              <a:gd name="adj" fmla="val 59809"/>
            </a:avLst>
          </a:prstGeom>
          <a:solidFill>
            <a:srgbClr val="01AA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E05B5F-CF63-310E-9844-57E04F5E3997}"/>
              </a:ext>
            </a:extLst>
          </p:cNvPr>
          <p:cNvSpPr txBox="1"/>
          <p:nvPr/>
        </p:nvSpPr>
        <p:spPr>
          <a:xfrm>
            <a:off x="1882877" y="8955227"/>
            <a:ext cx="5432323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a-DK" sz="2800" b="1" dirty="0">
                <a:solidFill>
                  <a:schemeClr val="bg1"/>
                </a:solidFill>
              </a:rPr>
              <a:t>1. Placer en/to tom termokande i kaffemaskinen uden at fjerne pumpeindsatsen, som sidder nede i kanden.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84D871-C543-BED3-8CDC-0BF95DBE9272}"/>
              </a:ext>
            </a:extLst>
          </p:cNvPr>
          <p:cNvSpPr txBox="1"/>
          <p:nvPr/>
        </p:nvSpPr>
        <p:spPr>
          <a:xfrm>
            <a:off x="1860437" y="11054137"/>
            <a:ext cx="56767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bg1"/>
                </a:solidFill>
              </a:rPr>
              <a:t>2. Tag kaffefilter-holderen ud af maskinen og tøm kaffefiltret.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9F0E46-E92D-C2BA-876F-8E2818841BDB}"/>
              </a:ext>
            </a:extLst>
          </p:cNvPr>
          <p:cNvSpPr txBox="1"/>
          <p:nvPr/>
        </p:nvSpPr>
        <p:spPr>
          <a:xfrm>
            <a:off x="1882877" y="12300389"/>
            <a:ext cx="56767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bg1"/>
                </a:solidFill>
              </a:rPr>
              <a:t>3. Sæt et nyt kaffefilter i og tilsæt 2 skefulde kaffe, og sæt kaffefilter-holderen tilbage i maskinen.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22814F-FAC0-1E07-F8CA-95F5243EC175}"/>
              </a:ext>
            </a:extLst>
          </p:cNvPr>
          <p:cNvSpPr txBox="1"/>
          <p:nvPr/>
        </p:nvSpPr>
        <p:spPr>
          <a:xfrm>
            <a:off x="1882877" y="14343886"/>
            <a:ext cx="5699238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a-DK" sz="2800" b="1" dirty="0">
                <a:solidFill>
                  <a:schemeClr val="bg1"/>
                </a:solidFill>
              </a:rPr>
              <a:t>4. Hent i alt </a:t>
            </a:r>
            <a:r>
              <a:rPr lang="da-DK" sz="2800" b="1" u="sng" dirty="0">
                <a:solidFill>
                  <a:schemeClr val="bg1"/>
                </a:solidFill>
              </a:rPr>
              <a:t>2,2 liter </a:t>
            </a:r>
            <a:r>
              <a:rPr lang="da-DK" sz="2800" b="1" dirty="0">
                <a:solidFill>
                  <a:schemeClr val="bg1"/>
                </a:solidFill>
              </a:rPr>
              <a:t>vand i maskinen ad to omgange (fordi vasken er for lille til at tappe 2,2 liter på én gang).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391F39-01FF-C17D-C9CA-A13B916415AA}"/>
              </a:ext>
            </a:extLst>
          </p:cNvPr>
          <p:cNvSpPr txBox="1"/>
          <p:nvPr/>
        </p:nvSpPr>
        <p:spPr>
          <a:xfrm>
            <a:off x="1860437" y="16473292"/>
            <a:ext cx="569923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bg1"/>
                </a:solidFill>
              </a:rPr>
              <a:t>5. Hæld de 2,2 liter vand i plastgitteret under klappen øverst på kaffemaskinen – i to omgange – og luk derefter klappen.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4B34C7-B4AD-5EE4-F7E1-42BAB962D5DE}"/>
              </a:ext>
            </a:extLst>
          </p:cNvPr>
          <p:cNvSpPr txBox="1"/>
          <p:nvPr/>
        </p:nvSpPr>
        <p:spPr>
          <a:xfrm>
            <a:off x="8195187" y="8988599"/>
            <a:ext cx="5432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bg1"/>
                </a:solidFill>
              </a:rPr>
              <a:t>6. Tryk på tænd-knappen.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611F94-6D92-E5F1-6EC9-EA6CD4F42AA4}"/>
              </a:ext>
            </a:extLst>
          </p:cNvPr>
          <p:cNvSpPr txBox="1"/>
          <p:nvPr/>
        </p:nvSpPr>
        <p:spPr>
          <a:xfrm>
            <a:off x="8195187" y="10099501"/>
            <a:ext cx="47220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 b="1" dirty="0">
                <a:solidFill>
                  <a:schemeClr val="bg1"/>
                </a:solidFill>
              </a:rPr>
              <a:t>7. Du har nu helt selv sat en kande kaffe over! </a:t>
            </a:r>
          </a:p>
          <a:p>
            <a:pPr marL="514350" indent="-514350">
              <a:buAutoNum type="arabicPeriod"/>
            </a:pPr>
            <a:endParaRPr lang="da-DK" sz="2800" b="1" dirty="0">
              <a:solidFill>
                <a:schemeClr val="bg1"/>
              </a:solidFill>
            </a:endParaRPr>
          </a:p>
          <a:p>
            <a:r>
              <a:rPr lang="da-DK" sz="2800" b="1" dirty="0">
                <a:solidFill>
                  <a:schemeClr val="bg1"/>
                </a:solidFill>
              </a:rPr>
              <a:t>Du er så god &lt;3, hav en </a:t>
            </a:r>
          </a:p>
          <a:p>
            <a:r>
              <a:rPr lang="da-DK" sz="2800" b="1" dirty="0">
                <a:solidFill>
                  <a:schemeClr val="bg1"/>
                </a:solidFill>
              </a:rPr>
              <a:t>fantastik dag</a:t>
            </a:r>
          </a:p>
        </p:txBody>
      </p:sp>
      <p:pic>
        <p:nvPicPr>
          <p:cNvPr id="40" name="Picture 2" descr="IMADA Fagråd - Studenterforening for IMADA på SDU">
            <a:extLst>
              <a:ext uri="{FF2B5EF4-FFF2-40B4-BE49-F238E27FC236}">
                <a16:creationId xmlns:a16="http://schemas.microsoft.com/office/drawing/2014/main" id="{5BFD54B6-F78D-C1DB-D4D3-D0C5A703A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91" y="19269397"/>
            <a:ext cx="1953360" cy="197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0DD1DB6-DEA6-3CA6-CEB5-D006BCEE30CC}"/>
              </a:ext>
            </a:extLst>
          </p:cNvPr>
          <p:cNvSpPr txBox="1"/>
          <p:nvPr/>
        </p:nvSpPr>
        <p:spPr>
          <a:xfrm>
            <a:off x="2476482" y="19983206"/>
            <a:ext cx="5432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000" b="1" dirty="0">
                <a:solidFill>
                  <a:srgbClr val="2D2302"/>
                </a:solidFill>
              </a:rPr>
              <a:t>IMADA fagråd</a:t>
            </a:r>
          </a:p>
        </p:txBody>
      </p:sp>
    </p:spTree>
    <p:extLst>
      <p:ext uri="{BB962C8B-B14F-4D97-AF65-F5344CB8AC3E}">
        <p14:creationId xmlns:p14="http://schemas.microsoft.com/office/powerpoint/2010/main" val="961493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</TotalTime>
  <Words>137</Words>
  <Application>Microsoft Office PowerPoint</Application>
  <PresentationFormat>Brugerdefineret</PresentationFormat>
  <Paragraphs>13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2" baseType="lpstr">
      <vt:lpstr>Office Theme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Holm</dc:creator>
  <cp:lastModifiedBy>Simon Holm</cp:lastModifiedBy>
  <cp:revision>8</cp:revision>
  <dcterms:created xsi:type="dcterms:W3CDTF">2025-01-24T19:08:08Z</dcterms:created>
  <dcterms:modified xsi:type="dcterms:W3CDTF">2025-11-25T09:32:02Z</dcterms:modified>
</cp:coreProperties>
</file>