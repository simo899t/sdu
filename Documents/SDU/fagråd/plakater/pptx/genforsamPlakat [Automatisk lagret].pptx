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"/>
  </p:notesMasterIdLst>
  <p:sldIdLst>
    <p:sldId id="256" r:id="rId2"/>
  </p:sldIdLst>
  <p:sldSz cx="15119350" cy="21383625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7FDE"/>
    <a:srgbClr val="E9CB8B"/>
    <a:srgbClr val="262626"/>
    <a:srgbClr val="FCE9BE"/>
    <a:srgbClr val="E3793F"/>
    <a:srgbClr val="E7CA8D"/>
    <a:srgbClr val="B4891C"/>
    <a:srgbClr val="383432"/>
    <a:srgbClr val="383431"/>
    <a:srgbClr val="FBE5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1456"/>
  </p:normalViewPr>
  <p:slideViewPr>
    <p:cSldViewPr snapToGrid="0">
      <p:cViewPr varScale="1">
        <p:scale>
          <a:sx n="14" d="100"/>
          <a:sy n="14" d="100"/>
        </p:scale>
        <p:origin x="696" y="21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987E8-53A3-47B5-8F48-50EB5178F685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2C154-AEC7-451D-8AB1-3839B0F88B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97254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1pPr>
    <a:lvl2pPr marL="876041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2pPr>
    <a:lvl3pPr marL="1752082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3pPr>
    <a:lvl4pPr marL="2628123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4pPr>
    <a:lvl5pPr marL="3504164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5pPr>
    <a:lvl6pPr marL="4380205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6pPr>
    <a:lvl7pPr marL="525624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7pPr>
    <a:lvl8pPr marL="613228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8pPr>
    <a:lvl9pPr marL="7008327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2C154-AEC7-451D-8AB1-3839B0F88BBA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6414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9CC4-CA92-B86B-9644-74D48BBB7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9919" y="3499590"/>
            <a:ext cx="11339513" cy="7444669"/>
          </a:xfrm>
        </p:spPr>
        <p:txBody>
          <a:bodyPr anchor="b"/>
          <a:lstStyle>
            <a:lvl1pPr algn="ctr"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4F5EF-3B7C-1FA8-FAB1-C7603D6FD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2976"/>
            </a:lvl1pPr>
            <a:lvl2pPr marL="566974" indent="0" algn="ctr">
              <a:buNone/>
              <a:defRPr sz="2480"/>
            </a:lvl2pPr>
            <a:lvl3pPr marL="1133947" indent="0" algn="ctr">
              <a:buNone/>
              <a:defRPr sz="2232"/>
            </a:lvl3pPr>
            <a:lvl4pPr marL="1700921" indent="0" algn="ctr">
              <a:buNone/>
              <a:defRPr sz="1984"/>
            </a:lvl4pPr>
            <a:lvl5pPr marL="2267895" indent="0" algn="ctr">
              <a:buNone/>
              <a:defRPr sz="1984"/>
            </a:lvl5pPr>
            <a:lvl6pPr marL="2834869" indent="0" algn="ctr">
              <a:buNone/>
              <a:defRPr sz="1984"/>
            </a:lvl6pPr>
            <a:lvl7pPr marL="3401842" indent="0" algn="ctr">
              <a:buNone/>
              <a:defRPr sz="1984"/>
            </a:lvl7pPr>
            <a:lvl8pPr marL="3968816" indent="0" algn="ctr">
              <a:buNone/>
              <a:defRPr sz="1984"/>
            </a:lvl8pPr>
            <a:lvl9pPr marL="4535790" indent="0" algn="ctr">
              <a:buNone/>
              <a:defRPr sz="1984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E21F-7F43-F655-475B-19427845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1369F-670F-DDB1-D105-E4292AED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C9D8-DD88-6936-F6ED-24D3A366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256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3388-AFD3-102A-0ECB-6F9E2A64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12197-E19D-2D63-E73D-E35C96ACB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1B33B-5FAA-2F4E-9667-79412D1D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0E23C-BB6E-0366-F5D9-392FA843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D5991-D998-3F57-F522-899E4F61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9873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58A4-00BA-2548-02FD-8FB2E75D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581" y="5331060"/>
            <a:ext cx="13040439" cy="8894992"/>
          </a:xfrm>
        </p:spPr>
        <p:txBody>
          <a:bodyPr anchor="b"/>
          <a:lstStyle>
            <a:lvl1pPr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FDE5C-6648-A45B-7BDD-756FAD6FE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581" y="14310202"/>
            <a:ext cx="13040439" cy="4677666"/>
          </a:xfrm>
        </p:spPr>
        <p:txBody>
          <a:bodyPr/>
          <a:lstStyle>
            <a:lvl1pPr marL="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1pPr>
            <a:lvl2pPr marL="566974" indent="0">
              <a:buNone/>
              <a:defRPr sz="2480">
                <a:solidFill>
                  <a:schemeClr val="tx1">
                    <a:tint val="82000"/>
                  </a:schemeClr>
                </a:solidFill>
              </a:defRPr>
            </a:lvl2pPr>
            <a:lvl3pPr marL="1133947" indent="0">
              <a:buNone/>
              <a:defRPr sz="2232">
                <a:solidFill>
                  <a:schemeClr val="tx1">
                    <a:tint val="82000"/>
                  </a:schemeClr>
                </a:solidFill>
              </a:defRPr>
            </a:lvl3pPr>
            <a:lvl4pPr marL="1700921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4pPr>
            <a:lvl5pPr marL="2267895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5pPr>
            <a:lvl6pPr marL="2834869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6pPr>
            <a:lvl7pPr marL="3401842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7pPr>
            <a:lvl8pPr marL="3968816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8pPr>
            <a:lvl9pPr marL="453579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7E14B-824D-637C-C4C5-C4E47FDC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AC391-46C8-827C-C711-D29A31B7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02A1C-8D24-E9A1-1A11-D07ADB56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1922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191A-5269-960F-D974-84B454B3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CA67-84EA-24F9-54FD-F5A67F9C5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818F2-936B-ABB0-6F2D-694B79C9E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D7B70-B682-6F15-DF2F-9065BEE4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8054C-B612-456F-F029-9864A816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77B97-784D-F64B-69D7-8AF0B093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021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3391D-2004-F068-D7B9-FDCB8043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138482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0A095-86B6-94A8-03BD-2E324AFE3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425" y="5241960"/>
            <a:ext cx="63961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E02DB-AC04-42EF-2041-28D00DF2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1425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DD8F4C-70BA-2B71-81EC-4A95D1984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54171" y="5241960"/>
            <a:ext cx="64276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C7AF3-7E91-5F86-CA51-107B50E34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54171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645139-F894-BA71-19EE-6C143E486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11626-1F98-D551-59B5-9F45417C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535B8-17A8-9A32-E9DD-7F806E5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60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8B7A-3F85-CB52-3E94-37D78812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ECDB1-DB2C-5EA3-7362-D6FA2C70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62BD0-FBFF-65EF-8354-6160366B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A7095-B182-0170-4CC0-5A5AB887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344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0A63AE-AF92-D856-C034-D424D2AC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C37AC-8C7F-2AC1-4FC8-FCD3E0124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94486-45A7-6B03-4446-12E6E0EC1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83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FA48-5CD3-979A-5814-6AF966FB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C4410-39D5-7518-64B1-C2D7A41B7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>
              <a:defRPr sz="3968"/>
            </a:lvl1pPr>
            <a:lvl2pPr>
              <a:defRPr sz="3472"/>
            </a:lvl2pPr>
            <a:lvl3pPr>
              <a:defRPr sz="2976"/>
            </a:lvl3pPr>
            <a:lvl4pPr>
              <a:defRPr sz="2480"/>
            </a:lvl4pPr>
            <a:lvl5pPr>
              <a:defRPr sz="2480"/>
            </a:lvl5pPr>
            <a:lvl6pPr>
              <a:defRPr sz="2480"/>
            </a:lvl6pPr>
            <a:lvl7pPr>
              <a:defRPr sz="2480"/>
            </a:lvl7pPr>
            <a:lvl8pPr>
              <a:defRPr sz="2480"/>
            </a:lvl8pPr>
            <a:lvl9pPr>
              <a:defRPr sz="2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A9E51-44F0-98A0-6B4D-1F367ECF5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6CA1E-14CE-6BC5-9D25-F5F6A859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7FC91-DFBD-45C4-14FF-07B988A2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C3DFE-8D83-47FA-2136-0CEA3015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860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1CF3-8673-8C4F-1F69-0389341F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FD933-952C-7606-96FF-6C9515A77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 marL="0" indent="0">
              <a:buNone/>
              <a:defRPr sz="3968"/>
            </a:lvl1pPr>
            <a:lvl2pPr marL="566974" indent="0">
              <a:buNone/>
              <a:defRPr sz="3472"/>
            </a:lvl2pPr>
            <a:lvl3pPr marL="1133947" indent="0">
              <a:buNone/>
              <a:defRPr sz="2976"/>
            </a:lvl3pPr>
            <a:lvl4pPr marL="1700921" indent="0">
              <a:buNone/>
              <a:defRPr sz="2480"/>
            </a:lvl4pPr>
            <a:lvl5pPr marL="2267895" indent="0">
              <a:buNone/>
              <a:defRPr sz="2480"/>
            </a:lvl5pPr>
            <a:lvl6pPr marL="2834869" indent="0">
              <a:buNone/>
              <a:defRPr sz="2480"/>
            </a:lvl6pPr>
            <a:lvl7pPr marL="3401842" indent="0">
              <a:buNone/>
              <a:defRPr sz="2480"/>
            </a:lvl7pPr>
            <a:lvl8pPr marL="3968816" indent="0">
              <a:buNone/>
              <a:defRPr sz="2480"/>
            </a:lvl8pPr>
            <a:lvl9pPr marL="4535790" indent="0">
              <a:buNone/>
              <a:defRPr sz="248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A66E7-0264-8602-EE8D-E3B2A9AC1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C267F-8F9A-8E67-8225-D57564CE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2082C-B192-56E8-AEEA-821AAA79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FE3D1-C94F-4C7C-810E-D4FAFE78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590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3350-FA3E-A4C0-DFD7-178DE13E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914F8-E9CC-B83C-E68B-EBBF68306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AAF06-52A4-5693-B590-380CBEA2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0F5A3-8076-198B-374F-03CDE75C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6D9A4-90F8-F608-3304-DF133D5E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565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6BFE8-872C-331E-EDB0-33A36651B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819785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77F61-70EE-12E1-1014-4D8961AC0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39455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36D1A-E600-8D55-7178-2C4AFAFB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CC532-D8F8-0BD0-5204-D08CF5A0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6A5FB-6991-4F42-A019-20573482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21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5C2D3-6F58-44B1-AC1D-AABCEDC1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56" y="1138482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54317-A79D-31FD-D6DA-4811053F0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246D9-D1DC-B71C-AC58-F4F290B18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F6849-F4B2-44D2-B8FB-E45FA684ADCF}" type="datetimeFigureOut">
              <a:rPr lang="da-DK" smtClean="0"/>
              <a:t>23.02.2026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E034F-FF7A-ABEF-BB05-BB40F7A90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8D302-46A5-8BD5-C188-F02AA7AB4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843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133947" rtl="0" eaLnBrk="1" latinLnBrk="0" hangingPunct="1">
        <a:lnSpc>
          <a:spcPct val="90000"/>
        </a:lnSpc>
        <a:spcBef>
          <a:spcPct val="0"/>
        </a:spcBef>
        <a:buNone/>
        <a:defRPr sz="5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87" indent="-283487" algn="l" defTabSz="1133947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3472" kern="1200">
          <a:solidFill>
            <a:schemeClr val="tx1"/>
          </a:solidFill>
          <a:latin typeface="+mn-lt"/>
          <a:ea typeface="+mn-ea"/>
          <a:cs typeface="+mn-cs"/>
        </a:defRPr>
      </a:lvl1pPr>
      <a:lvl2pPr marL="850461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417434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984408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551382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3118355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329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2303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9277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74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47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21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895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869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842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816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79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background with white circles and lines&#10;&#10;AI-generated content may be incorrect.">
            <a:extLst>
              <a:ext uri="{FF2B5EF4-FFF2-40B4-BE49-F238E27FC236}">
                <a16:creationId xmlns:a16="http://schemas.microsoft.com/office/drawing/2014/main" id="{8CC6EA83-FDAA-A138-F657-30EB55F9F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6" t="5586" r="14347" b="6755"/>
          <a:stretch/>
        </p:blipFill>
        <p:spPr>
          <a:xfrm rot="16200000">
            <a:off x="-3132138" y="3132136"/>
            <a:ext cx="21383627" cy="15119350"/>
          </a:xfrm>
          <a:prstGeom prst="rect">
            <a:avLst/>
          </a:prstGeom>
        </p:spPr>
      </p:pic>
      <p:pic>
        <p:nvPicPr>
          <p:cNvPr id="9" name="Picture 2" descr="IMADA Fagråd - Studenterforening for IMADA på SDU">
            <a:extLst>
              <a:ext uri="{FF2B5EF4-FFF2-40B4-BE49-F238E27FC236}">
                <a16:creationId xmlns:a16="http://schemas.microsoft.com/office/drawing/2014/main" id="{C82EF704-4B41-B917-1D3F-57D9D157F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5369" y="19135967"/>
            <a:ext cx="1969415" cy="1992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omas Gotfredsen - Home">
            <a:extLst>
              <a:ext uri="{FF2B5EF4-FFF2-40B4-BE49-F238E27FC236}">
                <a16:creationId xmlns:a16="http://schemas.microsoft.com/office/drawing/2014/main" id="{7546E222-C2B5-C604-E514-4080675AE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04" y="19933249"/>
            <a:ext cx="2926201" cy="1169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ktangel 27">
            <a:extLst>
              <a:ext uri="{FF2B5EF4-FFF2-40B4-BE49-F238E27FC236}">
                <a16:creationId xmlns:a16="http://schemas.microsoft.com/office/drawing/2014/main" id="{EE53B7F6-2EB9-D092-3BEA-644553E24D7F}"/>
              </a:ext>
            </a:extLst>
          </p:cNvPr>
          <p:cNvSpPr/>
          <p:nvPr/>
        </p:nvSpPr>
        <p:spPr>
          <a:xfrm>
            <a:off x="-874713" y="18735201"/>
            <a:ext cx="16868774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da-DK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Kontakt os med forslag til dagsordenen på</a:t>
            </a:r>
            <a:br>
              <a:rPr lang="da-DK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da-DK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kontakt@imadafagraad.dk</a:t>
            </a:r>
            <a:endParaRPr lang="da-DK" sz="7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Tekstfelt 62">
            <a:extLst>
              <a:ext uri="{FF2B5EF4-FFF2-40B4-BE49-F238E27FC236}">
                <a16:creationId xmlns:a16="http://schemas.microsoft.com/office/drawing/2014/main" id="{37B58E35-4639-9E8C-F4E6-FDCDD3FA4BE0}"/>
              </a:ext>
            </a:extLst>
          </p:cNvPr>
          <p:cNvSpPr txBox="1"/>
          <p:nvPr/>
        </p:nvSpPr>
        <p:spPr>
          <a:xfrm>
            <a:off x="0" y="1105338"/>
            <a:ext cx="1481478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0000" b="1" dirty="0">
                <a:solidFill>
                  <a:schemeClr val="bg1"/>
                </a:solidFill>
              </a:rPr>
              <a:t>GENERALFORSAMLING</a:t>
            </a:r>
          </a:p>
          <a:p>
            <a:pPr algn="ctr"/>
            <a:r>
              <a:rPr lang="da-DK" sz="10000" b="1" dirty="0">
                <a:solidFill>
                  <a:schemeClr val="bg1"/>
                </a:solidFill>
              </a:rPr>
              <a:t>I IMADA FAGRÅD</a:t>
            </a:r>
          </a:p>
        </p:txBody>
      </p:sp>
      <p:sp>
        <p:nvSpPr>
          <p:cNvPr id="15" name="Tekstfelt 62">
            <a:extLst>
              <a:ext uri="{FF2B5EF4-FFF2-40B4-BE49-F238E27FC236}">
                <a16:creationId xmlns:a16="http://schemas.microsoft.com/office/drawing/2014/main" id="{160AD8B4-D76B-85D1-D81A-1B5BB48AC66F}"/>
              </a:ext>
            </a:extLst>
          </p:cNvPr>
          <p:cNvSpPr txBox="1"/>
          <p:nvPr/>
        </p:nvSpPr>
        <p:spPr>
          <a:xfrm>
            <a:off x="169335" y="15463985"/>
            <a:ext cx="1481478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1500" b="1" dirty="0">
                <a:solidFill>
                  <a:schemeClr val="bg1"/>
                </a:solidFill>
              </a:rPr>
              <a:t>18. Marts KL 17:00 </a:t>
            </a:r>
            <a:endParaRPr lang="da-DK" sz="8800" b="1" dirty="0">
              <a:solidFill>
                <a:schemeClr val="bg1"/>
              </a:solidFill>
            </a:endParaRPr>
          </a:p>
        </p:txBody>
      </p:sp>
      <p:sp>
        <p:nvSpPr>
          <p:cNvPr id="4" name="Tekstfelt 62">
            <a:extLst>
              <a:ext uri="{FF2B5EF4-FFF2-40B4-BE49-F238E27FC236}">
                <a16:creationId xmlns:a16="http://schemas.microsoft.com/office/drawing/2014/main" id="{D5508D6A-040E-0EC3-532D-3EC8F94EC0E0}"/>
              </a:ext>
            </a:extLst>
          </p:cNvPr>
          <p:cNvSpPr txBox="1"/>
          <p:nvPr/>
        </p:nvSpPr>
        <p:spPr>
          <a:xfrm>
            <a:off x="152281" y="6192613"/>
            <a:ext cx="1481478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8800" b="1" dirty="0">
                <a:solidFill>
                  <a:schemeClr val="bg1"/>
                </a:solidFill>
              </a:rPr>
              <a:t>DAGSORDEN:</a:t>
            </a:r>
            <a:endParaRPr lang="da-DK" sz="7200" b="1" dirty="0">
              <a:solidFill>
                <a:schemeClr val="bg1"/>
              </a:solidFill>
            </a:endParaRPr>
          </a:p>
        </p:txBody>
      </p:sp>
      <p:sp>
        <p:nvSpPr>
          <p:cNvPr id="5" name="Tekstfelt 62">
            <a:extLst>
              <a:ext uri="{FF2B5EF4-FFF2-40B4-BE49-F238E27FC236}">
                <a16:creationId xmlns:a16="http://schemas.microsoft.com/office/drawing/2014/main" id="{EAC7CA5A-FC49-E5C2-65DD-54DEE7C1F494}"/>
              </a:ext>
            </a:extLst>
          </p:cNvPr>
          <p:cNvSpPr txBox="1"/>
          <p:nvPr/>
        </p:nvSpPr>
        <p:spPr>
          <a:xfrm>
            <a:off x="-1" y="8032668"/>
            <a:ext cx="148147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6000" b="1" dirty="0">
                <a:solidFill>
                  <a:schemeClr val="bg1"/>
                </a:solidFill>
              </a:rPr>
              <a:t>FAGRÅDSLEDERENS BERETNING</a:t>
            </a:r>
          </a:p>
        </p:txBody>
      </p:sp>
      <p:sp>
        <p:nvSpPr>
          <p:cNvPr id="6" name="Tekstfelt 62">
            <a:extLst>
              <a:ext uri="{FF2B5EF4-FFF2-40B4-BE49-F238E27FC236}">
                <a16:creationId xmlns:a16="http://schemas.microsoft.com/office/drawing/2014/main" id="{25A034E1-F5B9-A4C7-CC27-773ACA2E883B}"/>
              </a:ext>
            </a:extLst>
          </p:cNvPr>
          <p:cNvSpPr txBox="1"/>
          <p:nvPr/>
        </p:nvSpPr>
        <p:spPr>
          <a:xfrm>
            <a:off x="0" y="9364892"/>
            <a:ext cx="148147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6000" b="1" dirty="0">
                <a:solidFill>
                  <a:schemeClr val="bg1"/>
                </a:solidFill>
              </a:rPr>
              <a:t>FAGRÅDETS ØKONOMI</a:t>
            </a:r>
          </a:p>
        </p:txBody>
      </p:sp>
      <p:sp>
        <p:nvSpPr>
          <p:cNvPr id="10" name="Tekstfelt 62">
            <a:extLst>
              <a:ext uri="{FF2B5EF4-FFF2-40B4-BE49-F238E27FC236}">
                <a16:creationId xmlns:a16="http://schemas.microsoft.com/office/drawing/2014/main" id="{A5B92DE0-2BD9-2938-0F2C-28EC5F992E00}"/>
              </a:ext>
            </a:extLst>
          </p:cNvPr>
          <p:cNvSpPr txBox="1"/>
          <p:nvPr/>
        </p:nvSpPr>
        <p:spPr>
          <a:xfrm>
            <a:off x="182878" y="10577141"/>
            <a:ext cx="148147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6000" b="1" dirty="0">
                <a:solidFill>
                  <a:schemeClr val="bg1"/>
                </a:solidFill>
              </a:rPr>
              <a:t>BEHANDLING AF VEDTÆGTSÆNDRINGER</a:t>
            </a:r>
          </a:p>
        </p:txBody>
      </p:sp>
      <p:sp>
        <p:nvSpPr>
          <p:cNvPr id="11" name="Tekstfelt 62">
            <a:extLst>
              <a:ext uri="{FF2B5EF4-FFF2-40B4-BE49-F238E27FC236}">
                <a16:creationId xmlns:a16="http://schemas.microsoft.com/office/drawing/2014/main" id="{E9CC1538-C545-E566-7261-4252845E9867}"/>
              </a:ext>
            </a:extLst>
          </p:cNvPr>
          <p:cNvSpPr txBox="1"/>
          <p:nvPr/>
        </p:nvSpPr>
        <p:spPr>
          <a:xfrm>
            <a:off x="182878" y="11825423"/>
            <a:ext cx="148147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6000" b="1" dirty="0">
                <a:solidFill>
                  <a:schemeClr val="bg1"/>
                </a:solidFill>
              </a:rPr>
              <a:t>VALG AF NY BESTYRELSE</a:t>
            </a:r>
          </a:p>
        </p:txBody>
      </p:sp>
      <p:sp>
        <p:nvSpPr>
          <p:cNvPr id="12" name="Tekstfelt 62">
            <a:extLst>
              <a:ext uri="{FF2B5EF4-FFF2-40B4-BE49-F238E27FC236}">
                <a16:creationId xmlns:a16="http://schemas.microsoft.com/office/drawing/2014/main" id="{19E52698-B359-18C5-0FD3-09211CC88429}"/>
              </a:ext>
            </a:extLst>
          </p:cNvPr>
          <p:cNvSpPr txBox="1"/>
          <p:nvPr/>
        </p:nvSpPr>
        <p:spPr>
          <a:xfrm>
            <a:off x="152280" y="13070375"/>
            <a:ext cx="148147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6000" b="1" dirty="0">
                <a:solidFill>
                  <a:schemeClr val="bg1"/>
                </a:solidFill>
              </a:rPr>
              <a:t>VALG AF INTERNE REVISORER</a:t>
            </a:r>
          </a:p>
        </p:txBody>
      </p:sp>
      <p:sp>
        <p:nvSpPr>
          <p:cNvPr id="13" name="Tekstfelt 62">
            <a:extLst>
              <a:ext uri="{FF2B5EF4-FFF2-40B4-BE49-F238E27FC236}">
                <a16:creationId xmlns:a16="http://schemas.microsoft.com/office/drawing/2014/main" id="{3BCDFFEC-C527-1595-9432-D9F15EF4844A}"/>
              </a:ext>
            </a:extLst>
          </p:cNvPr>
          <p:cNvSpPr txBox="1"/>
          <p:nvPr/>
        </p:nvSpPr>
        <p:spPr>
          <a:xfrm>
            <a:off x="304565" y="14290411"/>
            <a:ext cx="148147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6000" b="1" dirty="0">
                <a:solidFill>
                  <a:schemeClr val="bg1"/>
                </a:solidFill>
              </a:rPr>
              <a:t>EVENENTUELT</a:t>
            </a:r>
          </a:p>
        </p:txBody>
      </p:sp>
      <p:sp>
        <p:nvSpPr>
          <p:cNvPr id="14" name="Tekstfelt 62">
            <a:extLst>
              <a:ext uri="{FF2B5EF4-FFF2-40B4-BE49-F238E27FC236}">
                <a16:creationId xmlns:a16="http://schemas.microsoft.com/office/drawing/2014/main" id="{8B7062E1-2C4F-4A6C-CCF0-BA76DFD066C9}"/>
              </a:ext>
            </a:extLst>
          </p:cNvPr>
          <p:cNvSpPr txBox="1"/>
          <p:nvPr/>
        </p:nvSpPr>
        <p:spPr>
          <a:xfrm>
            <a:off x="135230" y="17182336"/>
            <a:ext cx="148147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6000" b="1" dirty="0">
                <a:solidFill>
                  <a:schemeClr val="bg1"/>
                </a:solidFill>
              </a:rPr>
              <a:t>IMADAS KONFERENCELOKALE</a:t>
            </a:r>
          </a:p>
        </p:txBody>
      </p:sp>
    </p:spTree>
    <p:extLst>
      <p:ext uri="{BB962C8B-B14F-4D97-AF65-F5344CB8AC3E}">
        <p14:creationId xmlns:p14="http://schemas.microsoft.com/office/powerpoint/2010/main" val="961493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</TotalTime>
  <Words>43</Words>
  <Application>Microsoft Macintosh PowerPoint</Application>
  <PresentationFormat>Brugerdefineret</PresentationFormat>
  <Paragraphs>13</Paragraphs>
  <Slides>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6" baseType="lpstr">
      <vt:lpstr>Aharoni</vt:lpstr>
      <vt:lpstr>Aptos</vt:lpstr>
      <vt:lpstr>Aptos Display</vt:lpstr>
      <vt:lpstr>Arial</vt:lpstr>
      <vt:lpstr>Office Theme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Simon Holm</cp:lastModifiedBy>
  <cp:revision>6</cp:revision>
  <dcterms:created xsi:type="dcterms:W3CDTF">2025-01-24T19:08:08Z</dcterms:created>
  <dcterms:modified xsi:type="dcterms:W3CDTF">2026-02-23T08:29:29Z</dcterms:modified>
</cp:coreProperties>
</file>