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4320"/>
    <a:srgbClr val="FDF9F9"/>
    <a:srgbClr val="FBD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78"/>
  </p:normalViewPr>
  <p:slideViewPr>
    <p:cSldViewPr snapToGrid="0">
      <p:cViewPr>
        <p:scale>
          <a:sx n="119" d="100"/>
          <a:sy n="119" d="100"/>
        </p:scale>
        <p:origin x="129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7FEAC-EBA6-71BE-AFDD-55EB55355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5A0AF05-60DA-ADFD-63C6-4102E5EE4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8624982-2A6F-D428-D672-D7C73D875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14D32CC-927C-37C5-D742-29374B7C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9FAF6BB-ECF2-3956-A832-44313962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863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98A09-FD65-2E2A-3FA2-9E8F69B1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0C9A94-715A-62C7-039F-A683BA3D4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2818BBE-7DC1-FDCF-CF2C-6DFBAC56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A16C29A-52A4-0351-FF13-0BBFFD74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A9CAD4A-E677-8DC5-0EB1-C591C5F5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260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43231-6D27-CA8D-2DDD-F93D2AA1C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EFE059F-A1D1-0867-99D5-02B18E658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2645BFE-C612-053C-4FFB-8FCFA306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00D139C-9A78-66B6-6E08-30E44EFB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5C6ECDB-01C2-ABD6-2FD7-607A04AD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88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D6C110-B8DD-4DEF-1880-EAA108E0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D410AC6-CA9F-1799-7F9D-D9A214092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5FFC37A-C1A4-C333-7DCD-B3F615DB8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1ADF8CD-679E-0A2A-3A4E-25E5A71D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7C4000D-66B6-E6BE-84D1-32F52A8C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60330A3-2042-E2C2-3EFD-CFC4C24C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187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8DF57F-E3DC-37FC-909B-E7850A30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7E4D122-A47A-B061-90F8-BDAFD41C6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3AB7E38-3EE8-84B8-FE5C-7819AC135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F4DC14A-6660-DE82-21DB-A788C9382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91BF01F-BA78-14C8-493B-6617D5FD1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F2454BD-238D-F650-278F-347D6DD1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A379D0A-D202-2153-7572-3DB0AA15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0FB830D-034E-4BED-C84E-1CB89860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201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476E4-3ECB-D3B3-1831-14792981B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823FD9A-5B14-AC29-1AEF-DCB3E626F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66C1B37-8E6E-5517-FF6B-A9F115CC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C2FFC33-EF92-3F34-B42F-B901136D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890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601622E-E1C7-F1D4-C864-B4D90711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3969790-E404-F7E0-0783-04DC5A14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4757926-1AA6-6158-8400-D8EC48C2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254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64E4A-61E7-4B1A-F3A9-50E3E84B0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5CC0A8-DFB9-BAC6-20AD-C342941EF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9EE520D-AB43-AA8B-413E-47E73E642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0E9557B-BAC1-99B7-93B0-DEE9F5B5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A0465A3-9F57-A001-9E1C-65F135B1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69BE7A2-6874-8DFF-C14F-C0C53A73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373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EB097F-792D-47C4-6949-1F9ACF46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6EFE0BB2-977F-A699-4348-29B078511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0B504DA-079E-D4BD-56EE-79CBD6D3A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7CBC033-9364-9672-94F2-610A7674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E97D7B9-5117-1EC3-24A3-3AA49A01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F65898D-0756-7C2C-8BD0-49BCDDE0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297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5B6441-93D1-714F-51FF-5A473F9D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325A238-9EC9-840D-CB76-C19215D2E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B361174-875C-806A-E7D1-6F59D97D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C6A6C14-E245-B962-EE53-E4D6A71A0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B6849B3-7530-20CB-29D6-8C052D52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179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075CF72D-5491-10D8-3F5D-6282D4BE7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2D34FF2-0278-26D6-3C4B-6483AFD99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5E83817-195D-0BF4-96DD-A3F946E6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326082C-415A-7F4B-F961-93E1D93E2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1F23425-853A-4C3D-9CE6-6852E406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658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7BBFB5D7-F352-57A7-3B5F-2B717B4CB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C5A6AE1-75AD-9C2B-0C2F-97EE4711E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1D4BDFC-3CB2-03BD-E934-E1A6CB33F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BD6FA-B767-2544-9BBB-D091A16AAEB4}" type="datetimeFigureOut">
              <a:rPr lang="da-DK" smtClean="0"/>
              <a:t>03.12.2025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D904827-4191-18A2-7145-A1E34C66C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9878060-7EE5-8350-2B9B-938691825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32D5F-46B0-1442-BA40-91CB8A84BB1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7700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F34D3E-88E2-9DD2-31E3-C5136F461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D62DCE0-C438-101C-DC80-FF001531E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026" name="Picture 2" descr="SmartLabel - Hazelnut Spread With Cocoa - 009800892204">
            <a:extLst>
              <a:ext uri="{FF2B5EF4-FFF2-40B4-BE49-F238E27FC236}">
                <a16:creationId xmlns:a16="http://schemas.microsoft.com/office/drawing/2014/main" id="{EE838762-5236-4094-ADB3-8A11B519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9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5376A704-C32E-9EB6-022B-0578B20D09D8}"/>
              </a:ext>
            </a:extLst>
          </p:cNvPr>
          <p:cNvSpPr/>
          <p:nvPr/>
        </p:nvSpPr>
        <p:spPr>
          <a:xfrm>
            <a:off x="2653075" y="1132165"/>
            <a:ext cx="5452782" cy="18760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1A03456-429F-8D28-794C-C47B58652FF6}"/>
              </a:ext>
            </a:extLst>
          </p:cNvPr>
          <p:cNvSpPr/>
          <p:nvPr/>
        </p:nvSpPr>
        <p:spPr>
          <a:xfrm>
            <a:off x="3311280" y="1818348"/>
            <a:ext cx="4794576" cy="14003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7" name="Billede 6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CBE8B111-10AE-F04B-E786-6348188C5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254"/>
          <a:stretch/>
        </p:blipFill>
        <p:spPr>
          <a:xfrm>
            <a:off x="8668010" y="1169743"/>
            <a:ext cx="1595749" cy="2219759"/>
          </a:xfrm>
          <a:prstGeom prst="rect">
            <a:avLst/>
          </a:prstGeom>
        </p:spPr>
      </p:pic>
      <p:pic>
        <p:nvPicPr>
          <p:cNvPr id="8" name="Billede 7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83EFA2FF-81E5-9E87-B20D-F812E3884B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657"/>
          <a:stretch/>
        </p:blipFill>
        <p:spPr>
          <a:xfrm>
            <a:off x="3187874" y="1169742"/>
            <a:ext cx="5498925" cy="2219759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02A0144A-D171-4BF5-F46A-B468FCBE8967}"/>
              </a:ext>
            </a:extLst>
          </p:cNvPr>
          <p:cNvSpPr/>
          <p:nvPr/>
        </p:nvSpPr>
        <p:spPr>
          <a:xfrm>
            <a:off x="8105856" y="1292285"/>
            <a:ext cx="781552" cy="1912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Korde 9">
            <a:extLst>
              <a:ext uri="{FF2B5EF4-FFF2-40B4-BE49-F238E27FC236}">
                <a16:creationId xmlns:a16="http://schemas.microsoft.com/office/drawing/2014/main" id="{35265CEE-37B4-A338-09E3-6925C462164A}"/>
              </a:ext>
            </a:extLst>
          </p:cNvPr>
          <p:cNvSpPr/>
          <p:nvPr/>
        </p:nvSpPr>
        <p:spPr>
          <a:xfrm rot="18079030">
            <a:off x="845427" y="684783"/>
            <a:ext cx="1832697" cy="1152439"/>
          </a:xfrm>
          <a:prstGeom prst="chord">
            <a:avLst>
              <a:gd name="adj1" fmla="val 2700000"/>
              <a:gd name="adj2" fmla="val 15285393"/>
            </a:avLst>
          </a:prstGeom>
          <a:solidFill>
            <a:srgbClr val="FBD121"/>
          </a:solidFill>
          <a:ln>
            <a:solidFill>
              <a:srgbClr val="FBD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ln>
                <a:solidFill>
                  <a:srgbClr val="FBD121"/>
                </a:solidFill>
              </a:ln>
              <a:solidFill>
                <a:srgbClr val="FBD121"/>
              </a:solidFill>
            </a:endParaRPr>
          </a:p>
        </p:txBody>
      </p:sp>
      <p:pic>
        <p:nvPicPr>
          <p:cNvPr id="1028" name="Picture 4" descr="IMADA Fagråd - Studenterforening for IMADA på SDU">
            <a:extLst>
              <a:ext uri="{FF2B5EF4-FFF2-40B4-BE49-F238E27FC236}">
                <a16:creationId xmlns:a16="http://schemas.microsoft.com/office/drawing/2014/main" id="{A4A6F458-D9ED-FA50-F6CE-0162E9348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61" y="473249"/>
            <a:ext cx="1376541" cy="139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ktangel 11">
            <a:extLst>
              <a:ext uri="{FF2B5EF4-FFF2-40B4-BE49-F238E27FC236}">
                <a16:creationId xmlns:a16="http://schemas.microsoft.com/office/drawing/2014/main" id="{B959B257-17C7-4F10-7B2F-A7437798D76F}"/>
              </a:ext>
            </a:extLst>
          </p:cNvPr>
          <p:cNvSpPr/>
          <p:nvPr/>
        </p:nvSpPr>
        <p:spPr>
          <a:xfrm>
            <a:off x="5133975" y="5843587"/>
            <a:ext cx="2746375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pc="-150" dirty="0">
              <a:solidFill>
                <a:srgbClr val="6E4320"/>
              </a:solidFill>
              <a:latin typeface="American Typewriter Condensed" panose="02090606020004020304" pitchFamily="18" charset="77"/>
            </a:endParaRP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50C014EF-A571-3FC4-CB91-B84E0BE72B91}"/>
              </a:ext>
            </a:extLst>
          </p:cNvPr>
          <p:cNvSpPr txBox="1"/>
          <p:nvPr/>
        </p:nvSpPr>
        <p:spPr>
          <a:xfrm>
            <a:off x="5675410" y="5735637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dirty="0">
                <a:solidFill>
                  <a:srgbClr val="6E4320"/>
                </a:solidFill>
                <a:latin typeface="Agency FB" panose="020F0502020204030204" pitchFamily="34" charset="0"/>
                <a:cs typeface="Agency FB" panose="020F0502020204030204" pitchFamily="34" charset="0"/>
              </a:rPr>
              <a:t>PETER BÆKGAARD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1834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7172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7" baseType="lpstr">
      <vt:lpstr>Agency FB</vt:lpstr>
      <vt:lpstr>AMERICAN TYPEWRITER CONDENSED</vt:lpstr>
      <vt:lpstr>Aptos</vt:lpstr>
      <vt:lpstr>Aptos Display</vt:lpstr>
      <vt:lpstr>Arial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1</cp:revision>
  <dcterms:created xsi:type="dcterms:W3CDTF">2025-12-03T11:39:13Z</dcterms:created>
  <dcterms:modified xsi:type="dcterms:W3CDTF">2025-12-08T11:11:22Z</dcterms:modified>
</cp:coreProperties>
</file>