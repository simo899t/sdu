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3"/>
    <p:restoredTop sz="94678"/>
  </p:normalViewPr>
  <p:slideViewPr>
    <p:cSldViewPr snapToGrid="0">
      <p:cViewPr>
        <p:scale>
          <a:sx n="141" d="100"/>
          <a:sy n="141" d="100"/>
        </p:scale>
        <p:origin x="15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E4A78-91F9-9341-8FF2-BE6365391C1F}" type="datetimeFigureOut">
              <a:rPr lang="da-DK" smtClean="0"/>
              <a:t>26.11.2025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BF100-BBAB-8A40-B5DB-E3D88B305C1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42117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E4A78-91F9-9341-8FF2-BE6365391C1F}" type="datetimeFigureOut">
              <a:rPr lang="da-DK" smtClean="0"/>
              <a:t>26.11.2025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BF100-BBAB-8A40-B5DB-E3D88B305C1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3137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E4A78-91F9-9341-8FF2-BE6365391C1F}" type="datetimeFigureOut">
              <a:rPr lang="da-DK" smtClean="0"/>
              <a:t>26.11.2025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BF100-BBAB-8A40-B5DB-E3D88B305C1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40110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E4A78-91F9-9341-8FF2-BE6365391C1F}" type="datetimeFigureOut">
              <a:rPr lang="da-DK" smtClean="0"/>
              <a:t>26.11.2025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BF100-BBAB-8A40-B5DB-E3D88B305C1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0058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E4A78-91F9-9341-8FF2-BE6365391C1F}" type="datetimeFigureOut">
              <a:rPr lang="da-DK" smtClean="0"/>
              <a:t>26.11.2025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BF100-BBAB-8A40-B5DB-E3D88B305C1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27894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E4A78-91F9-9341-8FF2-BE6365391C1F}" type="datetimeFigureOut">
              <a:rPr lang="da-DK" smtClean="0"/>
              <a:t>26.11.2025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BF100-BBAB-8A40-B5DB-E3D88B305C1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63859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E4A78-91F9-9341-8FF2-BE6365391C1F}" type="datetimeFigureOut">
              <a:rPr lang="da-DK" smtClean="0"/>
              <a:t>26.11.2025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BF100-BBAB-8A40-B5DB-E3D88B305C1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280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E4A78-91F9-9341-8FF2-BE6365391C1F}" type="datetimeFigureOut">
              <a:rPr lang="da-DK" smtClean="0"/>
              <a:t>26.11.2025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BF100-BBAB-8A40-B5DB-E3D88B305C1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19457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E4A78-91F9-9341-8FF2-BE6365391C1F}" type="datetimeFigureOut">
              <a:rPr lang="da-DK" smtClean="0"/>
              <a:t>26.11.2025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BF100-BBAB-8A40-B5DB-E3D88B305C1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11291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E4A78-91F9-9341-8FF2-BE6365391C1F}" type="datetimeFigureOut">
              <a:rPr lang="da-DK" smtClean="0"/>
              <a:t>26.11.2025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BF100-BBAB-8A40-B5DB-E3D88B305C1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29820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E4A78-91F9-9341-8FF2-BE6365391C1F}" type="datetimeFigureOut">
              <a:rPr lang="da-DK" smtClean="0"/>
              <a:t>26.11.2025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BF100-BBAB-8A40-B5DB-E3D88B305C1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98818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8E4A78-91F9-9341-8FF2-BE6365391C1F}" type="datetimeFigureOut">
              <a:rPr lang="da-DK" smtClean="0"/>
              <a:t>26.11.2025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EBF100-BBAB-8A40-B5DB-E3D88B305C1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34355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6E885D-6B03-49A3-3094-9580E42A9C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D401A2E1-491A-97F4-2C31-5744AA095E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5" name="Billede 4" descr="Et billede, der indeholder tekst, logo, plakat, Font/skrifttype&#10;&#10;Indhold genereret af kunstig intelligens kan være forkert.">
            <a:extLst>
              <a:ext uri="{FF2B5EF4-FFF2-40B4-BE49-F238E27FC236}">
                <a16:creationId xmlns:a16="http://schemas.microsoft.com/office/drawing/2014/main" id="{14C6013F-2B7B-5DAB-85E6-7784DA3D5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603" y="0"/>
            <a:ext cx="6858000" cy="10287001"/>
          </a:xfrm>
          <a:prstGeom prst="rect">
            <a:avLst/>
          </a:prstGeom>
        </p:spPr>
      </p:pic>
      <p:pic>
        <p:nvPicPr>
          <p:cNvPr id="1026" name="Picture 2" descr="Logo og designguide">
            <a:extLst>
              <a:ext uri="{FF2B5EF4-FFF2-40B4-BE49-F238E27FC236}">
                <a16:creationId xmlns:a16="http://schemas.microsoft.com/office/drawing/2014/main" id="{94918631-A82E-BCFC-B3F7-44EC43939E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451" y="147740"/>
            <a:ext cx="1329598" cy="558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5047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-te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0</Words>
  <Application>Microsoft Macintosh PowerPoint</Application>
  <PresentationFormat>A4-papir (210 x 297 mm)</PresentationFormat>
  <Paragraphs>0</Paragraphs>
  <Slides>1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Office-tema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Holm</dc:creator>
  <cp:lastModifiedBy>Simon Holm</cp:lastModifiedBy>
  <cp:revision>1</cp:revision>
  <dcterms:created xsi:type="dcterms:W3CDTF">2025-11-26T09:41:16Z</dcterms:created>
  <dcterms:modified xsi:type="dcterms:W3CDTF">2025-11-26T09:45:50Z</dcterms:modified>
</cp:coreProperties>
</file>