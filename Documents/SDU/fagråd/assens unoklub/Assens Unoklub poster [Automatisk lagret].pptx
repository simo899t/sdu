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81B"/>
    <a:srgbClr val="FF9F00"/>
    <a:srgbClr val="DA4116"/>
    <a:srgbClr val="FF5F00"/>
    <a:srgbClr val="8100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72"/>
  </p:normalViewPr>
  <p:slideViewPr>
    <p:cSldViewPr snapToGrid="0">
      <p:cViewPr varScale="1">
        <p:scale>
          <a:sx n="92" d="100"/>
          <a:sy n="92" d="100"/>
        </p:scale>
        <p:origin x="3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9D260-42A8-5D49-A5FD-1B6CE873A961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F9A55-24D2-EF42-8477-A9A938E72DD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151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1pPr>
    <a:lvl2pPr marL="314645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2pPr>
    <a:lvl3pPr marL="629290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3pPr>
    <a:lvl4pPr marL="943935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4pPr>
    <a:lvl5pPr marL="1258580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5pPr>
    <a:lvl6pPr marL="1573225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6pPr>
    <a:lvl7pPr marL="1887870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7pPr>
    <a:lvl8pPr marL="2202515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8pPr>
    <a:lvl9pPr marL="2517160" algn="l" defTabSz="629290" rtl="0" eaLnBrk="1" latinLnBrk="0" hangingPunct="1">
      <a:defRPr sz="8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F9A55-24D2-EF42-8477-A9A938E72DD3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577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044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071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144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627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939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36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716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29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313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1727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894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C7855-F0B4-43B9-AA0E-A14D3006203B}" type="datetimeFigureOut">
              <a:rPr lang="da-DK" smtClean="0"/>
              <a:t>19.11.2025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5E698-C07E-4C74-9B3F-F0CE64F779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2045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UNO Ultimate Edition | Now Available at PJ's Games">
            <a:extLst>
              <a:ext uri="{FF2B5EF4-FFF2-40B4-BE49-F238E27FC236}">
                <a16:creationId xmlns:a16="http://schemas.microsoft.com/office/drawing/2014/main" id="{B99EDDD7-4E0C-CC6A-15AC-EF2EF77047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4" t="8379" r="39642" b="22962"/>
          <a:stretch/>
        </p:blipFill>
        <p:spPr bwMode="auto">
          <a:xfrm rot="5400000">
            <a:off x="-1524004" y="1523998"/>
            <a:ext cx="9906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uppe 24">
            <a:extLst>
              <a:ext uri="{FF2B5EF4-FFF2-40B4-BE49-F238E27FC236}">
                <a16:creationId xmlns:a16="http://schemas.microsoft.com/office/drawing/2014/main" id="{34D81C63-5FAF-18A8-DCAE-5E40780D0E3A}"/>
              </a:ext>
            </a:extLst>
          </p:cNvPr>
          <p:cNvGrpSpPr/>
          <p:nvPr/>
        </p:nvGrpSpPr>
        <p:grpSpPr>
          <a:xfrm>
            <a:off x="1597908" y="861897"/>
            <a:ext cx="4011742" cy="2943812"/>
            <a:chOff x="1665024" y="1498661"/>
            <a:chExt cx="4011742" cy="2943812"/>
          </a:xfrm>
        </p:grpSpPr>
        <p:sp>
          <p:nvSpPr>
            <p:cNvPr id="21" name="Tekstfelt 20">
              <a:extLst>
                <a:ext uri="{FF2B5EF4-FFF2-40B4-BE49-F238E27FC236}">
                  <a16:creationId xmlns:a16="http://schemas.microsoft.com/office/drawing/2014/main" id="{CE1FC628-D51F-0411-DC4E-58C8DE8166B8}"/>
                </a:ext>
              </a:extLst>
            </p:cNvPr>
            <p:cNvSpPr txBox="1"/>
            <p:nvPr/>
          </p:nvSpPr>
          <p:spPr>
            <a:xfrm>
              <a:off x="1665024" y="1498661"/>
              <a:ext cx="35712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sz="4800" b="1" dirty="0">
                  <a:ln>
                    <a:solidFill>
                      <a:schemeClr val="accent1">
                        <a:shade val="15000"/>
                      </a:schemeClr>
                    </a:solidFill>
                  </a:ln>
                  <a:latin typeface="Helvetica" pitchFamily="2" charset="0"/>
                  <a:cs typeface="Consolas" panose="020B0609020204030204" pitchFamily="49" charset="0"/>
                </a:rPr>
                <a:t>ASSENS</a:t>
              </a:r>
              <a:endParaRPr lang="da-DK" sz="8179" b="1" dirty="0">
                <a:ln>
                  <a:solidFill>
                    <a:schemeClr val="accent1">
                      <a:shade val="15000"/>
                    </a:schemeClr>
                  </a:solidFill>
                </a:ln>
                <a:latin typeface="Helvetica" pitchFamily="2" charset="0"/>
                <a:cs typeface="Consolas" panose="020B0609020204030204" pitchFamily="49" charset="0"/>
              </a:endParaRPr>
            </a:p>
          </p:txBody>
        </p: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6E154D81-A535-90D3-33F7-66D0A03F6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310" y="2329658"/>
              <a:ext cx="2464545" cy="1728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2DDA5CC5-DDED-F5F5-F167-821B0C946847}"/>
                </a:ext>
              </a:extLst>
            </p:cNvPr>
            <p:cNvSpPr txBox="1"/>
            <p:nvPr/>
          </p:nvSpPr>
          <p:spPr>
            <a:xfrm>
              <a:off x="3212221" y="3611476"/>
              <a:ext cx="24645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4730" b="1" dirty="0"/>
                <a:t>   </a:t>
              </a:r>
              <a:r>
                <a:rPr lang="da-DK" sz="4800" b="1" dirty="0">
                  <a:ln>
                    <a:solidFill>
                      <a:schemeClr val="tx1"/>
                    </a:solidFill>
                  </a:ln>
                  <a:latin typeface="Helvetica" pitchFamily="2" charset="0"/>
                </a:rPr>
                <a:t>KLUB</a:t>
              </a:r>
              <a:endParaRPr lang="da-DK" sz="8179" b="1" dirty="0">
                <a:ln>
                  <a:solidFill>
                    <a:schemeClr val="tx1"/>
                  </a:solidFill>
                </a:ln>
                <a:latin typeface="Helvetica" pitchFamily="2" charset="0"/>
              </a:endParaRPr>
            </a:p>
          </p:txBody>
        </p:sp>
      </p:grpSp>
      <p:sp>
        <p:nvSpPr>
          <p:cNvPr id="26" name="Afrundet rektangel 25">
            <a:extLst>
              <a:ext uri="{FF2B5EF4-FFF2-40B4-BE49-F238E27FC236}">
                <a16:creationId xmlns:a16="http://schemas.microsoft.com/office/drawing/2014/main" id="{B7C6C050-102B-9039-ED93-5E7AF13D3197}"/>
              </a:ext>
            </a:extLst>
          </p:cNvPr>
          <p:cNvSpPr/>
          <p:nvPr/>
        </p:nvSpPr>
        <p:spPr>
          <a:xfrm>
            <a:off x="833214" y="6522107"/>
            <a:ext cx="2044127" cy="204412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7" name="Afrundet rektangel 26">
            <a:extLst>
              <a:ext uri="{FF2B5EF4-FFF2-40B4-BE49-F238E27FC236}">
                <a16:creationId xmlns:a16="http://schemas.microsoft.com/office/drawing/2014/main" id="{D3D8D6B0-2B20-BDC2-0753-271DC92C3809}"/>
              </a:ext>
            </a:extLst>
          </p:cNvPr>
          <p:cNvSpPr/>
          <p:nvPr/>
        </p:nvSpPr>
        <p:spPr>
          <a:xfrm>
            <a:off x="3980661" y="6522106"/>
            <a:ext cx="2044127" cy="2044127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9" name="Afrundet rektangel 28">
            <a:extLst>
              <a:ext uri="{FF2B5EF4-FFF2-40B4-BE49-F238E27FC236}">
                <a16:creationId xmlns:a16="http://schemas.microsoft.com/office/drawing/2014/main" id="{C0D4E590-77D8-0E19-1D1C-42EC08A9F05D}"/>
              </a:ext>
            </a:extLst>
          </p:cNvPr>
          <p:cNvSpPr/>
          <p:nvPr/>
        </p:nvSpPr>
        <p:spPr>
          <a:xfrm>
            <a:off x="2201736" y="3755503"/>
            <a:ext cx="2454519" cy="1985678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0" name="Tekstfelt 29">
            <a:extLst>
              <a:ext uri="{FF2B5EF4-FFF2-40B4-BE49-F238E27FC236}">
                <a16:creationId xmlns:a16="http://schemas.microsoft.com/office/drawing/2014/main" id="{048789D7-A2E6-C85A-71ED-3E377360836A}"/>
              </a:ext>
            </a:extLst>
          </p:cNvPr>
          <p:cNvSpPr txBox="1"/>
          <p:nvPr/>
        </p:nvSpPr>
        <p:spPr>
          <a:xfrm>
            <a:off x="877096" y="5769050"/>
            <a:ext cx="245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b="1" dirty="0">
                <a:latin typeface="Helvetica" pitchFamily="2" charset="0"/>
              </a:rPr>
              <a:t>Kejser </a:t>
            </a:r>
          </a:p>
          <a:p>
            <a:pPr algn="ctr"/>
            <a:r>
              <a:rPr lang="da-DK" b="1" dirty="0">
                <a:latin typeface="Helvetica" pitchFamily="2" charset="0"/>
              </a:rPr>
              <a:t>Karl Korsdal Hansen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508FC690-F7BA-C244-4927-97B629F72F33}"/>
              </a:ext>
            </a:extLst>
          </p:cNvPr>
          <p:cNvSpPr txBox="1"/>
          <p:nvPr/>
        </p:nvSpPr>
        <p:spPr>
          <a:xfrm>
            <a:off x="3257356" y="5777126"/>
            <a:ext cx="299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b="1" dirty="0">
                <a:latin typeface="Helvetica" pitchFamily="2" charset="0"/>
              </a:rPr>
              <a:t>Ærkehertug</a:t>
            </a:r>
          </a:p>
          <a:p>
            <a:pPr algn="ctr"/>
            <a:r>
              <a:rPr lang="da-DK" b="1" dirty="0">
                <a:latin typeface="Helvetica" pitchFamily="2" charset="0"/>
              </a:rPr>
              <a:t> Oliver Østergaard Olsen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D3498B80-287D-42BE-22FF-E6BE30EB5171}"/>
              </a:ext>
            </a:extLst>
          </p:cNvPr>
          <p:cNvSpPr txBox="1"/>
          <p:nvPr/>
        </p:nvSpPr>
        <p:spPr>
          <a:xfrm>
            <a:off x="360626" y="8582438"/>
            <a:ext cx="2954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b="1" dirty="0">
                <a:latin typeface="Helvetica" pitchFamily="2" charset="0"/>
              </a:rPr>
              <a:t>Britta Nielsen</a:t>
            </a:r>
          </a:p>
          <a:p>
            <a:pPr algn="ctr"/>
            <a:r>
              <a:rPr lang="da-DK" b="1" dirty="0">
                <a:latin typeface="Helvetica" pitchFamily="2" charset="0"/>
              </a:rPr>
              <a:t>Lasse Banke Rasmussen</a:t>
            </a:r>
          </a:p>
          <a:p>
            <a:pPr algn="ctr"/>
            <a:endParaRPr lang="da-DK" b="1" dirty="0">
              <a:latin typeface="Helvetica" pitchFamily="2" charset="0"/>
            </a:endParaRPr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9D4EFC02-1437-C5E7-18F9-80CE26A1F5B3}"/>
              </a:ext>
            </a:extLst>
          </p:cNvPr>
          <p:cNvSpPr txBox="1"/>
          <p:nvPr/>
        </p:nvSpPr>
        <p:spPr>
          <a:xfrm>
            <a:off x="3751252" y="8588104"/>
            <a:ext cx="24929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b="1" dirty="0">
                <a:latin typeface="Helvetica" pitchFamily="2" charset="0"/>
              </a:rPr>
              <a:t>Partigeneralsekretær</a:t>
            </a:r>
          </a:p>
          <a:p>
            <a:pPr algn="ctr"/>
            <a:r>
              <a:rPr lang="da-DK" b="1" dirty="0">
                <a:latin typeface="Helvetica" pitchFamily="2" charset="0"/>
              </a:rPr>
              <a:t>Adam Thomsen</a:t>
            </a:r>
          </a:p>
          <a:p>
            <a:pPr algn="ctr"/>
            <a:endParaRPr lang="da-DK" b="1" dirty="0">
              <a:latin typeface="Helvetica" pitchFamily="2" charset="0"/>
            </a:endParaRPr>
          </a:p>
        </p:txBody>
      </p:sp>
      <p:pic>
        <p:nvPicPr>
          <p:cNvPr id="37" name="Billede 36">
            <a:extLst>
              <a:ext uri="{FF2B5EF4-FFF2-40B4-BE49-F238E27FC236}">
                <a16:creationId xmlns:a16="http://schemas.microsoft.com/office/drawing/2014/main" id="{72E183B1-D6F5-FFB3-229B-4B35ADA6A67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21727"/>
          <a:stretch/>
        </p:blipFill>
        <p:spPr>
          <a:xfrm rot="3767346">
            <a:off x="800228" y="586826"/>
            <a:ext cx="856040" cy="931011"/>
          </a:xfrm>
          <a:prstGeom prst="rect">
            <a:avLst/>
          </a:prstGeom>
        </p:spPr>
      </p:pic>
      <p:sp>
        <p:nvSpPr>
          <p:cNvPr id="40" name="Tekstfelt 39">
            <a:extLst>
              <a:ext uri="{FF2B5EF4-FFF2-40B4-BE49-F238E27FC236}">
                <a16:creationId xmlns:a16="http://schemas.microsoft.com/office/drawing/2014/main" id="{974E24BE-540F-9DAF-C098-546880EA1460}"/>
              </a:ext>
            </a:extLst>
          </p:cNvPr>
          <p:cNvSpPr txBox="1"/>
          <p:nvPr/>
        </p:nvSpPr>
        <p:spPr>
          <a:xfrm>
            <a:off x="366822" y="9447180"/>
            <a:ext cx="622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000000"/>
                </a:solidFill>
                <a:effectLst/>
                <a:latin typeface="Helvetica" pitchFamily="2" charset="0"/>
              </a:rPr>
              <a:t>Vi har altid gode kort på hånden og en gul 3'er i ærmet!</a:t>
            </a:r>
            <a:endParaRPr lang="da-DK" b="1" dirty="0">
              <a:latin typeface="Helvetica" pitchFamily="2" charset="0"/>
            </a:endParaRPr>
          </a:p>
        </p:txBody>
      </p:sp>
      <p:pic>
        <p:nvPicPr>
          <p:cNvPr id="44" name="Billede 43" descr="Et billede, der indeholder logo, tekst, Font/skrifttype, Grafik&#10;&#10;Indhold genereret af kunstig intelligens kan være forkert.">
            <a:extLst>
              <a:ext uri="{FF2B5EF4-FFF2-40B4-BE49-F238E27FC236}">
                <a16:creationId xmlns:a16="http://schemas.microsoft.com/office/drawing/2014/main" id="{7E329126-A324-4F6C-3083-DE7202E880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91" b="91602" l="9961" r="89974">
                        <a14:foregroundMark x1="34635" y1="89453" x2="39974" y2="91699"/>
                        <a14:foregroundMark x1="30729" y1="9180" x2="27148" y2="86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800000">
            <a:off x="-47709" y="3435444"/>
            <a:ext cx="2297151" cy="153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8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8556</TotalTime>
  <Words>35</Words>
  <Application>Microsoft Macintosh PowerPoint</Application>
  <PresentationFormat>A4-papir (210 x 297 mm)</PresentationFormat>
  <Paragraphs>12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Karl Korsdal Hansen</dc:creator>
  <cp:lastModifiedBy>Simon Holm</cp:lastModifiedBy>
  <cp:revision>3</cp:revision>
  <dcterms:created xsi:type="dcterms:W3CDTF">2025-11-13T08:13:05Z</dcterms:created>
  <dcterms:modified xsi:type="dcterms:W3CDTF">2025-11-19T11:42:56Z</dcterms:modified>
</cp:coreProperties>
</file>