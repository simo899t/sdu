
<file path=[Content_Types].xml><?xml version="1.0" encoding="utf-8"?>
<Types xmlns="http://schemas.openxmlformats.org/package/2006/content-types">
  <Default Extension="bin" ContentType="image/x-emf"/>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8"/>
  </p:sldMasterIdLst>
  <p:notesMasterIdLst>
    <p:notesMasterId r:id="rId66"/>
  </p:notesMasterIdLst>
  <p:sldIdLst>
    <p:sldId id="288" r:id="rId9"/>
    <p:sldId id="289" r:id="rId10"/>
    <p:sldId id="290" r:id="rId11"/>
    <p:sldId id="291" r:id="rId12"/>
    <p:sldId id="292" r:id="rId13"/>
    <p:sldId id="293" r:id="rId14"/>
    <p:sldId id="294" r:id="rId15"/>
    <p:sldId id="295" r:id="rId16"/>
    <p:sldId id="298" r:id="rId17"/>
    <p:sldId id="296" r:id="rId18"/>
    <p:sldId id="299" r:id="rId19"/>
    <p:sldId id="297" r:id="rId20"/>
    <p:sldId id="301" r:id="rId21"/>
    <p:sldId id="300" r:id="rId22"/>
    <p:sldId id="302" r:id="rId23"/>
    <p:sldId id="303" r:id="rId24"/>
    <p:sldId id="304" r:id="rId25"/>
    <p:sldId id="305" r:id="rId26"/>
    <p:sldId id="306" r:id="rId27"/>
    <p:sldId id="307" r:id="rId28"/>
    <p:sldId id="308" r:id="rId29"/>
    <p:sldId id="309" r:id="rId30"/>
    <p:sldId id="310" r:id="rId31"/>
    <p:sldId id="311" r:id="rId32"/>
    <p:sldId id="312" r:id="rId33"/>
    <p:sldId id="313" r:id="rId34"/>
    <p:sldId id="314" r:id="rId35"/>
    <p:sldId id="315" r:id="rId36"/>
    <p:sldId id="257" r:id="rId37"/>
    <p:sldId id="258" r:id="rId38"/>
    <p:sldId id="267" r:id="rId39"/>
    <p:sldId id="266" r:id="rId40"/>
    <p:sldId id="285" r:id="rId41"/>
    <p:sldId id="286" r:id="rId42"/>
    <p:sldId id="283" r:id="rId43"/>
    <p:sldId id="282" r:id="rId44"/>
    <p:sldId id="270" r:id="rId45"/>
    <p:sldId id="268" r:id="rId46"/>
    <p:sldId id="269" r:id="rId47"/>
    <p:sldId id="260" r:id="rId48"/>
    <p:sldId id="259" r:id="rId49"/>
    <p:sldId id="262" r:id="rId50"/>
    <p:sldId id="280" r:id="rId51"/>
    <p:sldId id="281" r:id="rId52"/>
    <p:sldId id="279" r:id="rId53"/>
    <p:sldId id="263" r:id="rId54"/>
    <p:sldId id="287" r:id="rId55"/>
    <p:sldId id="261" r:id="rId56"/>
    <p:sldId id="272" r:id="rId57"/>
    <p:sldId id="264" r:id="rId58"/>
    <p:sldId id="274" r:id="rId59"/>
    <p:sldId id="275" r:id="rId60"/>
    <p:sldId id="276" r:id="rId61"/>
    <p:sldId id="277" r:id="rId62"/>
    <p:sldId id="278" r:id="rId63"/>
    <p:sldId id="273" r:id="rId64"/>
    <p:sldId id="316"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40"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BE6552-53DE-4BD2-AA69-48B39FB7C320}" v="88" dt="2025-10-21T10:00:42.851"/>
  </p1510:revLst>
</p1510:revInfo>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9" autoAdjust="0"/>
    <p:restoredTop sz="96327" autoAdjust="0"/>
  </p:normalViewPr>
  <p:slideViewPr>
    <p:cSldViewPr snapToGrid="0" showGuides="1">
      <p:cViewPr varScale="1">
        <p:scale>
          <a:sx n="128" d="100"/>
          <a:sy n="128" d="100"/>
        </p:scale>
        <p:origin x="448" y="184"/>
      </p:cViewPr>
      <p:guideLst>
        <p:guide orient="horz" pos="64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viewProps" Target="viewProps.xml"/><Relationship Id="rId7" Type="http://schemas.openxmlformats.org/officeDocument/2006/relationships/customXml" Target="../customXml/item7.xml"/><Relationship Id="rId71"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notesMaster" Target="notesMasters/notesMaster1.xml"/><Relationship Id="rId5" Type="http://schemas.openxmlformats.org/officeDocument/2006/relationships/customXml" Target="../customXml/item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theme" Target="theme/theme1.xml"/><Relationship Id="rId8" Type="http://schemas.openxmlformats.org/officeDocument/2006/relationships/slideMaster" Target="slideMasters/slideMaster1.xml"/><Relationship Id="rId51" Type="http://schemas.openxmlformats.org/officeDocument/2006/relationships/slide" Target="slides/slide43.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presProps" Target="presProp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4" Type="http://schemas.openxmlformats.org/officeDocument/2006/relationships/customXml" Target="../customXml/item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o Næsborg-Andersen" userId="6a489489-d209-4868-9e75-7d162358e38d" providerId="ADAL" clId="{5EAB8FFF-A452-4DE0-A00F-F14FF3A04CB6}"/>
    <pc:docChg chg="undo redo custSel addSld delSld modSld sldOrd">
      <pc:chgData name="Ayo Næsborg-Andersen" userId="6a489489-d209-4868-9e75-7d162358e38d" providerId="ADAL" clId="{5EAB8FFF-A452-4DE0-A00F-F14FF3A04CB6}" dt="2025-10-21T10:03:02.621" v="9193" actId="6549"/>
      <pc:docMkLst>
        <pc:docMk/>
      </pc:docMkLst>
      <pc:sldChg chg="modSp mod">
        <pc:chgData name="Ayo Næsborg-Andersen" userId="6a489489-d209-4868-9e75-7d162358e38d" providerId="ADAL" clId="{5EAB8FFF-A452-4DE0-A00F-F14FF3A04CB6}" dt="2025-10-20T10:58:55.544" v="2892" actId="20577"/>
        <pc:sldMkLst>
          <pc:docMk/>
          <pc:sldMk cId="126127179" sldId="257"/>
        </pc:sldMkLst>
        <pc:spChg chg="mod">
          <ac:chgData name="Ayo Næsborg-Andersen" userId="6a489489-d209-4868-9e75-7d162358e38d" providerId="ADAL" clId="{5EAB8FFF-A452-4DE0-A00F-F14FF3A04CB6}" dt="2025-10-20T10:58:42.564" v="2851" actId="20577"/>
          <ac:spMkLst>
            <pc:docMk/>
            <pc:sldMk cId="126127179" sldId="257"/>
            <ac:spMk id="32" creationId="{A51DA613-011A-5841-A3FA-68B2D005A18D}"/>
          </ac:spMkLst>
        </pc:spChg>
        <pc:spChg chg="mod">
          <ac:chgData name="Ayo Næsborg-Andersen" userId="6a489489-d209-4868-9e75-7d162358e38d" providerId="ADAL" clId="{5EAB8FFF-A452-4DE0-A00F-F14FF3A04CB6}" dt="2025-10-20T10:58:55.544" v="2892" actId="20577"/>
          <ac:spMkLst>
            <pc:docMk/>
            <pc:sldMk cId="126127179" sldId="257"/>
            <ac:spMk id="36" creationId="{8E029B84-1BC9-496A-A41E-3E6BD459E013}"/>
          </ac:spMkLst>
        </pc:spChg>
      </pc:sldChg>
      <pc:sldChg chg="modSp mod">
        <pc:chgData name="Ayo Næsborg-Andersen" userId="6a489489-d209-4868-9e75-7d162358e38d" providerId="ADAL" clId="{5EAB8FFF-A452-4DE0-A00F-F14FF3A04CB6}" dt="2025-10-21T09:05:50.642" v="6719" actId="20577"/>
        <pc:sldMkLst>
          <pc:docMk/>
          <pc:sldMk cId="2354245738" sldId="258"/>
        </pc:sldMkLst>
        <pc:spChg chg="mod">
          <ac:chgData name="Ayo Næsborg-Andersen" userId="6a489489-d209-4868-9e75-7d162358e38d" providerId="ADAL" clId="{5EAB8FFF-A452-4DE0-A00F-F14FF3A04CB6}" dt="2025-10-21T09:05:50.642" v="6719" actId="20577"/>
          <ac:spMkLst>
            <pc:docMk/>
            <pc:sldMk cId="2354245738" sldId="258"/>
            <ac:spMk id="2" creationId="{8C9F430B-7575-2433-35F3-94997445D753}"/>
          </ac:spMkLst>
        </pc:spChg>
        <pc:spChg chg="mod">
          <ac:chgData name="Ayo Næsborg-Andersen" userId="6a489489-d209-4868-9e75-7d162358e38d" providerId="ADAL" clId="{5EAB8FFF-A452-4DE0-A00F-F14FF3A04CB6}" dt="2025-10-21T09:05:34.475" v="6693" actId="207"/>
          <ac:spMkLst>
            <pc:docMk/>
            <pc:sldMk cId="2354245738" sldId="258"/>
            <ac:spMk id="3" creationId="{343C632B-9F1A-9586-5325-F0B5B94B9F78}"/>
          </ac:spMkLst>
        </pc:spChg>
      </pc:sldChg>
      <pc:sldChg chg="modSp mod">
        <pc:chgData name="Ayo Næsborg-Andersen" userId="6a489489-d209-4868-9e75-7d162358e38d" providerId="ADAL" clId="{5EAB8FFF-A452-4DE0-A00F-F14FF3A04CB6}" dt="2025-10-21T09:22:37.475" v="7286" actId="20577"/>
        <pc:sldMkLst>
          <pc:docMk/>
          <pc:sldMk cId="3705932837" sldId="259"/>
        </pc:sldMkLst>
        <pc:spChg chg="mod">
          <ac:chgData name="Ayo Næsborg-Andersen" userId="6a489489-d209-4868-9e75-7d162358e38d" providerId="ADAL" clId="{5EAB8FFF-A452-4DE0-A00F-F14FF3A04CB6}" dt="2025-10-21T09:22:37.475" v="7286" actId="20577"/>
          <ac:spMkLst>
            <pc:docMk/>
            <pc:sldMk cId="3705932837" sldId="259"/>
            <ac:spMk id="2" creationId="{87297337-72D6-0EC5-059C-7C37EBE3D1E8}"/>
          </ac:spMkLst>
        </pc:spChg>
        <pc:spChg chg="mod">
          <ac:chgData name="Ayo Næsborg-Andersen" userId="6a489489-d209-4868-9e75-7d162358e38d" providerId="ADAL" clId="{5EAB8FFF-A452-4DE0-A00F-F14FF3A04CB6}" dt="2025-10-21T09:20:04.156" v="6878" actId="207"/>
          <ac:spMkLst>
            <pc:docMk/>
            <pc:sldMk cId="3705932837" sldId="259"/>
            <ac:spMk id="3" creationId="{881DC24D-55BF-8498-B06D-65DF7DF07883}"/>
          </ac:spMkLst>
        </pc:spChg>
      </pc:sldChg>
      <pc:sldChg chg="modSp mod">
        <pc:chgData name="Ayo Næsborg-Andersen" userId="6a489489-d209-4868-9e75-7d162358e38d" providerId="ADAL" clId="{5EAB8FFF-A452-4DE0-A00F-F14FF3A04CB6}" dt="2025-10-21T09:15:38.052" v="6869"/>
        <pc:sldMkLst>
          <pc:docMk/>
          <pc:sldMk cId="479223062" sldId="260"/>
        </pc:sldMkLst>
        <pc:spChg chg="mod">
          <ac:chgData name="Ayo Næsborg-Andersen" userId="6a489489-d209-4868-9e75-7d162358e38d" providerId="ADAL" clId="{5EAB8FFF-A452-4DE0-A00F-F14FF3A04CB6}" dt="2025-10-21T09:14:59.151" v="6867" actId="20577"/>
          <ac:spMkLst>
            <pc:docMk/>
            <pc:sldMk cId="479223062" sldId="260"/>
            <ac:spMk id="2" creationId="{94D28749-64F2-B4B9-2A7E-EA59B6121C78}"/>
          </ac:spMkLst>
        </pc:spChg>
        <pc:spChg chg="mod">
          <ac:chgData name="Ayo Næsborg-Andersen" userId="6a489489-d209-4868-9e75-7d162358e38d" providerId="ADAL" clId="{5EAB8FFF-A452-4DE0-A00F-F14FF3A04CB6}" dt="2025-10-21T09:15:38.052" v="6869"/>
          <ac:spMkLst>
            <pc:docMk/>
            <pc:sldMk cId="479223062" sldId="260"/>
            <ac:spMk id="3" creationId="{6B5B95D6-FB29-575D-5E1F-A511E1A63584}"/>
          </ac:spMkLst>
        </pc:spChg>
      </pc:sldChg>
      <pc:sldChg chg="modSp mod">
        <pc:chgData name="Ayo Næsborg-Andersen" userId="6a489489-d209-4868-9e75-7d162358e38d" providerId="ADAL" clId="{5EAB8FFF-A452-4DE0-A00F-F14FF3A04CB6}" dt="2025-10-21T09:29:57.509" v="7749" actId="20577"/>
        <pc:sldMkLst>
          <pc:docMk/>
          <pc:sldMk cId="3261320207" sldId="261"/>
        </pc:sldMkLst>
        <pc:spChg chg="mod">
          <ac:chgData name="Ayo Næsborg-Andersen" userId="6a489489-d209-4868-9e75-7d162358e38d" providerId="ADAL" clId="{5EAB8FFF-A452-4DE0-A00F-F14FF3A04CB6}" dt="2025-10-21T09:24:48.794" v="7309" actId="20577"/>
          <ac:spMkLst>
            <pc:docMk/>
            <pc:sldMk cId="3261320207" sldId="261"/>
            <ac:spMk id="2" creationId="{046C2815-FE47-8018-5602-3568A80B34D6}"/>
          </ac:spMkLst>
        </pc:spChg>
        <pc:spChg chg="mod">
          <ac:chgData name="Ayo Næsborg-Andersen" userId="6a489489-d209-4868-9e75-7d162358e38d" providerId="ADAL" clId="{5EAB8FFF-A452-4DE0-A00F-F14FF3A04CB6}" dt="2025-10-21T09:29:57.509" v="7749" actId="20577"/>
          <ac:spMkLst>
            <pc:docMk/>
            <pc:sldMk cId="3261320207" sldId="261"/>
            <ac:spMk id="3" creationId="{6667D04C-0077-F06E-7648-F1602F0664F8}"/>
          </ac:spMkLst>
        </pc:spChg>
        <pc:spChg chg="mod">
          <ac:chgData name="Ayo Næsborg-Andersen" userId="6a489489-d209-4868-9e75-7d162358e38d" providerId="ADAL" clId="{5EAB8FFF-A452-4DE0-A00F-F14FF3A04CB6}" dt="2025-10-21T09:28:04.598" v="7488" actId="14100"/>
          <ac:spMkLst>
            <pc:docMk/>
            <pc:sldMk cId="3261320207" sldId="261"/>
            <ac:spMk id="6" creationId="{9D6E2B06-9983-2DAF-CAEC-19C532258EDD}"/>
          </ac:spMkLst>
        </pc:spChg>
        <pc:spChg chg="mod">
          <ac:chgData name="Ayo Næsborg-Andersen" userId="6a489489-d209-4868-9e75-7d162358e38d" providerId="ADAL" clId="{5EAB8FFF-A452-4DE0-A00F-F14FF3A04CB6}" dt="2025-10-21T09:28:21.413" v="7523" actId="20577"/>
          <ac:spMkLst>
            <pc:docMk/>
            <pc:sldMk cId="3261320207" sldId="261"/>
            <ac:spMk id="7" creationId="{765853CB-89DF-9D50-7C6B-E5CDD496E5C4}"/>
          </ac:spMkLst>
        </pc:spChg>
      </pc:sldChg>
      <pc:sldChg chg="modSp mod">
        <pc:chgData name="Ayo Næsborg-Andersen" userId="6a489489-d209-4868-9e75-7d162358e38d" providerId="ADAL" clId="{5EAB8FFF-A452-4DE0-A00F-F14FF3A04CB6}" dt="2025-10-21T09:22:10.677" v="7233" actId="6549"/>
        <pc:sldMkLst>
          <pc:docMk/>
          <pc:sldMk cId="2589131755" sldId="262"/>
        </pc:sldMkLst>
        <pc:spChg chg="mod">
          <ac:chgData name="Ayo Næsborg-Andersen" userId="6a489489-d209-4868-9e75-7d162358e38d" providerId="ADAL" clId="{5EAB8FFF-A452-4DE0-A00F-F14FF3A04CB6}" dt="2025-10-21T09:20:28.859" v="6918" actId="20577"/>
          <ac:spMkLst>
            <pc:docMk/>
            <pc:sldMk cId="2589131755" sldId="262"/>
            <ac:spMk id="2" creationId="{AFDA60D2-A884-BAB7-0E4A-C5AD4D9CA2F0}"/>
          </ac:spMkLst>
        </pc:spChg>
        <pc:spChg chg="mod">
          <ac:chgData name="Ayo Næsborg-Andersen" userId="6a489489-d209-4868-9e75-7d162358e38d" providerId="ADAL" clId="{5EAB8FFF-A452-4DE0-A00F-F14FF3A04CB6}" dt="2025-10-21T09:22:10.677" v="7233" actId="6549"/>
          <ac:spMkLst>
            <pc:docMk/>
            <pc:sldMk cId="2589131755" sldId="262"/>
            <ac:spMk id="3" creationId="{0E8646AB-4A78-064F-F626-6454F33C2395}"/>
          </ac:spMkLst>
        </pc:spChg>
      </pc:sldChg>
      <pc:sldChg chg="modSp mod">
        <pc:chgData name="Ayo Næsborg-Andersen" userId="6a489489-d209-4868-9e75-7d162358e38d" providerId="ADAL" clId="{5EAB8FFF-A452-4DE0-A00F-F14FF3A04CB6}" dt="2025-10-21T09:24:20.763" v="7301" actId="113"/>
        <pc:sldMkLst>
          <pc:docMk/>
          <pc:sldMk cId="2822023305" sldId="263"/>
        </pc:sldMkLst>
        <pc:spChg chg="mod">
          <ac:chgData name="Ayo Næsborg-Andersen" userId="6a489489-d209-4868-9e75-7d162358e38d" providerId="ADAL" clId="{5EAB8FFF-A452-4DE0-A00F-F14FF3A04CB6}" dt="2025-10-21T09:15:11.907" v="6868"/>
          <ac:spMkLst>
            <pc:docMk/>
            <pc:sldMk cId="2822023305" sldId="263"/>
            <ac:spMk id="2" creationId="{8F6032EB-47D1-B335-79ED-77552A01D923}"/>
          </ac:spMkLst>
        </pc:spChg>
        <pc:spChg chg="mod">
          <ac:chgData name="Ayo Næsborg-Andersen" userId="6a489489-d209-4868-9e75-7d162358e38d" providerId="ADAL" clId="{5EAB8FFF-A452-4DE0-A00F-F14FF3A04CB6}" dt="2025-10-21T09:24:20.763" v="7301" actId="113"/>
          <ac:spMkLst>
            <pc:docMk/>
            <pc:sldMk cId="2822023305" sldId="263"/>
            <ac:spMk id="3" creationId="{0062A2C2-E9E5-CDC9-CCA2-2145C418FE80}"/>
          </ac:spMkLst>
        </pc:spChg>
      </pc:sldChg>
      <pc:sldChg chg="modSp mod">
        <pc:chgData name="Ayo Næsborg-Andersen" userId="6a489489-d209-4868-9e75-7d162358e38d" providerId="ADAL" clId="{5EAB8FFF-A452-4DE0-A00F-F14FF3A04CB6}" dt="2025-10-21T09:30:46.708" v="7785" actId="20577"/>
        <pc:sldMkLst>
          <pc:docMk/>
          <pc:sldMk cId="2677968180" sldId="264"/>
        </pc:sldMkLst>
        <pc:spChg chg="mod">
          <ac:chgData name="Ayo Næsborg-Andersen" userId="6a489489-d209-4868-9e75-7d162358e38d" providerId="ADAL" clId="{5EAB8FFF-A452-4DE0-A00F-F14FF3A04CB6}" dt="2025-10-21T09:30:46.708" v="7785" actId="20577"/>
          <ac:spMkLst>
            <pc:docMk/>
            <pc:sldMk cId="2677968180" sldId="264"/>
            <ac:spMk id="2" creationId="{D0C1E2D6-F23D-9E3F-9740-8FC0DD5E579E}"/>
          </ac:spMkLst>
        </pc:spChg>
        <pc:spChg chg="mod">
          <ac:chgData name="Ayo Næsborg-Andersen" userId="6a489489-d209-4868-9e75-7d162358e38d" providerId="ADAL" clId="{5EAB8FFF-A452-4DE0-A00F-F14FF3A04CB6}" dt="2025-10-21T09:30:34.820" v="7753" actId="207"/>
          <ac:spMkLst>
            <pc:docMk/>
            <pc:sldMk cId="2677968180" sldId="264"/>
            <ac:spMk id="3" creationId="{FC7D6ED2-65FC-A25A-F788-1684C32254B3}"/>
          </ac:spMkLst>
        </pc:spChg>
      </pc:sldChg>
      <pc:sldChg chg="modSp del mod">
        <pc:chgData name="Ayo Næsborg-Andersen" userId="6a489489-d209-4868-9e75-7d162358e38d" providerId="ADAL" clId="{5EAB8FFF-A452-4DE0-A00F-F14FF3A04CB6}" dt="2025-10-21T09:30:55.436" v="7786" actId="47"/>
        <pc:sldMkLst>
          <pc:docMk/>
          <pc:sldMk cId="1874581594" sldId="265"/>
        </pc:sldMkLst>
        <pc:spChg chg="mod">
          <ac:chgData name="Ayo Næsborg-Andersen" userId="6a489489-d209-4868-9e75-7d162358e38d" providerId="ADAL" clId="{5EAB8FFF-A452-4DE0-A00F-F14FF3A04CB6}" dt="2025-10-21T09:15:11.907" v="6868"/>
          <ac:spMkLst>
            <pc:docMk/>
            <pc:sldMk cId="1874581594" sldId="265"/>
            <ac:spMk id="2" creationId="{5517E8A2-C66E-902A-A4B9-776C88148BCD}"/>
          </ac:spMkLst>
        </pc:spChg>
        <pc:spChg chg="mod">
          <ac:chgData name="Ayo Næsborg-Andersen" userId="6a489489-d209-4868-9e75-7d162358e38d" providerId="ADAL" clId="{5EAB8FFF-A452-4DE0-A00F-F14FF3A04CB6}" dt="2025-10-21T09:04:55.853" v="6683" actId="313"/>
          <ac:spMkLst>
            <pc:docMk/>
            <pc:sldMk cId="1874581594" sldId="265"/>
            <ac:spMk id="3" creationId="{52191AB8-11B3-4897-FED8-E0C8E5164E6E}"/>
          </ac:spMkLst>
        </pc:spChg>
      </pc:sldChg>
      <pc:sldChg chg="modSp mod">
        <pc:chgData name="Ayo Næsborg-Andersen" userId="6a489489-d209-4868-9e75-7d162358e38d" providerId="ADAL" clId="{5EAB8FFF-A452-4DE0-A00F-F14FF3A04CB6}" dt="2025-10-21T10:01:28.943" v="9079" actId="20577"/>
        <pc:sldMkLst>
          <pc:docMk/>
          <pc:sldMk cId="893449165" sldId="266"/>
        </pc:sldMkLst>
        <pc:spChg chg="mod">
          <ac:chgData name="Ayo Næsborg-Andersen" userId="6a489489-d209-4868-9e75-7d162358e38d" providerId="ADAL" clId="{5EAB8FFF-A452-4DE0-A00F-F14FF3A04CB6}" dt="2025-10-21T09:58:44.501" v="8946" actId="20577"/>
          <ac:spMkLst>
            <pc:docMk/>
            <pc:sldMk cId="893449165" sldId="266"/>
            <ac:spMk id="2" creationId="{9B26E1E9-1335-9ABB-119E-EBBDFC176A65}"/>
          </ac:spMkLst>
        </pc:spChg>
        <pc:graphicFrameChg chg="mod modGraphic">
          <ac:chgData name="Ayo Næsborg-Andersen" userId="6a489489-d209-4868-9e75-7d162358e38d" providerId="ADAL" clId="{5EAB8FFF-A452-4DE0-A00F-F14FF3A04CB6}" dt="2025-10-21T10:01:28.943" v="9079" actId="20577"/>
          <ac:graphicFrameMkLst>
            <pc:docMk/>
            <pc:sldMk cId="893449165" sldId="266"/>
            <ac:graphicFrameMk id="7" creationId="{21B305D7-AC86-E9AE-13A4-C9F768D58118}"/>
          </ac:graphicFrameMkLst>
        </pc:graphicFrameChg>
      </pc:sldChg>
      <pc:sldChg chg="modSp mod">
        <pc:chgData name="Ayo Næsborg-Andersen" userId="6a489489-d209-4868-9e75-7d162358e38d" providerId="ADAL" clId="{5EAB8FFF-A452-4DE0-A00F-F14FF3A04CB6}" dt="2025-10-21T09:11:34.443" v="6782"/>
        <pc:sldMkLst>
          <pc:docMk/>
          <pc:sldMk cId="493700320" sldId="267"/>
        </pc:sldMkLst>
        <pc:spChg chg="mod">
          <ac:chgData name="Ayo Næsborg-Andersen" userId="6a489489-d209-4868-9e75-7d162358e38d" providerId="ADAL" clId="{5EAB8FFF-A452-4DE0-A00F-F14FF3A04CB6}" dt="2025-10-21T09:04:29.242" v="6666" actId="313"/>
          <ac:spMkLst>
            <pc:docMk/>
            <pc:sldMk cId="493700320" sldId="267"/>
            <ac:spMk id="2" creationId="{E20F7408-1526-EF7C-AB20-931CEA48FD7F}"/>
          </ac:spMkLst>
        </pc:spChg>
        <pc:spChg chg="mod">
          <ac:chgData name="Ayo Næsborg-Andersen" userId="6a489489-d209-4868-9e75-7d162358e38d" providerId="ADAL" clId="{5EAB8FFF-A452-4DE0-A00F-F14FF3A04CB6}" dt="2025-10-21T09:11:34.443" v="6782"/>
          <ac:spMkLst>
            <pc:docMk/>
            <pc:sldMk cId="493700320" sldId="267"/>
            <ac:spMk id="3" creationId="{64F81096-9EC2-F917-58F2-51AEEC08D083}"/>
          </ac:spMkLst>
        </pc:spChg>
      </pc:sldChg>
      <pc:sldChg chg="addSp modSp mod">
        <pc:chgData name="Ayo Næsborg-Andersen" userId="6a489489-d209-4868-9e75-7d162358e38d" providerId="ADAL" clId="{5EAB8FFF-A452-4DE0-A00F-F14FF3A04CB6}" dt="2025-10-21T09:14:04.297" v="6847" actId="20577"/>
        <pc:sldMkLst>
          <pc:docMk/>
          <pc:sldMk cId="829606213" sldId="268"/>
        </pc:sldMkLst>
        <pc:spChg chg="mod">
          <ac:chgData name="Ayo Næsborg-Andersen" userId="6a489489-d209-4868-9e75-7d162358e38d" providerId="ADAL" clId="{5EAB8FFF-A452-4DE0-A00F-F14FF3A04CB6}" dt="2025-10-20T11:02:40.720" v="3348" actId="20577"/>
          <ac:spMkLst>
            <pc:docMk/>
            <pc:sldMk cId="829606213" sldId="268"/>
            <ac:spMk id="2" creationId="{681769DC-88F4-6446-87D9-15CFEF6BF31C}"/>
          </ac:spMkLst>
        </pc:spChg>
        <pc:spChg chg="mod">
          <ac:chgData name="Ayo Næsborg-Andersen" userId="6a489489-d209-4868-9e75-7d162358e38d" providerId="ADAL" clId="{5EAB8FFF-A452-4DE0-A00F-F14FF3A04CB6}" dt="2025-10-21T09:14:04.297" v="6847" actId="20577"/>
          <ac:spMkLst>
            <pc:docMk/>
            <pc:sldMk cId="829606213" sldId="268"/>
            <ac:spMk id="3" creationId="{46E3AC38-3E28-C5C8-880E-969CBFE75A25}"/>
          </ac:spMkLst>
        </pc:spChg>
        <pc:graphicFrameChg chg="add mod">
          <ac:chgData name="Ayo Næsborg-Andersen" userId="6a489489-d209-4868-9e75-7d162358e38d" providerId="ADAL" clId="{5EAB8FFF-A452-4DE0-A00F-F14FF3A04CB6}" dt="2025-10-21T09:13:14.908" v="6808"/>
          <ac:graphicFrameMkLst>
            <pc:docMk/>
            <pc:sldMk cId="829606213" sldId="268"/>
            <ac:graphicFrameMk id="6" creationId="{EE130AE2-7413-ADCB-614A-968A96085761}"/>
          </ac:graphicFrameMkLst>
        </pc:graphicFrameChg>
      </pc:sldChg>
      <pc:sldChg chg="modSp mod">
        <pc:chgData name="Ayo Næsborg-Andersen" userId="6a489489-d209-4868-9e75-7d162358e38d" providerId="ADAL" clId="{5EAB8FFF-A452-4DE0-A00F-F14FF3A04CB6}" dt="2025-10-21T09:14:36.552" v="6849" actId="1076"/>
        <pc:sldMkLst>
          <pc:docMk/>
          <pc:sldMk cId="1983910263" sldId="269"/>
        </pc:sldMkLst>
        <pc:spChg chg="mod">
          <ac:chgData name="Ayo Næsborg-Andersen" userId="6a489489-d209-4868-9e75-7d162358e38d" providerId="ADAL" clId="{5EAB8FFF-A452-4DE0-A00F-F14FF3A04CB6}" dt="2025-10-21T09:04:44.535" v="6670" actId="313"/>
          <ac:spMkLst>
            <pc:docMk/>
            <pc:sldMk cId="1983910263" sldId="269"/>
            <ac:spMk id="2" creationId="{3CB0AD41-1D87-AE13-3B33-C6F5D4437421}"/>
          </ac:spMkLst>
        </pc:spChg>
        <pc:spChg chg="mod">
          <ac:chgData name="Ayo Næsborg-Andersen" userId="6a489489-d209-4868-9e75-7d162358e38d" providerId="ADAL" clId="{5EAB8FFF-A452-4DE0-A00F-F14FF3A04CB6}" dt="2025-10-21T09:14:33.729" v="6848"/>
          <ac:spMkLst>
            <pc:docMk/>
            <pc:sldMk cId="1983910263" sldId="269"/>
            <ac:spMk id="3" creationId="{725A1C39-408D-11F8-485D-8B487BA379DF}"/>
          </ac:spMkLst>
        </pc:spChg>
        <pc:cxnChg chg="mod">
          <ac:chgData name="Ayo Næsborg-Andersen" userId="6a489489-d209-4868-9e75-7d162358e38d" providerId="ADAL" clId="{5EAB8FFF-A452-4DE0-A00F-F14FF3A04CB6}" dt="2025-10-21T09:14:36.552" v="6849" actId="1076"/>
          <ac:cxnSpMkLst>
            <pc:docMk/>
            <pc:sldMk cId="1983910263" sldId="269"/>
            <ac:cxnSpMk id="7" creationId="{6793DE5B-C057-8253-FED4-A4968C065912}"/>
          </ac:cxnSpMkLst>
        </pc:cxnChg>
      </pc:sldChg>
      <pc:sldChg chg="modSp mod">
        <pc:chgData name="Ayo Næsborg-Andersen" userId="6a489489-d209-4868-9e75-7d162358e38d" providerId="ADAL" clId="{5EAB8FFF-A452-4DE0-A00F-F14FF3A04CB6}" dt="2025-10-21T09:12:41.046" v="6807"/>
        <pc:sldMkLst>
          <pc:docMk/>
          <pc:sldMk cId="1993343441" sldId="270"/>
        </pc:sldMkLst>
        <pc:spChg chg="mod">
          <ac:chgData name="Ayo Næsborg-Andersen" userId="6a489489-d209-4868-9e75-7d162358e38d" providerId="ADAL" clId="{5EAB8FFF-A452-4DE0-A00F-F14FF3A04CB6}" dt="2025-10-21T09:12:41.046" v="6807"/>
          <ac:spMkLst>
            <pc:docMk/>
            <pc:sldMk cId="1993343441" sldId="270"/>
            <ac:spMk id="2" creationId="{D1728621-5416-11D7-23AF-B5109BE8BD33}"/>
          </ac:spMkLst>
        </pc:spChg>
        <pc:spChg chg="mod">
          <ac:chgData name="Ayo Næsborg-Andersen" userId="6a489489-d209-4868-9e75-7d162358e38d" providerId="ADAL" clId="{5EAB8FFF-A452-4DE0-A00F-F14FF3A04CB6}" dt="2025-10-21T09:11:44.716" v="6783"/>
          <ac:spMkLst>
            <pc:docMk/>
            <pc:sldMk cId="1993343441" sldId="270"/>
            <ac:spMk id="3" creationId="{033B7508-20B6-BCF3-BB73-6450DB019938}"/>
          </ac:spMkLst>
        </pc:spChg>
        <pc:spChg chg="mod">
          <ac:chgData name="Ayo Næsborg-Andersen" userId="6a489489-d209-4868-9e75-7d162358e38d" providerId="ADAL" clId="{5EAB8FFF-A452-4DE0-A00F-F14FF3A04CB6}" dt="2025-10-21T09:12:15.115" v="6806" actId="14100"/>
          <ac:spMkLst>
            <pc:docMk/>
            <pc:sldMk cId="1993343441" sldId="270"/>
            <ac:spMk id="6" creationId="{611288E9-FF06-4C99-9F04-9FED84427A28}"/>
          </ac:spMkLst>
        </pc:spChg>
        <pc:spChg chg="mod">
          <ac:chgData name="Ayo Næsborg-Andersen" userId="6a489489-d209-4868-9e75-7d162358e38d" providerId="ADAL" clId="{5EAB8FFF-A452-4DE0-A00F-F14FF3A04CB6}" dt="2025-10-21T09:11:54.897" v="6805" actId="20577"/>
          <ac:spMkLst>
            <pc:docMk/>
            <pc:sldMk cId="1993343441" sldId="270"/>
            <ac:spMk id="9" creationId="{EAC01EA5-1070-5A10-938C-9E01858E0E38}"/>
          </ac:spMkLst>
        </pc:spChg>
      </pc:sldChg>
      <pc:sldChg chg="modSp mod">
        <pc:chgData name="Ayo Næsborg-Andersen" userId="6a489489-d209-4868-9e75-7d162358e38d" providerId="ADAL" clId="{5EAB8FFF-A452-4DE0-A00F-F14FF3A04CB6}" dt="2025-10-20T11:08:30.551" v="3884" actId="113"/>
        <pc:sldMkLst>
          <pc:docMk/>
          <pc:sldMk cId="2612518094" sldId="272"/>
        </pc:sldMkLst>
        <pc:spChg chg="mod">
          <ac:chgData name="Ayo Næsborg-Andersen" userId="6a489489-d209-4868-9e75-7d162358e38d" providerId="ADAL" clId="{5EAB8FFF-A452-4DE0-A00F-F14FF3A04CB6}" dt="2025-10-20T11:05:33.040" v="3523" actId="20577"/>
          <ac:spMkLst>
            <pc:docMk/>
            <pc:sldMk cId="2612518094" sldId="272"/>
            <ac:spMk id="2" creationId="{84C2C4BE-25FC-48FF-698A-46981F621A9F}"/>
          </ac:spMkLst>
        </pc:spChg>
        <pc:spChg chg="mod">
          <ac:chgData name="Ayo Næsborg-Andersen" userId="6a489489-d209-4868-9e75-7d162358e38d" providerId="ADAL" clId="{5EAB8FFF-A452-4DE0-A00F-F14FF3A04CB6}" dt="2025-10-20T11:08:30.551" v="3884" actId="113"/>
          <ac:spMkLst>
            <pc:docMk/>
            <pc:sldMk cId="2612518094" sldId="272"/>
            <ac:spMk id="3" creationId="{89665AD7-10A1-DC7D-441A-6C418C7A19D0}"/>
          </ac:spMkLst>
        </pc:spChg>
      </pc:sldChg>
      <pc:sldChg chg="modSp mod">
        <pc:chgData name="Ayo Næsborg-Andersen" userId="6a489489-d209-4868-9e75-7d162358e38d" providerId="ADAL" clId="{5EAB8FFF-A452-4DE0-A00F-F14FF3A04CB6}" dt="2025-10-21T09:42:53.193" v="8694" actId="6549"/>
        <pc:sldMkLst>
          <pc:docMk/>
          <pc:sldMk cId="3222339668" sldId="273"/>
        </pc:sldMkLst>
        <pc:spChg chg="mod">
          <ac:chgData name="Ayo Næsborg-Andersen" userId="6a489489-d209-4868-9e75-7d162358e38d" providerId="ADAL" clId="{5EAB8FFF-A452-4DE0-A00F-F14FF3A04CB6}" dt="2025-10-20T11:28:00.047" v="5336" actId="20577"/>
          <ac:spMkLst>
            <pc:docMk/>
            <pc:sldMk cId="3222339668" sldId="273"/>
            <ac:spMk id="2" creationId="{440DF720-953B-D750-64D8-26F13153263A}"/>
          </ac:spMkLst>
        </pc:spChg>
        <pc:spChg chg="mod">
          <ac:chgData name="Ayo Næsborg-Andersen" userId="6a489489-d209-4868-9e75-7d162358e38d" providerId="ADAL" clId="{5EAB8FFF-A452-4DE0-A00F-F14FF3A04CB6}" dt="2025-10-21T09:42:53.193" v="8694" actId="6549"/>
          <ac:spMkLst>
            <pc:docMk/>
            <pc:sldMk cId="3222339668" sldId="273"/>
            <ac:spMk id="11" creationId="{3E4094CD-EDA6-D060-F86C-AD64BB6BCA66}"/>
          </ac:spMkLst>
        </pc:spChg>
      </pc:sldChg>
      <pc:sldChg chg="modSp mod">
        <pc:chgData name="Ayo Næsborg-Andersen" userId="6a489489-d209-4868-9e75-7d162358e38d" providerId="ADAL" clId="{5EAB8FFF-A452-4DE0-A00F-F14FF3A04CB6}" dt="2025-10-21T09:31:45.232" v="7830" actId="6549"/>
        <pc:sldMkLst>
          <pc:docMk/>
          <pc:sldMk cId="2769779191" sldId="274"/>
        </pc:sldMkLst>
        <pc:spChg chg="mod">
          <ac:chgData name="Ayo Næsborg-Andersen" userId="6a489489-d209-4868-9e75-7d162358e38d" providerId="ADAL" clId="{5EAB8FFF-A452-4DE0-A00F-F14FF3A04CB6}" dt="2025-10-21T09:31:45.232" v="7830" actId="6549"/>
          <ac:spMkLst>
            <pc:docMk/>
            <pc:sldMk cId="2769779191" sldId="274"/>
            <ac:spMk id="2" creationId="{B1084DD3-A520-EE72-D51D-58E7FE8E00A3}"/>
          </ac:spMkLst>
        </pc:spChg>
        <pc:spChg chg="mod">
          <ac:chgData name="Ayo Næsborg-Andersen" userId="6a489489-d209-4868-9e75-7d162358e38d" providerId="ADAL" clId="{5EAB8FFF-A452-4DE0-A00F-F14FF3A04CB6}" dt="2025-10-21T09:31:20.581" v="7787"/>
          <ac:spMkLst>
            <pc:docMk/>
            <pc:sldMk cId="2769779191" sldId="274"/>
            <ac:spMk id="3" creationId="{CB13CAC3-32AA-A779-7C76-4483937A7446}"/>
          </ac:spMkLst>
        </pc:spChg>
        <pc:cxnChg chg="mod">
          <ac:chgData name="Ayo Næsborg-Andersen" userId="6a489489-d209-4868-9e75-7d162358e38d" providerId="ADAL" clId="{5EAB8FFF-A452-4DE0-A00F-F14FF3A04CB6}" dt="2025-10-21T09:31:23.306" v="7788" actId="1076"/>
          <ac:cxnSpMkLst>
            <pc:docMk/>
            <pc:sldMk cId="2769779191" sldId="274"/>
            <ac:cxnSpMk id="7" creationId="{A83FA894-65C7-9AC2-79C7-977828AC89C5}"/>
          </ac:cxnSpMkLst>
        </pc:cxnChg>
      </pc:sldChg>
      <pc:sldChg chg="modSp mod">
        <pc:chgData name="Ayo Næsborg-Andersen" userId="6a489489-d209-4868-9e75-7d162358e38d" providerId="ADAL" clId="{5EAB8FFF-A452-4DE0-A00F-F14FF3A04CB6}" dt="2025-10-21T09:33:38.848" v="7889" actId="113"/>
        <pc:sldMkLst>
          <pc:docMk/>
          <pc:sldMk cId="3090840352" sldId="275"/>
        </pc:sldMkLst>
        <pc:spChg chg="mod">
          <ac:chgData name="Ayo Næsborg-Andersen" userId="6a489489-d209-4868-9e75-7d162358e38d" providerId="ADAL" clId="{5EAB8FFF-A452-4DE0-A00F-F14FF3A04CB6}" dt="2025-10-21T09:32:10.525" v="7873" actId="20577"/>
          <ac:spMkLst>
            <pc:docMk/>
            <pc:sldMk cId="3090840352" sldId="275"/>
            <ac:spMk id="2" creationId="{2F534D10-94A5-744E-4F24-6447678323E9}"/>
          </ac:spMkLst>
        </pc:spChg>
        <pc:spChg chg="mod">
          <ac:chgData name="Ayo Næsborg-Andersen" userId="6a489489-d209-4868-9e75-7d162358e38d" providerId="ADAL" clId="{5EAB8FFF-A452-4DE0-A00F-F14FF3A04CB6}" dt="2025-10-21T09:33:38.848" v="7889" actId="113"/>
          <ac:spMkLst>
            <pc:docMk/>
            <pc:sldMk cId="3090840352" sldId="275"/>
            <ac:spMk id="3" creationId="{7E5837F9-5AE9-2F72-64E5-12B324682E17}"/>
          </ac:spMkLst>
        </pc:spChg>
      </pc:sldChg>
      <pc:sldChg chg="modSp mod">
        <pc:chgData name="Ayo Næsborg-Andersen" userId="6a489489-d209-4868-9e75-7d162358e38d" providerId="ADAL" clId="{5EAB8FFF-A452-4DE0-A00F-F14FF3A04CB6}" dt="2025-10-21T09:37:26.253" v="8150" actId="6549"/>
        <pc:sldMkLst>
          <pc:docMk/>
          <pc:sldMk cId="2700510486" sldId="276"/>
        </pc:sldMkLst>
        <pc:spChg chg="mod">
          <ac:chgData name="Ayo Næsborg-Andersen" userId="6a489489-d209-4868-9e75-7d162358e38d" providerId="ADAL" clId="{5EAB8FFF-A452-4DE0-A00F-F14FF3A04CB6}" dt="2025-10-21T09:34:03.751" v="7919" actId="1076"/>
          <ac:spMkLst>
            <pc:docMk/>
            <pc:sldMk cId="2700510486" sldId="276"/>
            <ac:spMk id="2" creationId="{5D5C1DD3-4682-5945-0630-FF6E3A22808A}"/>
          </ac:spMkLst>
        </pc:spChg>
        <pc:spChg chg="mod">
          <ac:chgData name="Ayo Næsborg-Andersen" userId="6a489489-d209-4868-9e75-7d162358e38d" providerId="ADAL" clId="{5EAB8FFF-A452-4DE0-A00F-F14FF3A04CB6}" dt="2025-10-21T09:37:26.253" v="8150" actId="6549"/>
          <ac:spMkLst>
            <pc:docMk/>
            <pc:sldMk cId="2700510486" sldId="276"/>
            <ac:spMk id="3" creationId="{FCEAA789-58E8-FC5F-7557-519ACC94392F}"/>
          </ac:spMkLst>
        </pc:spChg>
      </pc:sldChg>
      <pc:sldChg chg="addSp modSp mod">
        <pc:chgData name="Ayo Næsborg-Andersen" userId="6a489489-d209-4868-9e75-7d162358e38d" providerId="ADAL" clId="{5EAB8FFF-A452-4DE0-A00F-F14FF3A04CB6}" dt="2025-10-21T09:38:50.295" v="8170" actId="1076"/>
        <pc:sldMkLst>
          <pc:docMk/>
          <pc:sldMk cId="943646711" sldId="277"/>
        </pc:sldMkLst>
        <pc:spChg chg="mod">
          <ac:chgData name="Ayo Næsborg-Andersen" userId="6a489489-d209-4868-9e75-7d162358e38d" providerId="ADAL" clId="{5EAB8FFF-A452-4DE0-A00F-F14FF3A04CB6}" dt="2025-10-21T09:38:46.541" v="8169"/>
          <ac:spMkLst>
            <pc:docMk/>
            <pc:sldMk cId="943646711" sldId="277"/>
            <ac:spMk id="2" creationId="{F259AAD8-92CB-9A01-2D89-5A92841E4112}"/>
          </ac:spMkLst>
        </pc:spChg>
        <pc:spChg chg="mod">
          <ac:chgData name="Ayo Næsborg-Andersen" userId="6a489489-d209-4868-9e75-7d162358e38d" providerId="ADAL" clId="{5EAB8FFF-A452-4DE0-A00F-F14FF3A04CB6}" dt="2025-10-21T09:38:50.295" v="8170" actId="1076"/>
          <ac:spMkLst>
            <pc:docMk/>
            <pc:sldMk cId="943646711" sldId="277"/>
            <ac:spMk id="3" creationId="{FE6F8293-1791-57D2-3075-80404FD632AE}"/>
          </ac:spMkLst>
        </pc:spChg>
        <pc:graphicFrameChg chg="add mod">
          <ac:chgData name="Ayo Næsborg-Andersen" userId="6a489489-d209-4868-9e75-7d162358e38d" providerId="ADAL" clId="{5EAB8FFF-A452-4DE0-A00F-F14FF3A04CB6}" dt="2025-10-21T09:37:52.200" v="8151"/>
          <ac:graphicFrameMkLst>
            <pc:docMk/>
            <pc:sldMk cId="943646711" sldId="277"/>
            <ac:graphicFrameMk id="6" creationId="{AB7C4E02-F0BD-8A84-394D-04B8A1D1B5A1}"/>
          </ac:graphicFrameMkLst>
        </pc:graphicFrameChg>
        <pc:graphicFrameChg chg="add mod">
          <ac:chgData name="Ayo Næsborg-Andersen" userId="6a489489-d209-4868-9e75-7d162358e38d" providerId="ADAL" clId="{5EAB8FFF-A452-4DE0-A00F-F14FF3A04CB6}" dt="2025-10-21T09:37:58.107" v="8152"/>
          <ac:graphicFrameMkLst>
            <pc:docMk/>
            <pc:sldMk cId="943646711" sldId="277"/>
            <ac:graphicFrameMk id="7" creationId="{D1C9DDE9-6F4D-2E0F-8031-337747E260B5}"/>
          </ac:graphicFrameMkLst>
        </pc:graphicFrameChg>
      </pc:sldChg>
      <pc:sldChg chg="modSp mod">
        <pc:chgData name="Ayo Næsborg-Andersen" userId="6a489489-d209-4868-9e75-7d162358e38d" providerId="ADAL" clId="{5EAB8FFF-A452-4DE0-A00F-F14FF3A04CB6}" dt="2025-10-21T10:03:02.621" v="9193" actId="6549"/>
        <pc:sldMkLst>
          <pc:docMk/>
          <pc:sldMk cId="3936817170" sldId="278"/>
        </pc:sldMkLst>
        <pc:spChg chg="mod">
          <ac:chgData name="Ayo Næsborg-Andersen" userId="6a489489-d209-4868-9e75-7d162358e38d" providerId="ADAL" clId="{5EAB8FFF-A452-4DE0-A00F-F14FF3A04CB6}" dt="2025-10-20T11:09:21.811" v="3938" actId="20577"/>
          <ac:spMkLst>
            <pc:docMk/>
            <pc:sldMk cId="3936817170" sldId="278"/>
            <ac:spMk id="2" creationId="{D034A6C6-D8C6-C1B8-7AD2-DCA2A0813F10}"/>
          </ac:spMkLst>
        </pc:spChg>
        <pc:spChg chg="mod">
          <ac:chgData name="Ayo Næsborg-Andersen" userId="6a489489-d209-4868-9e75-7d162358e38d" providerId="ADAL" clId="{5EAB8FFF-A452-4DE0-A00F-F14FF3A04CB6}" dt="2025-10-21T10:03:02.621" v="9193" actId="6549"/>
          <ac:spMkLst>
            <pc:docMk/>
            <pc:sldMk cId="3936817170" sldId="278"/>
            <ac:spMk id="3" creationId="{C48EDE9A-01CA-1FF3-EE36-AEB8393854A4}"/>
          </ac:spMkLst>
        </pc:spChg>
      </pc:sldChg>
      <pc:sldChg chg="modSp mod">
        <pc:chgData name="Ayo Næsborg-Andersen" userId="6a489489-d209-4868-9e75-7d162358e38d" providerId="ADAL" clId="{5EAB8FFF-A452-4DE0-A00F-F14FF3A04CB6}" dt="2025-10-21T09:23:12.377" v="7295" actId="1076"/>
        <pc:sldMkLst>
          <pc:docMk/>
          <pc:sldMk cId="2848967186" sldId="279"/>
        </pc:sldMkLst>
        <pc:spChg chg="mod">
          <ac:chgData name="Ayo Næsborg-Andersen" userId="6a489489-d209-4868-9e75-7d162358e38d" providerId="ADAL" clId="{5EAB8FFF-A452-4DE0-A00F-F14FF3A04CB6}" dt="2025-10-21T09:04:51.922" v="6678" actId="313"/>
          <ac:spMkLst>
            <pc:docMk/>
            <pc:sldMk cId="2848967186" sldId="279"/>
            <ac:spMk id="2" creationId="{3CF97865-0677-9DC1-37B3-F31D87064FDF}"/>
          </ac:spMkLst>
        </pc:spChg>
        <pc:spChg chg="mod">
          <ac:chgData name="Ayo Næsborg-Andersen" userId="6a489489-d209-4868-9e75-7d162358e38d" providerId="ADAL" clId="{5EAB8FFF-A452-4DE0-A00F-F14FF3A04CB6}" dt="2025-10-21T09:23:07.769" v="7294"/>
          <ac:spMkLst>
            <pc:docMk/>
            <pc:sldMk cId="2848967186" sldId="279"/>
            <ac:spMk id="3" creationId="{BC0E5BD7-4EFA-0170-16BB-48153D096436}"/>
          </ac:spMkLst>
        </pc:spChg>
        <pc:cxnChg chg="mod">
          <ac:chgData name="Ayo Næsborg-Andersen" userId="6a489489-d209-4868-9e75-7d162358e38d" providerId="ADAL" clId="{5EAB8FFF-A452-4DE0-A00F-F14FF3A04CB6}" dt="2025-10-21T09:23:12.377" v="7295" actId="1076"/>
          <ac:cxnSpMkLst>
            <pc:docMk/>
            <pc:sldMk cId="2848967186" sldId="279"/>
            <ac:cxnSpMk id="7" creationId="{6000F728-F241-AB7B-7FC8-00FAAE6EF9B3}"/>
          </ac:cxnSpMkLst>
        </pc:cxnChg>
      </pc:sldChg>
      <pc:sldChg chg="modSp mod">
        <pc:chgData name="Ayo Næsborg-Andersen" userId="6a489489-d209-4868-9e75-7d162358e38d" providerId="ADAL" clId="{5EAB8FFF-A452-4DE0-A00F-F14FF3A04CB6}" dt="2025-10-21T09:22:48.955" v="7288" actId="1076"/>
        <pc:sldMkLst>
          <pc:docMk/>
          <pc:sldMk cId="1038757934" sldId="280"/>
        </pc:sldMkLst>
        <pc:spChg chg="mod">
          <ac:chgData name="Ayo Næsborg-Andersen" userId="6a489489-d209-4868-9e75-7d162358e38d" providerId="ADAL" clId="{5EAB8FFF-A452-4DE0-A00F-F14FF3A04CB6}" dt="2025-10-21T09:04:49.833" v="6675" actId="313"/>
          <ac:spMkLst>
            <pc:docMk/>
            <pc:sldMk cId="1038757934" sldId="280"/>
            <ac:spMk id="2" creationId="{3B450344-574C-9165-0ECF-BAD9A03781F2}"/>
          </ac:spMkLst>
        </pc:spChg>
        <pc:spChg chg="mod">
          <ac:chgData name="Ayo Næsborg-Andersen" userId="6a489489-d209-4868-9e75-7d162358e38d" providerId="ADAL" clId="{5EAB8FFF-A452-4DE0-A00F-F14FF3A04CB6}" dt="2025-10-21T09:22:44.346" v="7287"/>
          <ac:spMkLst>
            <pc:docMk/>
            <pc:sldMk cId="1038757934" sldId="280"/>
            <ac:spMk id="3" creationId="{FE44D158-49A3-019A-76A6-B1FFBEC64A86}"/>
          </ac:spMkLst>
        </pc:spChg>
        <pc:cxnChg chg="mod">
          <ac:chgData name="Ayo Næsborg-Andersen" userId="6a489489-d209-4868-9e75-7d162358e38d" providerId="ADAL" clId="{5EAB8FFF-A452-4DE0-A00F-F14FF3A04CB6}" dt="2025-10-21T09:22:48.955" v="7288" actId="1076"/>
          <ac:cxnSpMkLst>
            <pc:docMk/>
            <pc:sldMk cId="1038757934" sldId="280"/>
            <ac:cxnSpMk id="7" creationId="{F0DC3ED4-D405-0F4B-D9B6-48EC38767B28}"/>
          </ac:cxnSpMkLst>
        </pc:cxnChg>
      </pc:sldChg>
      <pc:sldChg chg="modSp mod">
        <pc:chgData name="Ayo Næsborg-Andersen" userId="6a489489-d209-4868-9e75-7d162358e38d" providerId="ADAL" clId="{5EAB8FFF-A452-4DE0-A00F-F14FF3A04CB6}" dt="2025-10-21T09:22:57.130" v="7293" actId="20577"/>
        <pc:sldMkLst>
          <pc:docMk/>
          <pc:sldMk cId="3301545567" sldId="281"/>
        </pc:sldMkLst>
        <pc:spChg chg="mod">
          <ac:chgData name="Ayo Næsborg-Andersen" userId="6a489489-d209-4868-9e75-7d162358e38d" providerId="ADAL" clId="{5EAB8FFF-A452-4DE0-A00F-F14FF3A04CB6}" dt="2025-10-21T09:22:57.130" v="7293" actId="20577"/>
          <ac:spMkLst>
            <pc:docMk/>
            <pc:sldMk cId="3301545567" sldId="281"/>
            <ac:spMk id="2" creationId="{1641056B-3C1B-7AE9-F4F9-18F7F4F0302B}"/>
          </ac:spMkLst>
        </pc:spChg>
        <pc:spChg chg="mod">
          <ac:chgData name="Ayo Næsborg-Andersen" userId="6a489489-d209-4868-9e75-7d162358e38d" providerId="ADAL" clId="{5EAB8FFF-A452-4DE0-A00F-F14FF3A04CB6}" dt="2025-10-20T11:04:05.024" v="3470" actId="20577"/>
          <ac:spMkLst>
            <pc:docMk/>
            <pc:sldMk cId="3301545567" sldId="281"/>
            <ac:spMk id="3" creationId="{D375C687-EEE9-EF8D-CEAE-E3A42A737598}"/>
          </ac:spMkLst>
        </pc:spChg>
      </pc:sldChg>
      <pc:sldChg chg="modSp mod">
        <pc:chgData name="Ayo Næsborg-Andersen" userId="6a489489-d209-4868-9e75-7d162358e38d" providerId="ADAL" clId="{5EAB8FFF-A452-4DE0-A00F-F14FF3A04CB6}" dt="2025-10-21T09:11:19.265" v="6781" actId="207"/>
        <pc:sldMkLst>
          <pc:docMk/>
          <pc:sldMk cId="3583810184" sldId="282"/>
        </pc:sldMkLst>
        <pc:spChg chg="mod">
          <ac:chgData name="Ayo Næsborg-Andersen" userId="6a489489-d209-4868-9e75-7d162358e38d" providerId="ADAL" clId="{5EAB8FFF-A452-4DE0-A00F-F14FF3A04CB6}" dt="2025-10-20T11:02:19.608" v="3318" actId="20577"/>
          <ac:spMkLst>
            <pc:docMk/>
            <pc:sldMk cId="3583810184" sldId="282"/>
            <ac:spMk id="2" creationId="{43D54EB5-50DA-F1FF-A405-E46211BD66FB}"/>
          </ac:spMkLst>
        </pc:spChg>
        <pc:spChg chg="mod">
          <ac:chgData name="Ayo Næsborg-Andersen" userId="6a489489-d209-4868-9e75-7d162358e38d" providerId="ADAL" clId="{5EAB8FFF-A452-4DE0-A00F-F14FF3A04CB6}" dt="2025-10-21T09:11:19.265" v="6781" actId="207"/>
          <ac:spMkLst>
            <pc:docMk/>
            <pc:sldMk cId="3583810184" sldId="282"/>
            <ac:spMk id="3" creationId="{1B1265A8-413E-8931-1BB5-E5FA81506ED6}"/>
          </ac:spMkLst>
        </pc:spChg>
      </pc:sldChg>
      <pc:sldChg chg="modSp mod">
        <pc:chgData name="Ayo Næsborg-Andersen" userId="6a489489-d209-4868-9e75-7d162358e38d" providerId="ADAL" clId="{5EAB8FFF-A452-4DE0-A00F-F14FF3A04CB6}" dt="2025-10-21T09:10:30.928" v="6777" actId="207"/>
        <pc:sldMkLst>
          <pc:docMk/>
          <pc:sldMk cId="4240802294" sldId="283"/>
        </pc:sldMkLst>
        <pc:spChg chg="mod">
          <ac:chgData name="Ayo Næsborg-Andersen" userId="6a489489-d209-4868-9e75-7d162358e38d" providerId="ADAL" clId="{5EAB8FFF-A452-4DE0-A00F-F14FF3A04CB6}" dt="2025-10-20T11:02:07.402" v="3307" actId="20577"/>
          <ac:spMkLst>
            <pc:docMk/>
            <pc:sldMk cId="4240802294" sldId="283"/>
            <ac:spMk id="2" creationId="{FE6E8931-CEF0-4285-3D0B-1B39B6516EE5}"/>
          </ac:spMkLst>
        </pc:spChg>
        <pc:spChg chg="mod">
          <ac:chgData name="Ayo Næsborg-Andersen" userId="6a489489-d209-4868-9e75-7d162358e38d" providerId="ADAL" clId="{5EAB8FFF-A452-4DE0-A00F-F14FF3A04CB6}" dt="2025-10-21T09:10:30.928" v="6777" actId="207"/>
          <ac:spMkLst>
            <pc:docMk/>
            <pc:sldMk cId="4240802294" sldId="283"/>
            <ac:spMk id="3" creationId="{0358B0F6-128C-C93B-52E2-6A86D8864797}"/>
          </ac:spMkLst>
        </pc:spChg>
      </pc:sldChg>
      <pc:sldChg chg="modSp mod">
        <pc:chgData name="Ayo Næsborg-Andersen" userId="6a489489-d209-4868-9e75-7d162358e38d" providerId="ADAL" clId="{5EAB8FFF-A452-4DE0-A00F-F14FF3A04CB6}" dt="2025-10-20T11:04:50.423" v="3477" actId="20577"/>
        <pc:sldMkLst>
          <pc:docMk/>
          <pc:sldMk cId="1605929903" sldId="287"/>
        </pc:sldMkLst>
        <pc:spChg chg="mod">
          <ac:chgData name="Ayo Næsborg-Andersen" userId="6a489489-d209-4868-9e75-7d162358e38d" providerId="ADAL" clId="{5EAB8FFF-A452-4DE0-A00F-F14FF3A04CB6}" dt="2025-10-20T11:04:50.423" v="3477" actId="20577"/>
          <ac:spMkLst>
            <pc:docMk/>
            <pc:sldMk cId="1605929903" sldId="287"/>
            <ac:spMk id="14" creationId="{A2A219B3-8E7A-A698-B011-E1560B218B29}"/>
          </ac:spMkLst>
        </pc:spChg>
      </pc:sldChg>
      <pc:sldChg chg="addSp delSp modSp new mod ord modClrScheme chgLayout">
        <pc:chgData name="Ayo Næsborg-Andersen" userId="6a489489-d209-4868-9e75-7d162358e38d" providerId="ADAL" clId="{5EAB8FFF-A452-4DE0-A00F-F14FF3A04CB6}" dt="2025-10-20T09:16:11.406" v="44" actId="20577"/>
        <pc:sldMkLst>
          <pc:docMk/>
          <pc:sldMk cId="4207442197" sldId="288"/>
        </pc:sldMkLst>
        <pc:spChg chg="del">
          <ac:chgData name="Ayo Næsborg-Andersen" userId="6a489489-d209-4868-9e75-7d162358e38d" providerId="ADAL" clId="{5EAB8FFF-A452-4DE0-A00F-F14FF3A04CB6}" dt="2025-10-20T09:15:58.973" v="3" actId="700"/>
          <ac:spMkLst>
            <pc:docMk/>
            <pc:sldMk cId="4207442197" sldId="288"/>
            <ac:spMk id="2" creationId="{53D5C2C3-D3B5-AF9C-E737-FCCE8895FE95}"/>
          </ac:spMkLst>
        </pc:spChg>
        <pc:spChg chg="del mod ord">
          <ac:chgData name="Ayo Næsborg-Andersen" userId="6a489489-d209-4868-9e75-7d162358e38d" providerId="ADAL" clId="{5EAB8FFF-A452-4DE0-A00F-F14FF3A04CB6}" dt="2025-10-20T09:15:58.973" v="3" actId="700"/>
          <ac:spMkLst>
            <pc:docMk/>
            <pc:sldMk cId="4207442197" sldId="288"/>
            <ac:spMk id="3" creationId="{F5AA91B7-C570-D7C1-C06F-330980B12201}"/>
          </ac:spMkLst>
        </pc:spChg>
        <pc:spChg chg="del">
          <ac:chgData name="Ayo Næsborg-Andersen" userId="6a489489-d209-4868-9e75-7d162358e38d" providerId="ADAL" clId="{5EAB8FFF-A452-4DE0-A00F-F14FF3A04CB6}" dt="2025-10-20T09:15:58.973" v="3" actId="700"/>
          <ac:spMkLst>
            <pc:docMk/>
            <pc:sldMk cId="4207442197" sldId="288"/>
            <ac:spMk id="4" creationId="{31C5625F-2CFB-29C9-ED02-16258CDD1C03}"/>
          </ac:spMkLst>
        </pc:spChg>
        <pc:spChg chg="add mod ord">
          <ac:chgData name="Ayo Næsborg-Andersen" userId="6a489489-d209-4868-9e75-7d162358e38d" providerId="ADAL" clId="{5EAB8FFF-A452-4DE0-A00F-F14FF3A04CB6}" dt="2025-10-20T09:16:11.406" v="44" actId="20577"/>
          <ac:spMkLst>
            <pc:docMk/>
            <pc:sldMk cId="4207442197" sldId="288"/>
            <ac:spMk id="5" creationId="{34864A81-0E9A-2923-68D7-CE0FC0822746}"/>
          </ac:spMkLst>
        </pc:spChg>
      </pc:sldChg>
      <pc:sldChg chg="addSp delSp modSp new mod modClrScheme chgLayout">
        <pc:chgData name="Ayo Næsborg-Andersen" userId="6a489489-d209-4868-9e75-7d162358e38d" providerId="ADAL" clId="{5EAB8FFF-A452-4DE0-A00F-F14FF3A04CB6}" dt="2025-10-21T09:51:50.728" v="8909" actId="20577"/>
        <pc:sldMkLst>
          <pc:docMk/>
          <pc:sldMk cId="462215939" sldId="289"/>
        </pc:sldMkLst>
        <pc:spChg chg="del mod ord">
          <ac:chgData name="Ayo Næsborg-Andersen" userId="6a489489-d209-4868-9e75-7d162358e38d" providerId="ADAL" clId="{5EAB8FFF-A452-4DE0-A00F-F14FF3A04CB6}" dt="2025-10-20T09:16:25.099" v="46" actId="700"/>
          <ac:spMkLst>
            <pc:docMk/>
            <pc:sldMk cId="462215939" sldId="289"/>
            <ac:spMk id="2" creationId="{2FF4844C-28C1-6D20-71A1-BFC80FACCC7E}"/>
          </ac:spMkLst>
        </pc:spChg>
        <pc:spChg chg="mod ord">
          <ac:chgData name="Ayo Næsborg-Andersen" userId="6a489489-d209-4868-9e75-7d162358e38d" providerId="ADAL" clId="{5EAB8FFF-A452-4DE0-A00F-F14FF3A04CB6}" dt="2025-10-20T09:16:25.099" v="46" actId="700"/>
          <ac:spMkLst>
            <pc:docMk/>
            <pc:sldMk cId="462215939" sldId="289"/>
            <ac:spMk id="3" creationId="{CE48FE67-17D7-7BDA-118C-17CDC46BA439}"/>
          </ac:spMkLst>
        </pc:spChg>
        <pc:spChg chg="add mod ord">
          <ac:chgData name="Ayo Næsborg-Andersen" userId="6a489489-d209-4868-9e75-7d162358e38d" providerId="ADAL" clId="{5EAB8FFF-A452-4DE0-A00F-F14FF3A04CB6}" dt="2025-10-20T11:55:24.603" v="5604" actId="20577"/>
          <ac:spMkLst>
            <pc:docMk/>
            <pc:sldMk cId="462215939" sldId="289"/>
            <ac:spMk id="4" creationId="{3E582CB1-6E1B-91E3-097D-DA8D0821A3F7}"/>
          </ac:spMkLst>
        </pc:spChg>
        <pc:spChg chg="add del mod ord">
          <ac:chgData name="Ayo Næsborg-Andersen" userId="6a489489-d209-4868-9e75-7d162358e38d" providerId="ADAL" clId="{5EAB8FFF-A452-4DE0-A00F-F14FF3A04CB6}" dt="2025-10-20T11:54:57.902" v="5562"/>
          <ac:spMkLst>
            <pc:docMk/>
            <pc:sldMk cId="462215939" sldId="289"/>
            <ac:spMk id="5" creationId="{62CD7C6B-945F-1833-B722-84441C858173}"/>
          </ac:spMkLst>
        </pc:spChg>
        <pc:graphicFrameChg chg="add mod modGraphic">
          <ac:chgData name="Ayo Næsborg-Andersen" userId="6a489489-d209-4868-9e75-7d162358e38d" providerId="ADAL" clId="{5EAB8FFF-A452-4DE0-A00F-F14FF3A04CB6}" dt="2025-10-21T09:51:50.728" v="8909" actId="20577"/>
          <ac:graphicFrameMkLst>
            <pc:docMk/>
            <pc:sldMk cId="462215939" sldId="289"/>
            <ac:graphicFrameMk id="6" creationId="{5C6A966F-FDDD-0641-137F-88F32BF0A6EC}"/>
          </ac:graphicFrameMkLst>
        </pc:graphicFrameChg>
      </pc:sldChg>
      <pc:sldChg chg="addSp delSp modSp new mod">
        <pc:chgData name="Ayo Næsborg-Andersen" userId="6a489489-d209-4868-9e75-7d162358e38d" providerId="ADAL" clId="{5EAB8FFF-A452-4DE0-A00F-F14FF3A04CB6}" dt="2025-10-21T09:52:37.955" v="8910" actId="26606"/>
        <pc:sldMkLst>
          <pc:docMk/>
          <pc:sldMk cId="3908069414" sldId="290"/>
        </pc:sldMkLst>
        <pc:spChg chg="mod">
          <ac:chgData name="Ayo Næsborg-Andersen" userId="6a489489-d209-4868-9e75-7d162358e38d" providerId="ADAL" clId="{5EAB8FFF-A452-4DE0-A00F-F14FF3A04CB6}" dt="2025-10-21T09:52:37.955" v="8910" actId="26606"/>
          <ac:spMkLst>
            <pc:docMk/>
            <pc:sldMk cId="3908069414" sldId="290"/>
            <ac:spMk id="2" creationId="{4E020CF2-AB1B-2807-0EFE-E6467A744A8B}"/>
          </ac:spMkLst>
        </pc:spChg>
        <pc:spChg chg="del mod">
          <ac:chgData name="Ayo Næsborg-Andersen" userId="6a489489-d209-4868-9e75-7d162358e38d" providerId="ADAL" clId="{5EAB8FFF-A452-4DE0-A00F-F14FF3A04CB6}" dt="2025-10-21T09:52:37.955" v="8910" actId="26606"/>
          <ac:spMkLst>
            <pc:docMk/>
            <pc:sldMk cId="3908069414" sldId="290"/>
            <ac:spMk id="3" creationId="{966BDACE-5135-9FB4-517E-0742C1C91DE1}"/>
          </ac:spMkLst>
        </pc:spChg>
        <pc:spChg chg="mod">
          <ac:chgData name="Ayo Næsborg-Andersen" userId="6a489489-d209-4868-9e75-7d162358e38d" providerId="ADAL" clId="{5EAB8FFF-A452-4DE0-A00F-F14FF3A04CB6}" dt="2025-10-21T09:52:37.955" v="8910" actId="26606"/>
          <ac:spMkLst>
            <pc:docMk/>
            <pc:sldMk cId="3908069414" sldId="290"/>
            <ac:spMk id="4" creationId="{6B0A532D-AA0F-F7D6-492A-1F52F0A6FA21}"/>
          </ac:spMkLst>
        </pc:spChg>
        <pc:spChg chg="mod">
          <ac:chgData name="Ayo Næsborg-Andersen" userId="6a489489-d209-4868-9e75-7d162358e38d" providerId="ADAL" clId="{5EAB8FFF-A452-4DE0-A00F-F14FF3A04CB6}" dt="2025-10-21T09:52:37.955" v="8910" actId="26606"/>
          <ac:spMkLst>
            <pc:docMk/>
            <pc:sldMk cId="3908069414" sldId="290"/>
            <ac:spMk id="5" creationId="{A6426CF4-3408-4A95-3BA5-BBA0607F9B63}"/>
          </ac:spMkLst>
        </pc:spChg>
        <pc:graphicFrameChg chg="add">
          <ac:chgData name="Ayo Næsborg-Andersen" userId="6a489489-d209-4868-9e75-7d162358e38d" providerId="ADAL" clId="{5EAB8FFF-A452-4DE0-A00F-F14FF3A04CB6}" dt="2025-10-21T09:52:37.955" v="8910" actId="26606"/>
          <ac:graphicFrameMkLst>
            <pc:docMk/>
            <pc:sldMk cId="3908069414" sldId="290"/>
            <ac:graphicFrameMk id="7" creationId="{2818C60D-CD67-8AA1-CFD2-5360536E7084}"/>
          </ac:graphicFrameMkLst>
        </pc:graphicFrameChg>
      </pc:sldChg>
      <pc:sldChg chg="addSp delSp modSp new mod">
        <pc:chgData name="Ayo Næsborg-Andersen" userId="6a489489-d209-4868-9e75-7d162358e38d" providerId="ADAL" clId="{5EAB8FFF-A452-4DE0-A00F-F14FF3A04CB6}" dt="2025-10-21T09:52:55.673" v="8912" actId="26606"/>
        <pc:sldMkLst>
          <pc:docMk/>
          <pc:sldMk cId="2883156212" sldId="291"/>
        </pc:sldMkLst>
        <pc:spChg chg="mod">
          <ac:chgData name="Ayo Næsborg-Andersen" userId="6a489489-d209-4868-9e75-7d162358e38d" providerId="ADAL" clId="{5EAB8FFF-A452-4DE0-A00F-F14FF3A04CB6}" dt="2025-10-21T09:52:55.673" v="8912" actId="26606"/>
          <ac:spMkLst>
            <pc:docMk/>
            <pc:sldMk cId="2883156212" sldId="291"/>
            <ac:spMk id="2" creationId="{187245A5-B9CA-8572-AB2D-B5BCCE338922}"/>
          </ac:spMkLst>
        </pc:spChg>
        <pc:spChg chg="add del mod">
          <ac:chgData name="Ayo Næsborg-Andersen" userId="6a489489-d209-4868-9e75-7d162358e38d" providerId="ADAL" clId="{5EAB8FFF-A452-4DE0-A00F-F14FF3A04CB6}" dt="2025-10-21T09:52:55.673" v="8912" actId="26606"/>
          <ac:spMkLst>
            <pc:docMk/>
            <pc:sldMk cId="2883156212" sldId="291"/>
            <ac:spMk id="3" creationId="{E6356457-752E-2A24-0E17-CB91101F40C3}"/>
          </ac:spMkLst>
        </pc:spChg>
        <pc:spChg chg="mod">
          <ac:chgData name="Ayo Næsborg-Andersen" userId="6a489489-d209-4868-9e75-7d162358e38d" providerId="ADAL" clId="{5EAB8FFF-A452-4DE0-A00F-F14FF3A04CB6}" dt="2025-10-21T09:52:55.673" v="8912" actId="26606"/>
          <ac:spMkLst>
            <pc:docMk/>
            <pc:sldMk cId="2883156212" sldId="291"/>
            <ac:spMk id="4" creationId="{9B53E368-6244-37E2-7EE7-FD4BD54F3DA4}"/>
          </ac:spMkLst>
        </pc:spChg>
        <pc:spChg chg="mod">
          <ac:chgData name="Ayo Næsborg-Andersen" userId="6a489489-d209-4868-9e75-7d162358e38d" providerId="ADAL" clId="{5EAB8FFF-A452-4DE0-A00F-F14FF3A04CB6}" dt="2025-10-21T09:52:55.673" v="8912" actId="26606"/>
          <ac:spMkLst>
            <pc:docMk/>
            <pc:sldMk cId="2883156212" sldId="291"/>
            <ac:spMk id="5" creationId="{C4ABB32B-E8AD-1BC3-B810-2092F63705BF}"/>
          </ac:spMkLst>
        </pc:spChg>
        <pc:graphicFrameChg chg="add del">
          <ac:chgData name="Ayo Næsborg-Andersen" userId="6a489489-d209-4868-9e75-7d162358e38d" providerId="ADAL" clId="{5EAB8FFF-A452-4DE0-A00F-F14FF3A04CB6}" dt="2025-10-21T09:52:55.673" v="8912" actId="26606"/>
          <ac:graphicFrameMkLst>
            <pc:docMk/>
            <pc:sldMk cId="2883156212" sldId="291"/>
            <ac:graphicFrameMk id="7" creationId="{4D9928F0-F6CF-25D3-FE54-6E0C1051B62A}"/>
          </ac:graphicFrameMkLst>
        </pc:graphicFrameChg>
      </pc:sldChg>
      <pc:sldChg chg="modSp new mod">
        <pc:chgData name="Ayo Næsborg-Andersen" userId="6a489489-d209-4868-9e75-7d162358e38d" providerId="ADAL" clId="{5EAB8FFF-A452-4DE0-A00F-F14FF3A04CB6}" dt="2025-10-20T11:31:36.965" v="5417" actId="6549"/>
        <pc:sldMkLst>
          <pc:docMk/>
          <pc:sldMk cId="3651772860" sldId="292"/>
        </pc:sldMkLst>
        <pc:spChg chg="mod">
          <ac:chgData name="Ayo Næsborg-Andersen" userId="6a489489-d209-4868-9e75-7d162358e38d" providerId="ADAL" clId="{5EAB8FFF-A452-4DE0-A00F-F14FF3A04CB6}" dt="2025-10-20T09:19:03.466" v="248" actId="20577"/>
          <ac:spMkLst>
            <pc:docMk/>
            <pc:sldMk cId="3651772860" sldId="292"/>
            <ac:spMk id="2" creationId="{8F00AE7F-FD0E-33C2-975A-24950F922701}"/>
          </ac:spMkLst>
        </pc:spChg>
        <pc:spChg chg="mod">
          <ac:chgData name="Ayo Næsborg-Andersen" userId="6a489489-d209-4868-9e75-7d162358e38d" providerId="ADAL" clId="{5EAB8FFF-A452-4DE0-A00F-F14FF3A04CB6}" dt="2025-10-20T11:31:36.965" v="5417" actId="6549"/>
          <ac:spMkLst>
            <pc:docMk/>
            <pc:sldMk cId="3651772860" sldId="292"/>
            <ac:spMk id="3" creationId="{4E3728C7-FF5E-EE6E-859C-5CF8479FC20A}"/>
          </ac:spMkLst>
        </pc:spChg>
      </pc:sldChg>
      <pc:sldChg chg="addSp delSp modSp new mod">
        <pc:chgData name="Ayo Næsborg-Andersen" userId="6a489489-d209-4868-9e75-7d162358e38d" providerId="ADAL" clId="{5EAB8FFF-A452-4DE0-A00F-F14FF3A04CB6}" dt="2025-10-21T09:53:17.559" v="8914" actId="26606"/>
        <pc:sldMkLst>
          <pc:docMk/>
          <pc:sldMk cId="1824155853" sldId="293"/>
        </pc:sldMkLst>
        <pc:spChg chg="mod">
          <ac:chgData name="Ayo Næsborg-Andersen" userId="6a489489-d209-4868-9e75-7d162358e38d" providerId="ADAL" clId="{5EAB8FFF-A452-4DE0-A00F-F14FF3A04CB6}" dt="2025-10-21T09:53:17.559" v="8914" actId="26606"/>
          <ac:spMkLst>
            <pc:docMk/>
            <pc:sldMk cId="1824155853" sldId="293"/>
            <ac:spMk id="2" creationId="{5E72B039-D4C5-1358-C376-234412E3892C}"/>
          </ac:spMkLst>
        </pc:spChg>
        <pc:spChg chg="add del mod">
          <ac:chgData name="Ayo Næsborg-Andersen" userId="6a489489-d209-4868-9e75-7d162358e38d" providerId="ADAL" clId="{5EAB8FFF-A452-4DE0-A00F-F14FF3A04CB6}" dt="2025-10-21T09:53:17.559" v="8914" actId="26606"/>
          <ac:spMkLst>
            <pc:docMk/>
            <pc:sldMk cId="1824155853" sldId="293"/>
            <ac:spMk id="3" creationId="{B9D2C394-C9BC-D31B-0579-95C63E94E7FD}"/>
          </ac:spMkLst>
        </pc:spChg>
        <pc:spChg chg="mod">
          <ac:chgData name="Ayo Næsborg-Andersen" userId="6a489489-d209-4868-9e75-7d162358e38d" providerId="ADAL" clId="{5EAB8FFF-A452-4DE0-A00F-F14FF3A04CB6}" dt="2025-10-21T09:53:17.559" v="8914" actId="26606"/>
          <ac:spMkLst>
            <pc:docMk/>
            <pc:sldMk cId="1824155853" sldId="293"/>
            <ac:spMk id="4" creationId="{B982735C-8660-6A4D-A3C3-4019E88D278E}"/>
          </ac:spMkLst>
        </pc:spChg>
        <pc:spChg chg="mod">
          <ac:chgData name="Ayo Næsborg-Andersen" userId="6a489489-d209-4868-9e75-7d162358e38d" providerId="ADAL" clId="{5EAB8FFF-A452-4DE0-A00F-F14FF3A04CB6}" dt="2025-10-21T09:53:17.559" v="8914" actId="26606"/>
          <ac:spMkLst>
            <pc:docMk/>
            <pc:sldMk cId="1824155853" sldId="293"/>
            <ac:spMk id="5" creationId="{A8953FC8-54DD-B12F-03EF-6626B3832482}"/>
          </ac:spMkLst>
        </pc:spChg>
        <pc:graphicFrameChg chg="add del">
          <ac:chgData name="Ayo Næsborg-Andersen" userId="6a489489-d209-4868-9e75-7d162358e38d" providerId="ADAL" clId="{5EAB8FFF-A452-4DE0-A00F-F14FF3A04CB6}" dt="2025-10-21T09:53:17.559" v="8914" actId="26606"/>
          <ac:graphicFrameMkLst>
            <pc:docMk/>
            <pc:sldMk cId="1824155853" sldId="293"/>
            <ac:graphicFrameMk id="7" creationId="{EDF4CABA-938F-82F4-F9E1-6ABF96E6BFEF}"/>
          </ac:graphicFrameMkLst>
        </pc:graphicFrameChg>
      </pc:sldChg>
      <pc:sldChg chg="addSp delSp modSp new mod setBg">
        <pc:chgData name="Ayo Næsborg-Andersen" userId="6a489489-d209-4868-9e75-7d162358e38d" providerId="ADAL" clId="{5EAB8FFF-A452-4DE0-A00F-F14FF3A04CB6}" dt="2025-10-21T09:53:28.662" v="8915" actId="26606"/>
        <pc:sldMkLst>
          <pc:docMk/>
          <pc:sldMk cId="3360193658" sldId="294"/>
        </pc:sldMkLst>
        <pc:spChg chg="mod">
          <ac:chgData name="Ayo Næsborg-Andersen" userId="6a489489-d209-4868-9e75-7d162358e38d" providerId="ADAL" clId="{5EAB8FFF-A452-4DE0-A00F-F14FF3A04CB6}" dt="2025-10-21T09:53:28.662" v="8915" actId="26606"/>
          <ac:spMkLst>
            <pc:docMk/>
            <pc:sldMk cId="3360193658" sldId="294"/>
            <ac:spMk id="2" creationId="{283699E1-4765-916B-0301-D5B617771150}"/>
          </ac:spMkLst>
        </pc:spChg>
        <pc:spChg chg="del mod">
          <ac:chgData name="Ayo Næsborg-Andersen" userId="6a489489-d209-4868-9e75-7d162358e38d" providerId="ADAL" clId="{5EAB8FFF-A452-4DE0-A00F-F14FF3A04CB6}" dt="2025-10-21T09:53:28.662" v="8915" actId="26606"/>
          <ac:spMkLst>
            <pc:docMk/>
            <pc:sldMk cId="3360193658" sldId="294"/>
            <ac:spMk id="3" creationId="{8B778021-1E30-AF3B-E441-CBE127116358}"/>
          </ac:spMkLst>
        </pc:spChg>
        <pc:spChg chg="mod">
          <ac:chgData name="Ayo Næsborg-Andersen" userId="6a489489-d209-4868-9e75-7d162358e38d" providerId="ADAL" clId="{5EAB8FFF-A452-4DE0-A00F-F14FF3A04CB6}" dt="2025-10-21T09:53:28.662" v="8915" actId="26606"/>
          <ac:spMkLst>
            <pc:docMk/>
            <pc:sldMk cId="3360193658" sldId="294"/>
            <ac:spMk id="4" creationId="{D64F64B4-3326-48E6-EDB5-2FBF5845054D}"/>
          </ac:spMkLst>
        </pc:spChg>
        <pc:spChg chg="mod">
          <ac:chgData name="Ayo Næsborg-Andersen" userId="6a489489-d209-4868-9e75-7d162358e38d" providerId="ADAL" clId="{5EAB8FFF-A452-4DE0-A00F-F14FF3A04CB6}" dt="2025-10-21T09:53:28.662" v="8915" actId="26606"/>
          <ac:spMkLst>
            <pc:docMk/>
            <pc:sldMk cId="3360193658" sldId="294"/>
            <ac:spMk id="5" creationId="{1567C484-F3BB-E5E2-3A4F-7F0BF6F45BBF}"/>
          </ac:spMkLst>
        </pc:spChg>
        <pc:graphicFrameChg chg="add">
          <ac:chgData name="Ayo Næsborg-Andersen" userId="6a489489-d209-4868-9e75-7d162358e38d" providerId="ADAL" clId="{5EAB8FFF-A452-4DE0-A00F-F14FF3A04CB6}" dt="2025-10-21T09:53:28.662" v="8915" actId="26606"/>
          <ac:graphicFrameMkLst>
            <pc:docMk/>
            <pc:sldMk cId="3360193658" sldId="294"/>
            <ac:graphicFrameMk id="7" creationId="{99202CBD-ED5F-7848-D9C0-40BF48B6CDA5}"/>
          </ac:graphicFrameMkLst>
        </pc:graphicFrameChg>
      </pc:sldChg>
      <pc:sldChg chg="modSp new mod">
        <pc:chgData name="Ayo Næsborg-Andersen" userId="6a489489-d209-4868-9e75-7d162358e38d" providerId="ADAL" clId="{5EAB8FFF-A452-4DE0-A00F-F14FF3A04CB6}" dt="2025-10-21T08:55:55.024" v="6640" actId="20577"/>
        <pc:sldMkLst>
          <pc:docMk/>
          <pc:sldMk cId="1863268676" sldId="295"/>
        </pc:sldMkLst>
        <pc:spChg chg="mod">
          <ac:chgData name="Ayo Næsborg-Andersen" userId="6a489489-d209-4868-9e75-7d162358e38d" providerId="ADAL" clId="{5EAB8FFF-A452-4DE0-A00F-F14FF3A04CB6}" dt="2025-10-20T09:24:39.869" v="568" actId="21"/>
          <ac:spMkLst>
            <pc:docMk/>
            <pc:sldMk cId="1863268676" sldId="295"/>
            <ac:spMk id="2" creationId="{2F038C2B-01DD-E440-4131-FA42A72DE4D1}"/>
          </ac:spMkLst>
        </pc:spChg>
        <pc:spChg chg="mod">
          <ac:chgData name="Ayo Næsborg-Andersen" userId="6a489489-d209-4868-9e75-7d162358e38d" providerId="ADAL" clId="{5EAB8FFF-A452-4DE0-A00F-F14FF3A04CB6}" dt="2025-10-21T08:55:55.024" v="6640" actId="20577"/>
          <ac:spMkLst>
            <pc:docMk/>
            <pc:sldMk cId="1863268676" sldId="295"/>
            <ac:spMk id="3" creationId="{BCC7D37B-5E8D-8695-926E-D7638B298583}"/>
          </ac:spMkLst>
        </pc:spChg>
      </pc:sldChg>
      <pc:sldChg chg="modSp new mod">
        <pc:chgData name="Ayo Næsborg-Andersen" userId="6a489489-d209-4868-9e75-7d162358e38d" providerId="ADAL" clId="{5EAB8FFF-A452-4DE0-A00F-F14FF3A04CB6}" dt="2025-10-20T11:32:19.514" v="5421" actId="403"/>
        <pc:sldMkLst>
          <pc:docMk/>
          <pc:sldMk cId="69248868" sldId="296"/>
        </pc:sldMkLst>
        <pc:spChg chg="mod">
          <ac:chgData name="Ayo Næsborg-Andersen" userId="6a489489-d209-4868-9e75-7d162358e38d" providerId="ADAL" clId="{5EAB8FFF-A452-4DE0-A00F-F14FF3A04CB6}" dt="2025-10-20T09:25:49.368" v="615" actId="20577"/>
          <ac:spMkLst>
            <pc:docMk/>
            <pc:sldMk cId="69248868" sldId="296"/>
            <ac:spMk id="2" creationId="{0F1D759E-AEF6-678C-9A3B-4CD6D9F26622}"/>
          </ac:spMkLst>
        </pc:spChg>
        <pc:spChg chg="mod">
          <ac:chgData name="Ayo Næsborg-Andersen" userId="6a489489-d209-4868-9e75-7d162358e38d" providerId="ADAL" clId="{5EAB8FFF-A452-4DE0-A00F-F14FF3A04CB6}" dt="2025-10-20T11:32:19.514" v="5421" actId="403"/>
          <ac:spMkLst>
            <pc:docMk/>
            <pc:sldMk cId="69248868" sldId="296"/>
            <ac:spMk id="3" creationId="{7B969CBD-6C4E-01B8-DFCE-098194402CD3}"/>
          </ac:spMkLst>
        </pc:spChg>
      </pc:sldChg>
      <pc:sldChg chg="addSp delSp modSp new mod">
        <pc:chgData name="Ayo Næsborg-Andersen" userId="6a489489-d209-4868-9e75-7d162358e38d" providerId="ADAL" clId="{5EAB8FFF-A452-4DE0-A00F-F14FF3A04CB6}" dt="2025-10-21T08:47:40.655" v="6456" actId="20577"/>
        <pc:sldMkLst>
          <pc:docMk/>
          <pc:sldMk cId="401337061" sldId="297"/>
        </pc:sldMkLst>
        <pc:spChg chg="mod">
          <ac:chgData name="Ayo Næsborg-Andersen" userId="6a489489-d209-4868-9e75-7d162358e38d" providerId="ADAL" clId="{5EAB8FFF-A452-4DE0-A00F-F14FF3A04CB6}" dt="2025-10-20T09:34:18.927" v="1259" actId="20577"/>
          <ac:spMkLst>
            <pc:docMk/>
            <pc:sldMk cId="401337061" sldId="297"/>
            <ac:spMk id="2" creationId="{91DAED91-79FD-D503-743B-1EFED4A2A961}"/>
          </ac:spMkLst>
        </pc:spChg>
        <pc:spChg chg="mod">
          <ac:chgData name="Ayo Næsborg-Andersen" userId="6a489489-d209-4868-9e75-7d162358e38d" providerId="ADAL" clId="{5EAB8FFF-A452-4DE0-A00F-F14FF3A04CB6}" dt="2025-10-21T08:47:40.655" v="6456" actId="20577"/>
          <ac:spMkLst>
            <pc:docMk/>
            <pc:sldMk cId="401337061" sldId="297"/>
            <ac:spMk id="3" creationId="{B9EBDEC1-11B0-2922-80CA-77BA9CEE0CBA}"/>
          </ac:spMkLst>
        </pc:spChg>
        <pc:spChg chg="add del">
          <ac:chgData name="Ayo Næsborg-Andersen" userId="6a489489-d209-4868-9e75-7d162358e38d" providerId="ADAL" clId="{5EAB8FFF-A452-4DE0-A00F-F14FF3A04CB6}" dt="2025-10-20T09:36:38.775" v="1295" actId="478"/>
          <ac:spMkLst>
            <pc:docMk/>
            <pc:sldMk cId="401337061" sldId="297"/>
            <ac:spMk id="8" creationId="{5015CE48-DCC8-40EF-08E9-D0303A02F949}"/>
          </ac:spMkLst>
        </pc:spChg>
        <pc:spChg chg="add mod">
          <ac:chgData name="Ayo Næsborg-Andersen" userId="6a489489-d209-4868-9e75-7d162358e38d" providerId="ADAL" clId="{5EAB8FFF-A452-4DE0-A00F-F14FF3A04CB6}" dt="2025-10-20T11:38:17.712" v="5504"/>
          <ac:spMkLst>
            <pc:docMk/>
            <pc:sldMk cId="401337061" sldId="297"/>
            <ac:spMk id="11" creationId="{E1885942-89F9-B291-FA7E-B9525F1EEC07}"/>
          </ac:spMkLst>
        </pc:spChg>
        <pc:graphicFrameChg chg="add mod modGraphic">
          <ac:chgData name="Ayo Næsborg-Andersen" userId="6a489489-d209-4868-9e75-7d162358e38d" providerId="ADAL" clId="{5EAB8FFF-A452-4DE0-A00F-F14FF3A04CB6}" dt="2025-10-20T11:36:39.142" v="5497" actId="12100"/>
          <ac:graphicFrameMkLst>
            <pc:docMk/>
            <pc:sldMk cId="401337061" sldId="297"/>
            <ac:graphicFrameMk id="9" creationId="{A1BD1624-23E0-A5A9-E05C-8B3DFC122898}"/>
          </ac:graphicFrameMkLst>
        </pc:graphicFrameChg>
        <pc:graphicFrameChg chg="add del modGraphic">
          <ac:chgData name="Ayo Næsborg-Andersen" userId="6a489489-d209-4868-9e75-7d162358e38d" providerId="ADAL" clId="{5EAB8FFF-A452-4DE0-A00F-F14FF3A04CB6}" dt="2025-10-20T11:38:06.283" v="5500" actId="1032"/>
          <ac:graphicFrameMkLst>
            <pc:docMk/>
            <pc:sldMk cId="401337061" sldId="297"/>
            <ac:graphicFrameMk id="10" creationId="{BFBF1548-8490-2422-87E6-C43C711A340F}"/>
          </ac:graphicFrameMkLst>
        </pc:graphicFrameChg>
      </pc:sldChg>
      <pc:sldChg chg="modSp new mod ord">
        <pc:chgData name="Ayo Næsborg-Andersen" userId="6a489489-d209-4868-9e75-7d162358e38d" providerId="ADAL" clId="{5EAB8FFF-A452-4DE0-A00F-F14FF3A04CB6}" dt="2025-10-20T09:40:04.193" v="1600" actId="20577"/>
        <pc:sldMkLst>
          <pc:docMk/>
          <pc:sldMk cId="2402528666" sldId="298"/>
        </pc:sldMkLst>
        <pc:spChg chg="mod">
          <ac:chgData name="Ayo Næsborg-Andersen" userId="6a489489-d209-4868-9e75-7d162358e38d" providerId="ADAL" clId="{5EAB8FFF-A452-4DE0-A00F-F14FF3A04CB6}" dt="2025-10-20T09:38:47.524" v="1552" actId="20577"/>
          <ac:spMkLst>
            <pc:docMk/>
            <pc:sldMk cId="2402528666" sldId="298"/>
            <ac:spMk id="2" creationId="{1D7C493F-0B6C-F32F-A81A-E42298583840}"/>
          </ac:spMkLst>
        </pc:spChg>
        <pc:spChg chg="mod">
          <ac:chgData name="Ayo Næsborg-Andersen" userId="6a489489-d209-4868-9e75-7d162358e38d" providerId="ADAL" clId="{5EAB8FFF-A452-4DE0-A00F-F14FF3A04CB6}" dt="2025-10-20T09:40:04.193" v="1600" actId="20577"/>
          <ac:spMkLst>
            <pc:docMk/>
            <pc:sldMk cId="2402528666" sldId="298"/>
            <ac:spMk id="3" creationId="{49243A9B-A808-55B4-E839-E789AD150BE1}"/>
          </ac:spMkLst>
        </pc:spChg>
      </pc:sldChg>
      <pc:sldChg chg="addSp delSp modSp new mod ord setBg">
        <pc:chgData name="Ayo Næsborg-Andersen" userId="6a489489-d209-4868-9e75-7d162358e38d" providerId="ADAL" clId="{5EAB8FFF-A452-4DE0-A00F-F14FF3A04CB6}" dt="2025-10-21T09:53:56.360" v="8916" actId="26606"/>
        <pc:sldMkLst>
          <pc:docMk/>
          <pc:sldMk cId="3229755586" sldId="299"/>
        </pc:sldMkLst>
        <pc:spChg chg="mod">
          <ac:chgData name="Ayo Næsborg-Andersen" userId="6a489489-d209-4868-9e75-7d162358e38d" providerId="ADAL" clId="{5EAB8FFF-A452-4DE0-A00F-F14FF3A04CB6}" dt="2025-10-21T09:53:56.360" v="8916" actId="26606"/>
          <ac:spMkLst>
            <pc:docMk/>
            <pc:sldMk cId="3229755586" sldId="299"/>
            <ac:spMk id="2" creationId="{7BBEBE57-472E-B577-920C-C29FF13C758D}"/>
          </ac:spMkLst>
        </pc:spChg>
        <pc:spChg chg="del mod">
          <ac:chgData name="Ayo Næsborg-Andersen" userId="6a489489-d209-4868-9e75-7d162358e38d" providerId="ADAL" clId="{5EAB8FFF-A452-4DE0-A00F-F14FF3A04CB6}" dt="2025-10-21T09:53:56.360" v="8916" actId="26606"/>
          <ac:spMkLst>
            <pc:docMk/>
            <pc:sldMk cId="3229755586" sldId="299"/>
            <ac:spMk id="3" creationId="{7FD60BBD-9738-699B-9672-F6AD5672439E}"/>
          </ac:spMkLst>
        </pc:spChg>
        <pc:spChg chg="mod">
          <ac:chgData name="Ayo Næsborg-Andersen" userId="6a489489-d209-4868-9e75-7d162358e38d" providerId="ADAL" clId="{5EAB8FFF-A452-4DE0-A00F-F14FF3A04CB6}" dt="2025-10-21T09:53:56.360" v="8916" actId="26606"/>
          <ac:spMkLst>
            <pc:docMk/>
            <pc:sldMk cId="3229755586" sldId="299"/>
            <ac:spMk id="4" creationId="{8E73EB55-1A0E-41B1-C30D-2C32C016960A}"/>
          </ac:spMkLst>
        </pc:spChg>
        <pc:spChg chg="mod">
          <ac:chgData name="Ayo Næsborg-Andersen" userId="6a489489-d209-4868-9e75-7d162358e38d" providerId="ADAL" clId="{5EAB8FFF-A452-4DE0-A00F-F14FF3A04CB6}" dt="2025-10-21T09:53:56.360" v="8916" actId="26606"/>
          <ac:spMkLst>
            <pc:docMk/>
            <pc:sldMk cId="3229755586" sldId="299"/>
            <ac:spMk id="5" creationId="{4C6F113E-74D5-DD8A-AC25-15F32FF33BA9}"/>
          </ac:spMkLst>
        </pc:spChg>
        <pc:graphicFrameChg chg="add">
          <ac:chgData name="Ayo Næsborg-Andersen" userId="6a489489-d209-4868-9e75-7d162358e38d" providerId="ADAL" clId="{5EAB8FFF-A452-4DE0-A00F-F14FF3A04CB6}" dt="2025-10-21T09:53:56.360" v="8916" actId="26606"/>
          <ac:graphicFrameMkLst>
            <pc:docMk/>
            <pc:sldMk cId="3229755586" sldId="299"/>
            <ac:graphicFrameMk id="7" creationId="{A54F2678-2119-6E53-2E6E-7CE3CE1223A4}"/>
          </ac:graphicFrameMkLst>
        </pc:graphicFrameChg>
      </pc:sldChg>
      <pc:sldChg chg="modSp new mod ord">
        <pc:chgData name="Ayo Næsborg-Andersen" userId="6a489489-d209-4868-9e75-7d162358e38d" providerId="ADAL" clId="{5EAB8FFF-A452-4DE0-A00F-F14FF3A04CB6}" dt="2025-10-21T09:54:17.914" v="8918"/>
        <pc:sldMkLst>
          <pc:docMk/>
          <pc:sldMk cId="872599893" sldId="300"/>
        </pc:sldMkLst>
        <pc:spChg chg="mod">
          <ac:chgData name="Ayo Næsborg-Andersen" userId="6a489489-d209-4868-9e75-7d162358e38d" providerId="ADAL" clId="{5EAB8FFF-A452-4DE0-A00F-F14FF3A04CB6}" dt="2025-10-20T09:42:51.011" v="1770" actId="20577"/>
          <ac:spMkLst>
            <pc:docMk/>
            <pc:sldMk cId="872599893" sldId="300"/>
            <ac:spMk id="2" creationId="{E86E7765-391D-D450-4E31-BCA58F40337D}"/>
          </ac:spMkLst>
        </pc:spChg>
        <pc:spChg chg="mod">
          <ac:chgData name="Ayo Næsborg-Andersen" userId="6a489489-d209-4868-9e75-7d162358e38d" providerId="ADAL" clId="{5EAB8FFF-A452-4DE0-A00F-F14FF3A04CB6}" dt="2025-10-20T09:42:22.505" v="1758" actId="15"/>
          <ac:spMkLst>
            <pc:docMk/>
            <pc:sldMk cId="872599893" sldId="300"/>
            <ac:spMk id="3" creationId="{873DB7E9-0A15-7705-826A-714921872D45}"/>
          </ac:spMkLst>
        </pc:spChg>
      </pc:sldChg>
      <pc:sldChg chg="modSp new mod">
        <pc:chgData name="Ayo Næsborg-Andersen" userId="6a489489-d209-4868-9e75-7d162358e38d" providerId="ADAL" clId="{5EAB8FFF-A452-4DE0-A00F-F14FF3A04CB6}" dt="2025-10-20T11:39:16.810" v="5525" actId="20577"/>
        <pc:sldMkLst>
          <pc:docMk/>
          <pc:sldMk cId="1241116029" sldId="301"/>
        </pc:sldMkLst>
        <pc:spChg chg="mod">
          <ac:chgData name="Ayo Næsborg-Andersen" userId="6a489489-d209-4868-9e75-7d162358e38d" providerId="ADAL" clId="{5EAB8FFF-A452-4DE0-A00F-F14FF3A04CB6}" dt="2025-10-20T09:43:21.828" v="1783" actId="20577"/>
          <ac:spMkLst>
            <pc:docMk/>
            <pc:sldMk cId="1241116029" sldId="301"/>
            <ac:spMk id="2" creationId="{F8C17984-2517-163C-E677-E6583066627E}"/>
          </ac:spMkLst>
        </pc:spChg>
        <pc:spChg chg="mod">
          <ac:chgData name="Ayo Næsborg-Andersen" userId="6a489489-d209-4868-9e75-7d162358e38d" providerId="ADAL" clId="{5EAB8FFF-A452-4DE0-A00F-F14FF3A04CB6}" dt="2025-10-20T11:39:16.810" v="5525" actId="20577"/>
          <ac:spMkLst>
            <pc:docMk/>
            <pc:sldMk cId="1241116029" sldId="301"/>
            <ac:spMk id="3" creationId="{3789D711-D07B-4DF3-8F67-F067C8E1C44B}"/>
          </ac:spMkLst>
        </pc:spChg>
      </pc:sldChg>
      <pc:sldChg chg="addSp delSp modSp new mod">
        <pc:chgData name="Ayo Næsborg-Andersen" userId="6a489489-d209-4868-9e75-7d162358e38d" providerId="ADAL" clId="{5EAB8FFF-A452-4DE0-A00F-F14FF3A04CB6}" dt="2025-10-21T09:54:43.535" v="8919" actId="26606"/>
        <pc:sldMkLst>
          <pc:docMk/>
          <pc:sldMk cId="3476179199" sldId="302"/>
        </pc:sldMkLst>
        <pc:spChg chg="mod">
          <ac:chgData name="Ayo Næsborg-Andersen" userId="6a489489-d209-4868-9e75-7d162358e38d" providerId="ADAL" clId="{5EAB8FFF-A452-4DE0-A00F-F14FF3A04CB6}" dt="2025-10-21T09:54:43.535" v="8919" actId="26606"/>
          <ac:spMkLst>
            <pc:docMk/>
            <pc:sldMk cId="3476179199" sldId="302"/>
            <ac:spMk id="2" creationId="{911CA93C-95AD-5B4C-F796-83858BEAAF53}"/>
          </ac:spMkLst>
        </pc:spChg>
        <pc:spChg chg="del mod">
          <ac:chgData name="Ayo Næsborg-Andersen" userId="6a489489-d209-4868-9e75-7d162358e38d" providerId="ADAL" clId="{5EAB8FFF-A452-4DE0-A00F-F14FF3A04CB6}" dt="2025-10-21T09:54:43.535" v="8919" actId="26606"/>
          <ac:spMkLst>
            <pc:docMk/>
            <pc:sldMk cId="3476179199" sldId="302"/>
            <ac:spMk id="3" creationId="{2756B8E1-544D-713B-83F6-3AE0F5D38B65}"/>
          </ac:spMkLst>
        </pc:spChg>
        <pc:spChg chg="mod">
          <ac:chgData name="Ayo Næsborg-Andersen" userId="6a489489-d209-4868-9e75-7d162358e38d" providerId="ADAL" clId="{5EAB8FFF-A452-4DE0-A00F-F14FF3A04CB6}" dt="2025-10-21T09:54:43.535" v="8919" actId="26606"/>
          <ac:spMkLst>
            <pc:docMk/>
            <pc:sldMk cId="3476179199" sldId="302"/>
            <ac:spMk id="4" creationId="{235CEEAB-E273-E1B6-332E-DF1E368317ED}"/>
          </ac:spMkLst>
        </pc:spChg>
        <pc:spChg chg="mod">
          <ac:chgData name="Ayo Næsborg-Andersen" userId="6a489489-d209-4868-9e75-7d162358e38d" providerId="ADAL" clId="{5EAB8FFF-A452-4DE0-A00F-F14FF3A04CB6}" dt="2025-10-21T09:54:43.535" v="8919" actId="26606"/>
          <ac:spMkLst>
            <pc:docMk/>
            <pc:sldMk cId="3476179199" sldId="302"/>
            <ac:spMk id="5" creationId="{D6546C21-FB99-B2B3-DC21-5B56B28BD628}"/>
          </ac:spMkLst>
        </pc:spChg>
        <pc:graphicFrameChg chg="add">
          <ac:chgData name="Ayo Næsborg-Andersen" userId="6a489489-d209-4868-9e75-7d162358e38d" providerId="ADAL" clId="{5EAB8FFF-A452-4DE0-A00F-F14FF3A04CB6}" dt="2025-10-21T09:54:43.535" v="8919" actId="26606"/>
          <ac:graphicFrameMkLst>
            <pc:docMk/>
            <pc:sldMk cId="3476179199" sldId="302"/>
            <ac:graphicFrameMk id="7" creationId="{2CE0D1DF-DD64-05A2-3D96-7775F7A5FE31}"/>
          </ac:graphicFrameMkLst>
        </pc:graphicFrameChg>
      </pc:sldChg>
      <pc:sldChg chg="modSp new mod">
        <pc:chgData name="Ayo Næsborg-Andersen" userId="6a489489-d209-4868-9e75-7d162358e38d" providerId="ADAL" clId="{5EAB8FFF-A452-4DE0-A00F-F14FF3A04CB6}" dt="2025-10-21T08:48:40.973" v="6489" actId="20577"/>
        <pc:sldMkLst>
          <pc:docMk/>
          <pc:sldMk cId="411116488" sldId="303"/>
        </pc:sldMkLst>
        <pc:spChg chg="mod">
          <ac:chgData name="Ayo Næsborg-Andersen" userId="6a489489-d209-4868-9e75-7d162358e38d" providerId="ADAL" clId="{5EAB8FFF-A452-4DE0-A00F-F14FF3A04CB6}" dt="2025-10-21T08:48:34.166" v="6473" actId="20577"/>
          <ac:spMkLst>
            <pc:docMk/>
            <pc:sldMk cId="411116488" sldId="303"/>
            <ac:spMk id="2" creationId="{F1E1570D-9A23-802D-41FC-A4F007632E95}"/>
          </ac:spMkLst>
        </pc:spChg>
        <pc:spChg chg="mod">
          <ac:chgData name="Ayo Næsborg-Andersen" userId="6a489489-d209-4868-9e75-7d162358e38d" providerId="ADAL" clId="{5EAB8FFF-A452-4DE0-A00F-F14FF3A04CB6}" dt="2025-10-21T08:48:40.973" v="6489" actId="20577"/>
          <ac:spMkLst>
            <pc:docMk/>
            <pc:sldMk cId="411116488" sldId="303"/>
            <ac:spMk id="3" creationId="{D73672CF-91B5-55BD-927E-C61495621B17}"/>
          </ac:spMkLst>
        </pc:spChg>
      </pc:sldChg>
      <pc:sldChg chg="modSp new mod">
        <pc:chgData name="Ayo Næsborg-Andersen" userId="6a489489-d209-4868-9e75-7d162358e38d" providerId="ADAL" clId="{5EAB8FFF-A452-4DE0-A00F-F14FF3A04CB6}" dt="2025-10-21T08:51:09.079" v="6573" actId="20577"/>
        <pc:sldMkLst>
          <pc:docMk/>
          <pc:sldMk cId="3177880392" sldId="304"/>
        </pc:sldMkLst>
        <pc:spChg chg="mod">
          <ac:chgData name="Ayo Næsborg-Andersen" userId="6a489489-d209-4868-9e75-7d162358e38d" providerId="ADAL" clId="{5EAB8FFF-A452-4DE0-A00F-F14FF3A04CB6}" dt="2025-10-21T08:49:25.120" v="6510" actId="20577"/>
          <ac:spMkLst>
            <pc:docMk/>
            <pc:sldMk cId="3177880392" sldId="304"/>
            <ac:spMk id="2" creationId="{7921B2A9-AF99-C0AC-95EC-0278D23CBC9C}"/>
          </ac:spMkLst>
        </pc:spChg>
        <pc:spChg chg="mod">
          <ac:chgData name="Ayo Næsborg-Andersen" userId="6a489489-d209-4868-9e75-7d162358e38d" providerId="ADAL" clId="{5EAB8FFF-A452-4DE0-A00F-F14FF3A04CB6}" dt="2025-10-21T08:51:09.079" v="6573" actId="20577"/>
          <ac:spMkLst>
            <pc:docMk/>
            <pc:sldMk cId="3177880392" sldId="304"/>
            <ac:spMk id="3" creationId="{6B19F0D0-00E8-BC68-E9EA-A11F75AF6C39}"/>
          </ac:spMkLst>
        </pc:spChg>
      </pc:sldChg>
      <pc:sldChg chg="modSp new mod">
        <pc:chgData name="Ayo Næsborg-Andersen" userId="6a489489-d209-4868-9e75-7d162358e38d" providerId="ADAL" clId="{5EAB8FFF-A452-4DE0-A00F-F14FF3A04CB6}" dt="2025-10-21T08:51:43.295" v="6579" actId="20577"/>
        <pc:sldMkLst>
          <pc:docMk/>
          <pc:sldMk cId="4000685032" sldId="305"/>
        </pc:sldMkLst>
        <pc:spChg chg="mod">
          <ac:chgData name="Ayo Næsborg-Andersen" userId="6a489489-d209-4868-9e75-7d162358e38d" providerId="ADAL" clId="{5EAB8FFF-A452-4DE0-A00F-F14FF3A04CB6}" dt="2025-10-20T09:53:34.779" v="2137" actId="20577"/>
          <ac:spMkLst>
            <pc:docMk/>
            <pc:sldMk cId="4000685032" sldId="305"/>
            <ac:spMk id="2" creationId="{B1730C89-8BBD-5465-D6F4-713B8E8A7ABF}"/>
          </ac:spMkLst>
        </pc:spChg>
        <pc:spChg chg="mod">
          <ac:chgData name="Ayo Næsborg-Andersen" userId="6a489489-d209-4868-9e75-7d162358e38d" providerId="ADAL" clId="{5EAB8FFF-A452-4DE0-A00F-F14FF3A04CB6}" dt="2025-10-21T08:51:43.295" v="6579" actId="20577"/>
          <ac:spMkLst>
            <pc:docMk/>
            <pc:sldMk cId="4000685032" sldId="305"/>
            <ac:spMk id="3" creationId="{1D342A7D-D821-6100-4EF4-3BF452280B69}"/>
          </ac:spMkLst>
        </pc:spChg>
      </pc:sldChg>
      <pc:sldChg chg="modSp new mod">
        <pc:chgData name="Ayo Næsborg-Andersen" userId="6a489489-d209-4868-9e75-7d162358e38d" providerId="ADAL" clId="{5EAB8FFF-A452-4DE0-A00F-F14FF3A04CB6}" dt="2025-10-21T08:53:12.466" v="6633" actId="20577"/>
        <pc:sldMkLst>
          <pc:docMk/>
          <pc:sldMk cId="1688745526" sldId="306"/>
        </pc:sldMkLst>
        <pc:spChg chg="mod">
          <ac:chgData name="Ayo Næsborg-Andersen" userId="6a489489-d209-4868-9e75-7d162358e38d" providerId="ADAL" clId="{5EAB8FFF-A452-4DE0-A00F-F14FF3A04CB6}" dt="2025-10-20T09:57:04.676" v="2295" actId="20577"/>
          <ac:spMkLst>
            <pc:docMk/>
            <pc:sldMk cId="1688745526" sldId="306"/>
            <ac:spMk id="2" creationId="{88CE7F97-A9E5-46B6-0AC0-4388F63ADD6A}"/>
          </ac:spMkLst>
        </pc:spChg>
        <pc:spChg chg="mod">
          <ac:chgData name="Ayo Næsborg-Andersen" userId="6a489489-d209-4868-9e75-7d162358e38d" providerId="ADAL" clId="{5EAB8FFF-A452-4DE0-A00F-F14FF3A04CB6}" dt="2025-10-21T08:53:12.466" v="6633" actId="20577"/>
          <ac:spMkLst>
            <pc:docMk/>
            <pc:sldMk cId="1688745526" sldId="306"/>
            <ac:spMk id="3" creationId="{040741BC-237B-3A30-6F15-306E03001A77}"/>
          </ac:spMkLst>
        </pc:spChg>
      </pc:sldChg>
      <pc:sldChg chg="addSp delSp modSp new mod setBg">
        <pc:chgData name="Ayo Næsborg-Andersen" userId="6a489489-d209-4868-9e75-7d162358e38d" providerId="ADAL" clId="{5EAB8FFF-A452-4DE0-A00F-F14FF3A04CB6}" dt="2025-10-21T09:55:11.564" v="8920" actId="26606"/>
        <pc:sldMkLst>
          <pc:docMk/>
          <pc:sldMk cId="2511966115" sldId="307"/>
        </pc:sldMkLst>
        <pc:spChg chg="mod">
          <ac:chgData name="Ayo Næsborg-Andersen" userId="6a489489-d209-4868-9e75-7d162358e38d" providerId="ADAL" clId="{5EAB8FFF-A452-4DE0-A00F-F14FF3A04CB6}" dt="2025-10-21T09:55:11.564" v="8920" actId="26606"/>
          <ac:spMkLst>
            <pc:docMk/>
            <pc:sldMk cId="2511966115" sldId="307"/>
            <ac:spMk id="2" creationId="{3592F786-AAD3-2A33-F265-33FC9285E18D}"/>
          </ac:spMkLst>
        </pc:spChg>
        <pc:spChg chg="del mod">
          <ac:chgData name="Ayo Næsborg-Andersen" userId="6a489489-d209-4868-9e75-7d162358e38d" providerId="ADAL" clId="{5EAB8FFF-A452-4DE0-A00F-F14FF3A04CB6}" dt="2025-10-21T09:55:11.564" v="8920" actId="26606"/>
          <ac:spMkLst>
            <pc:docMk/>
            <pc:sldMk cId="2511966115" sldId="307"/>
            <ac:spMk id="3" creationId="{6FE382C6-6471-82AE-6257-70FE570D45D4}"/>
          </ac:spMkLst>
        </pc:spChg>
        <pc:spChg chg="mod">
          <ac:chgData name="Ayo Næsborg-Andersen" userId="6a489489-d209-4868-9e75-7d162358e38d" providerId="ADAL" clId="{5EAB8FFF-A452-4DE0-A00F-F14FF3A04CB6}" dt="2025-10-21T09:55:11.564" v="8920" actId="26606"/>
          <ac:spMkLst>
            <pc:docMk/>
            <pc:sldMk cId="2511966115" sldId="307"/>
            <ac:spMk id="4" creationId="{6D36D216-6ADA-DCC7-568C-457CCF26085F}"/>
          </ac:spMkLst>
        </pc:spChg>
        <pc:spChg chg="mod">
          <ac:chgData name="Ayo Næsborg-Andersen" userId="6a489489-d209-4868-9e75-7d162358e38d" providerId="ADAL" clId="{5EAB8FFF-A452-4DE0-A00F-F14FF3A04CB6}" dt="2025-10-21T09:55:11.564" v="8920" actId="26606"/>
          <ac:spMkLst>
            <pc:docMk/>
            <pc:sldMk cId="2511966115" sldId="307"/>
            <ac:spMk id="5" creationId="{30828E2F-EDDE-88B3-28B8-8A20B6745209}"/>
          </ac:spMkLst>
        </pc:spChg>
        <pc:graphicFrameChg chg="add">
          <ac:chgData name="Ayo Næsborg-Andersen" userId="6a489489-d209-4868-9e75-7d162358e38d" providerId="ADAL" clId="{5EAB8FFF-A452-4DE0-A00F-F14FF3A04CB6}" dt="2025-10-21T09:55:11.564" v="8920" actId="26606"/>
          <ac:graphicFrameMkLst>
            <pc:docMk/>
            <pc:sldMk cId="2511966115" sldId="307"/>
            <ac:graphicFrameMk id="7" creationId="{BF1B7A26-BE72-C31E-97B6-03FA39464AD3}"/>
          </ac:graphicFrameMkLst>
        </pc:graphicFrameChg>
      </pc:sldChg>
      <pc:sldChg chg="addSp delSp modSp new mod ord modMedia modClrScheme delAnim chgLayout">
        <pc:chgData name="Ayo Næsborg-Andersen" userId="6a489489-d209-4868-9e75-7d162358e38d" providerId="ADAL" clId="{5EAB8FFF-A452-4DE0-A00F-F14FF3A04CB6}" dt="2025-10-21T09:55:44.189" v="8925" actId="26606"/>
        <pc:sldMkLst>
          <pc:docMk/>
          <pc:sldMk cId="1819881439" sldId="308"/>
        </pc:sldMkLst>
        <pc:spChg chg="mod">
          <ac:chgData name="Ayo Næsborg-Andersen" userId="6a489489-d209-4868-9e75-7d162358e38d" providerId="ADAL" clId="{5EAB8FFF-A452-4DE0-A00F-F14FF3A04CB6}" dt="2025-10-21T09:55:44.189" v="8925" actId="26606"/>
          <ac:spMkLst>
            <pc:docMk/>
            <pc:sldMk cId="1819881439" sldId="308"/>
            <ac:spMk id="2" creationId="{DCB794DD-556B-7952-0C9B-C72757D998BF}"/>
          </ac:spMkLst>
        </pc:spChg>
        <pc:spChg chg="mod">
          <ac:chgData name="Ayo Næsborg-Andersen" userId="6a489489-d209-4868-9e75-7d162358e38d" providerId="ADAL" clId="{5EAB8FFF-A452-4DE0-A00F-F14FF3A04CB6}" dt="2025-10-21T09:55:44.189" v="8925" actId="26606"/>
          <ac:spMkLst>
            <pc:docMk/>
            <pc:sldMk cId="1819881439" sldId="308"/>
            <ac:spMk id="3" creationId="{EEFE63C9-987B-3F03-3ED7-3170D8A13229}"/>
          </ac:spMkLst>
        </pc:spChg>
        <pc:spChg chg="mod">
          <ac:chgData name="Ayo Næsborg-Andersen" userId="6a489489-d209-4868-9e75-7d162358e38d" providerId="ADAL" clId="{5EAB8FFF-A452-4DE0-A00F-F14FF3A04CB6}" dt="2025-10-21T09:55:44.189" v="8925" actId="26606"/>
          <ac:spMkLst>
            <pc:docMk/>
            <pc:sldMk cId="1819881439" sldId="308"/>
            <ac:spMk id="4" creationId="{49A15559-5D58-9A03-D7E8-751A57322073}"/>
          </ac:spMkLst>
        </pc:spChg>
        <pc:spChg chg="mod">
          <ac:chgData name="Ayo Næsborg-Andersen" userId="6a489489-d209-4868-9e75-7d162358e38d" providerId="ADAL" clId="{5EAB8FFF-A452-4DE0-A00F-F14FF3A04CB6}" dt="2025-10-21T09:55:44.189" v="8925" actId="26606"/>
          <ac:spMkLst>
            <pc:docMk/>
            <pc:sldMk cId="1819881439" sldId="308"/>
            <ac:spMk id="5" creationId="{892F89C2-4309-8782-7FAF-7D6F0EED7BF9}"/>
          </ac:spMkLst>
        </pc:spChg>
        <pc:picChg chg="add del mod">
          <ac:chgData name="Ayo Næsborg-Andersen" userId="6a489489-d209-4868-9e75-7d162358e38d" providerId="ADAL" clId="{5EAB8FFF-A452-4DE0-A00F-F14FF3A04CB6}" dt="2025-10-21T09:55:44.189" v="8925" actId="26606"/>
          <ac:picMkLst>
            <pc:docMk/>
            <pc:sldMk cId="1819881439" sldId="308"/>
            <ac:picMk id="7" creationId="{50AD554A-8673-5343-B710-A1516ED0058A}"/>
          </ac:picMkLst>
        </pc:picChg>
      </pc:sldChg>
      <pc:sldChg chg="modSp new mod ord">
        <pc:chgData name="Ayo Næsborg-Andersen" userId="6a489489-d209-4868-9e75-7d162358e38d" providerId="ADAL" clId="{5EAB8FFF-A452-4DE0-A00F-F14FF3A04CB6}" dt="2025-10-20T11:41:03.153" v="5559" actId="20577"/>
        <pc:sldMkLst>
          <pc:docMk/>
          <pc:sldMk cId="4286792465" sldId="309"/>
        </pc:sldMkLst>
        <pc:spChg chg="mod">
          <ac:chgData name="Ayo Næsborg-Andersen" userId="6a489489-d209-4868-9e75-7d162358e38d" providerId="ADAL" clId="{5EAB8FFF-A452-4DE0-A00F-F14FF3A04CB6}" dt="2025-10-20T10:52:05.192" v="2584" actId="20577"/>
          <ac:spMkLst>
            <pc:docMk/>
            <pc:sldMk cId="4286792465" sldId="309"/>
            <ac:spMk id="2" creationId="{4A6DFD85-9817-CC42-312A-E94E2918941C}"/>
          </ac:spMkLst>
        </pc:spChg>
        <pc:spChg chg="mod">
          <ac:chgData name="Ayo Næsborg-Andersen" userId="6a489489-d209-4868-9e75-7d162358e38d" providerId="ADAL" clId="{5EAB8FFF-A452-4DE0-A00F-F14FF3A04CB6}" dt="2025-10-20T11:41:03.153" v="5559" actId="20577"/>
          <ac:spMkLst>
            <pc:docMk/>
            <pc:sldMk cId="4286792465" sldId="309"/>
            <ac:spMk id="3" creationId="{65F8E6C3-3F25-655C-B482-B788E6087C48}"/>
          </ac:spMkLst>
        </pc:spChg>
      </pc:sldChg>
      <pc:sldChg chg="addSp modSp new mod">
        <pc:chgData name="Ayo Næsborg-Andersen" userId="6a489489-d209-4868-9e75-7d162358e38d" providerId="ADAL" clId="{5EAB8FFF-A452-4DE0-A00F-F14FF3A04CB6}" dt="2025-10-21T09:48:56.645" v="8903" actId="20577"/>
        <pc:sldMkLst>
          <pc:docMk/>
          <pc:sldMk cId="923077222" sldId="310"/>
        </pc:sldMkLst>
        <pc:spChg chg="mod">
          <ac:chgData name="Ayo Næsborg-Andersen" userId="6a489489-d209-4868-9e75-7d162358e38d" providerId="ADAL" clId="{5EAB8FFF-A452-4DE0-A00F-F14FF3A04CB6}" dt="2025-10-20T10:53:19.744" v="2648" actId="20577"/>
          <ac:spMkLst>
            <pc:docMk/>
            <pc:sldMk cId="923077222" sldId="310"/>
            <ac:spMk id="2" creationId="{19367792-CDCF-E78D-E03F-D751C03219FE}"/>
          </ac:spMkLst>
        </pc:spChg>
        <pc:spChg chg="mod">
          <ac:chgData name="Ayo Næsborg-Andersen" userId="6a489489-d209-4868-9e75-7d162358e38d" providerId="ADAL" clId="{5EAB8FFF-A452-4DE0-A00F-F14FF3A04CB6}" dt="2025-10-21T09:46:52.200" v="8798" actId="6549"/>
          <ac:spMkLst>
            <pc:docMk/>
            <pc:sldMk cId="923077222" sldId="310"/>
            <ac:spMk id="3" creationId="{7ACEBC96-CDF2-11B2-6318-6C828AC9E560}"/>
          </ac:spMkLst>
        </pc:spChg>
        <pc:graphicFrameChg chg="add mod ord modGraphic">
          <ac:chgData name="Ayo Næsborg-Andersen" userId="6a489489-d209-4868-9e75-7d162358e38d" providerId="ADAL" clId="{5EAB8FFF-A452-4DE0-A00F-F14FF3A04CB6}" dt="2025-10-21T09:47:48.456" v="8807" actId="1076"/>
          <ac:graphicFrameMkLst>
            <pc:docMk/>
            <pc:sldMk cId="923077222" sldId="310"/>
            <ac:graphicFrameMk id="6" creationId="{13CE6AD2-1157-EA5E-524C-E0C30748E01E}"/>
          </ac:graphicFrameMkLst>
        </pc:graphicFrameChg>
        <pc:graphicFrameChg chg="add mod modGraphic">
          <ac:chgData name="Ayo Næsborg-Andersen" userId="6a489489-d209-4868-9e75-7d162358e38d" providerId="ADAL" clId="{5EAB8FFF-A452-4DE0-A00F-F14FF3A04CB6}" dt="2025-10-21T09:48:56.645" v="8903" actId="20577"/>
          <ac:graphicFrameMkLst>
            <pc:docMk/>
            <pc:sldMk cId="923077222" sldId="310"/>
            <ac:graphicFrameMk id="7" creationId="{4B0F2ABA-9119-70DA-3C02-C4AD5C0BDC67}"/>
          </ac:graphicFrameMkLst>
        </pc:graphicFrameChg>
      </pc:sldChg>
      <pc:sldChg chg="addSp delSp modSp new mod">
        <pc:chgData name="Ayo Næsborg-Andersen" userId="6a489489-d209-4868-9e75-7d162358e38d" providerId="ADAL" clId="{5EAB8FFF-A452-4DE0-A00F-F14FF3A04CB6}" dt="2025-10-21T09:50:22.246" v="8906" actId="1076"/>
        <pc:sldMkLst>
          <pc:docMk/>
          <pc:sldMk cId="3454900687" sldId="311"/>
        </pc:sldMkLst>
        <pc:spChg chg="mod">
          <ac:chgData name="Ayo Næsborg-Andersen" userId="6a489489-d209-4868-9e75-7d162358e38d" providerId="ADAL" clId="{5EAB8FFF-A452-4DE0-A00F-F14FF3A04CB6}" dt="2025-10-21T09:45:06.325" v="8695" actId="26606"/>
          <ac:spMkLst>
            <pc:docMk/>
            <pc:sldMk cId="3454900687" sldId="311"/>
            <ac:spMk id="2" creationId="{DC25A193-7B96-8351-1C83-45CAC05B64CE}"/>
          </ac:spMkLst>
        </pc:spChg>
        <pc:spChg chg="del mod">
          <ac:chgData name="Ayo Næsborg-Andersen" userId="6a489489-d209-4868-9e75-7d162358e38d" providerId="ADAL" clId="{5EAB8FFF-A452-4DE0-A00F-F14FF3A04CB6}" dt="2025-10-21T09:45:06.325" v="8695" actId="26606"/>
          <ac:spMkLst>
            <pc:docMk/>
            <pc:sldMk cId="3454900687" sldId="311"/>
            <ac:spMk id="3" creationId="{B166E62D-559E-0C52-49AB-6D50651CFF5B}"/>
          </ac:spMkLst>
        </pc:spChg>
        <pc:spChg chg="mod">
          <ac:chgData name="Ayo Næsborg-Andersen" userId="6a489489-d209-4868-9e75-7d162358e38d" providerId="ADAL" clId="{5EAB8FFF-A452-4DE0-A00F-F14FF3A04CB6}" dt="2025-10-21T09:45:06.325" v="8695" actId="26606"/>
          <ac:spMkLst>
            <pc:docMk/>
            <pc:sldMk cId="3454900687" sldId="311"/>
            <ac:spMk id="4" creationId="{615D7AF2-84C0-ACB3-A0FC-9177B7CB3988}"/>
          </ac:spMkLst>
        </pc:spChg>
        <pc:spChg chg="mod">
          <ac:chgData name="Ayo Næsborg-Andersen" userId="6a489489-d209-4868-9e75-7d162358e38d" providerId="ADAL" clId="{5EAB8FFF-A452-4DE0-A00F-F14FF3A04CB6}" dt="2025-10-21T09:45:06.325" v="8695" actId="26606"/>
          <ac:spMkLst>
            <pc:docMk/>
            <pc:sldMk cId="3454900687" sldId="311"/>
            <ac:spMk id="5" creationId="{9047677F-89F9-C25A-E334-0DCEE50327F6}"/>
          </ac:spMkLst>
        </pc:spChg>
        <pc:graphicFrameChg chg="add">
          <ac:chgData name="Ayo Næsborg-Andersen" userId="6a489489-d209-4868-9e75-7d162358e38d" providerId="ADAL" clId="{5EAB8FFF-A452-4DE0-A00F-F14FF3A04CB6}" dt="2025-10-21T09:45:06.325" v="8695" actId="26606"/>
          <ac:graphicFrameMkLst>
            <pc:docMk/>
            <pc:sldMk cId="3454900687" sldId="311"/>
            <ac:graphicFrameMk id="7" creationId="{CB8D0BA4-9CC8-0A29-7150-8C69CF325ABC}"/>
          </ac:graphicFrameMkLst>
        </pc:graphicFrameChg>
        <pc:picChg chg="add mod">
          <ac:chgData name="Ayo Næsborg-Andersen" userId="6a489489-d209-4868-9e75-7d162358e38d" providerId="ADAL" clId="{5EAB8FFF-A452-4DE0-A00F-F14FF3A04CB6}" dt="2025-10-21T09:50:22.246" v="8906" actId="1076"/>
          <ac:picMkLst>
            <pc:docMk/>
            <pc:sldMk cId="3454900687" sldId="311"/>
            <ac:picMk id="8" creationId="{76087527-51F5-59D1-FFFB-13E2A4DB39BC}"/>
          </ac:picMkLst>
        </pc:picChg>
      </pc:sldChg>
      <pc:sldChg chg="addSp delSp modSp new mod">
        <pc:chgData name="Ayo Næsborg-Andersen" userId="6a489489-d209-4868-9e75-7d162358e38d" providerId="ADAL" clId="{5EAB8FFF-A452-4DE0-A00F-F14FF3A04CB6}" dt="2025-10-20T11:12:58" v="4217" actId="14100"/>
        <pc:sldMkLst>
          <pc:docMk/>
          <pc:sldMk cId="2792940493" sldId="312"/>
        </pc:sldMkLst>
        <pc:spChg chg="mod">
          <ac:chgData name="Ayo Næsborg-Andersen" userId="6a489489-d209-4868-9e75-7d162358e38d" providerId="ADAL" clId="{5EAB8FFF-A452-4DE0-A00F-F14FF3A04CB6}" dt="2025-10-20T11:11:47.903" v="4037" actId="20577"/>
          <ac:spMkLst>
            <pc:docMk/>
            <pc:sldMk cId="2792940493" sldId="312"/>
            <ac:spMk id="2" creationId="{0FABE08C-F0F7-40C3-F395-D0D2D4CA9F9C}"/>
          </ac:spMkLst>
        </pc:spChg>
        <pc:spChg chg="del mod">
          <ac:chgData name="Ayo Næsborg-Andersen" userId="6a489489-d209-4868-9e75-7d162358e38d" providerId="ADAL" clId="{5EAB8FFF-A452-4DE0-A00F-F14FF3A04CB6}" dt="2025-10-20T11:11:32.599" v="4002" actId="26606"/>
          <ac:spMkLst>
            <pc:docMk/>
            <pc:sldMk cId="2792940493" sldId="312"/>
            <ac:spMk id="3" creationId="{DB2A0E35-FCFB-44AC-D81D-5E56ED05F8F8}"/>
          </ac:spMkLst>
        </pc:spChg>
        <pc:spChg chg="mod">
          <ac:chgData name="Ayo Næsborg-Andersen" userId="6a489489-d209-4868-9e75-7d162358e38d" providerId="ADAL" clId="{5EAB8FFF-A452-4DE0-A00F-F14FF3A04CB6}" dt="2025-10-20T11:11:32.599" v="4002" actId="26606"/>
          <ac:spMkLst>
            <pc:docMk/>
            <pc:sldMk cId="2792940493" sldId="312"/>
            <ac:spMk id="4" creationId="{B226D0C7-A643-077F-276C-51563D9F6217}"/>
          </ac:spMkLst>
        </pc:spChg>
        <pc:spChg chg="mod">
          <ac:chgData name="Ayo Næsborg-Andersen" userId="6a489489-d209-4868-9e75-7d162358e38d" providerId="ADAL" clId="{5EAB8FFF-A452-4DE0-A00F-F14FF3A04CB6}" dt="2025-10-20T11:11:32.599" v="4002" actId="26606"/>
          <ac:spMkLst>
            <pc:docMk/>
            <pc:sldMk cId="2792940493" sldId="312"/>
            <ac:spMk id="5" creationId="{F67BDB0B-2A56-ABC8-CA7D-4AA3EBAE466B}"/>
          </ac:spMkLst>
        </pc:spChg>
        <pc:spChg chg="add mod">
          <ac:chgData name="Ayo Næsborg-Andersen" userId="6a489489-d209-4868-9e75-7d162358e38d" providerId="ADAL" clId="{5EAB8FFF-A452-4DE0-A00F-F14FF3A04CB6}" dt="2025-10-20T11:12:58" v="4217" actId="14100"/>
          <ac:spMkLst>
            <pc:docMk/>
            <pc:sldMk cId="2792940493" sldId="312"/>
            <ac:spMk id="6" creationId="{60B682DF-F737-BA26-C978-9CB9A2FF698E}"/>
          </ac:spMkLst>
        </pc:spChg>
        <pc:graphicFrameChg chg="add">
          <ac:chgData name="Ayo Næsborg-Andersen" userId="6a489489-d209-4868-9e75-7d162358e38d" providerId="ADAL" clId="{5EAB8FFF-A452-4DE0-A00F-F14FF3A04CB6}" dt="2025-10-20T11:11:32.599" v="4002" actId="26606"/>
          <ac:graphicFrameMkLst>
            <pc:docMk/>
            <pc:sldMk cId="2792940493" sldId="312"/>
            <ac:graphicFrameMk id="7" creationId="{A852CDD7-75DF-6C27-6D62-047898BB6D84}"/>
          </ac:graphicFrameMkLst>
        </pc:graphicFrameChg>
      </pc:sldChg>
      <pc:sldChg chg="addSp modSp new mod">
        <pc:chgData name="Ayo Næsborg-Andersen" userId="6a489489-d209-4868-9e75-7d162358e38d" providerId="ADAL" clId="{5EAB8FFF-A452-4DE0-A00F-F14FF3A04CB6}" dt="2025-10-20T11:22:07.506" v="4892" actId="20577"/>
        <pc:sldMkLst>
          <pc:docMk/>
          <pc:sldMk cId="1279852677" sldId="313"/>
        </pc:sldMkLst>
        <pc:spChg chg="mod">
          <ac:chgData name="Ayo Næsborg-Andersen" userId="6a489489-d209-4868-9e75-7d162358e38d" providerId="ADAL" clId="{5EAB8FFF-A452-4DE0-A00F-F14FF3A04CB6}" dt="2025-10-20T11:13:23.294" v="4239" actId="20577"/>
          <ac:spMkLst>
            <pc:docMk/>
            <pc:sldMk cId="1279852677" sldId="313"/>
            <ac:spMk id="2" creationId="{C5CA7642-473C-5CB7-BF1F-B7E4B594C003}"/>
          </ac:spMkLst>
        </pc:spChg>
        <pc:spChg chg="mod">
          <ac:chgData name="Ayo Næsborg-Andersen" userId="6a489489-d209-4868-9e75-7d162358e38d" providerId="ADAL" clId="{5EAB8FFF-A452-4DE0-A00F-F14FF3A04CB6}" dt="2025-10-20T11:16:10.181" v="4806" actId="403"/>
          <ac:spMkLst>
            <pc:docMk/>
            <pc:sldMk cId="1279852677" sldId="313"/>
            <ac:spMk id="3" creationId="{3A8BCB8A-B8D7-356D-1AF5-81AFCBE05CF7}"/>
          </ac:spMkLst>
        </pc:spChg>
        <pc:spChg chg="add mod">
          <ac:chgData name="Ayo Næsborg-Andersen" userId="6a489489-d209-4868-9e75-7d162358e38d" providerId="ADAL" clId="{5EAB8FFF-A452-4DE0-A00F-F14FF3A04CB6}" dt="2025-10-20T11:16:37.677" v="4809" actId="1582"/>
          <ac:spMkLst>
            <pc:docMk/>
            <pc:sldMk cId="1279852677" sldId="313"/>
            <ac:spMk id="6" creationId="{BEFE6E16-292B-BF9B-1943-37F5845E0F19}"/>
          </ac:spMkLst>
        </pc:spChg>
        <pc:graphicFrameChg chg="add mod modGraphic">
          <ac:chgData name="Ayo Næsborg-Andersen" userId="6a489489-d209-4868-9e75-7d162358e38d" providerId="ADAL" clId="{5EAB8FFF-A452-4DE0-A00F-F14FF3A04CB6}" dt="2025-10-20T11:22:07.506" v="4892" actId="20577"/>
          <ac:graphicFrameMkLst>
            <pc:docMk/>
            <pc:sldMk cId="1279852677" sldId="313"/>
            <ac:graphicFrameMk id="7" creationId="{D0DA5ACB-DF66-21D9-1AEE-78E2ABDF63FA}"/>
          </ac:graphicFrameMkLst>
        </pc:graphicFrameChg>
      </pc:sldChg>
      <pc:sldChg chg="addSp modSp new mod">
        <pc:chgData name="Ayo Næsborg-Andersen" userId="6a489489-d209-4868-9e75-7d162358e38d" providerId="ADAL" clId="{5EAB8FFF-A452-4DE0-A00F-F14FF3A04CB6}" dt="2025-10-21T09:58:09.497" v="8936" actId="26606"/>
        <pc:sldMkLst>
          <pc:docMk/>
          <pc:sldMk cId="1827807090" sldId="314"/>
        </pc:sldMkLst>
        <pc:spChg chg="mod">
          <ac:chgData name="Ayo Næsborg-Andersen" userId="6a489489-d209-4868-9e75-7d162358e38d" providerId="ADAL" clId="{5EAB8FFF-A452-4DE0-A00F-F14FF3A04CB6}" dt="2025-10-21T09:58:09.497" v="8936" actId="26606"/>
          <ac:spMkLst>
            <pc:docMk/>
            <pc:sldMk cId="1827807090" sldId="314"/>
            <ac:spMk id="2" creationId="{F3F90EE2-389F-7067-9829-D06BA0FC512D}"/>
          </ac:spMkLst>
        </pc:spChg>
        <pc:spChg chg="mod">
          <ac:chgData name="Ayo Næsborg-Andersen" userId="6a489489-d209-4868-9e75-7d162358e38d" providerId="ADAL" clId="{5EAB8FFF-A452-4DE0-A00F-F14FF3A04CB6}" dt="2025-10-21T09:58:09.497" v="8936" actId="26606"/>
          <ac:spMkLst>
            <pc:docMk/>
            <pc:sldMk cId="1827807090" sldId="314"/>
            <ac:spMk id="3" creationId="{FFC664AE-44AE-F563-9C1D-D3568E2C9CC1}"/>
          </ac:spMkLst>
        </pc:spChg>
        <pc:spChg chg="mod">
          <ac:chgData name="Ayo Næsborg-Andersen" userId="6a489489-d209-4868-9e75-7d162358e38d" providerId="ADAL" clId="{5EAB8FFF-A452-4DE0-A00F-F14FF3A04CB6}" dt="2025-10-21T09:58:09.497" v="8936" actId="26606"/>
          <ac:spMkLst>
            <pc:docMk/>
            <pc:sldMk cId="1827807090" sldId="314"/>
            <ac:spMk id="4" creationId="{EB947BB1-D347-DB6F-C462-EA6EC5145F61}"/>
          </ac:spMkLst>
        </pc:spChg>
        <pc:spChg chg="mod">
          <ac:chgData name="Ayo Næsborg-Andersen" userId="6a489489-d209-4868-9e75-7d162358e38d" providerId="ADAL" clId="{5EAB8FFF-A452-4DE0-A00F-F14FF3A04CB6}" dt="2025-10-21T09:58:09.497" v="8936" actId="26606"/>
          <ac:spMkLst>
            <pc:docMk/>
            <pc:sldMk cId="1827807090" sldId="314"/>
            <ac:spMk id="5" creationId="{C13CD737-18B6-6149-5C81-E4AD54A287A6}"/>
          </ac:spMkLst>
        </pc:spChg>
        <pc:picChg chg="add mod ord">
          <ac:chgData name="Ayo Næsborg-Andersen" userId="6a489489-d209-4868-9e75-7d162358e38d" providerId="ADAL" clId="{5EAB8FFF-A452-4DE0-A00F-F14FF3A04CB6}" dt="2025-10-21T09:58:09.497" v="8936" actId="26606"/>
          <ac:picMkLst>
            <pc:docMk/>
            <pc:sldMk cId="1827807090" sldId="314"/>
            <ac:picMk id="7" creationId="{D643236B-C703-93BA-DDD6-67C54EEA1543}"/>
          </ac:picMkLst>
        </pc:picChg>
      </pc:sldChg>
      <pc:sldChg chg="modSp new mod">
        <pc:chgData name="Ayo Næsborg-Andersen" userId="6a489489-d209-4868-9e75-7d162358e38d" providerId="ADAL" clId="{5EAB8FFF-A452-4DE0-A00F-F14FF3A04CB6}" dt="2025-10-20T11:27:16.074" v="5307" actId="6549"/>
        <pc:sldMkLst>
          <pc:docMk/>
          <pc:sldMk cId="955679422" sldId="315"/>
        </pc:sldMkLst>
        <pc:spChg chg="mod">
          <ac:chgData name="Ayo Næsborg-Andersen" userId="6a489489-d209-4868-9e75-7d162358e38d" providerId="ADAL" clId="{5EAB8FFF-A452-4DE0-A00F-F14FF3A04CB6}" dt="2025-10-20T11:25:44.219" v="5208" actId="20577"/>
          <ac:spMkLst>
            <pc:docMk/>
            <pc:sldMk cId="955679422" sldId="315"/>
            <ac:spMk id="2" creationId="{2541FEAC-17A4-9F1F-B132-74E9ADC893B2}"/>
          </ac:spMkLst>
        </pc:spChg>
        <pc:spChg chg="mod">
          <ac:chgData name="Ayo Næsborg-Andersen" userId="6a489489-d209-4868-9e75-7d162358e38d" providerId="ADAL" clId="{5EAB8FFF-A452-4DE0-A00F-F14FF3A04CB6}" dt="2025-10-20T11:27:16.074" v="5307" actId="6549"/>
          <ac:spMkLst>
            <pc:docMk/>
            <pc:sldMk cId="955679422" sldId="315"/>
            <ac:spMk id="3" creationId="{B55A910F-5F6E-FF61-FAF0-A081E375EC24}"/>
          </ac:spMkLst>
        </pc:spChg>
      </pc:sldChg>
      <pc:sldChg chg="modSp new mod">
        <pc:chgData name="Ayo Næsborg-Andersen" userId="6a489489-d209-4868-9e75-7d162358e38d" providerId="ADAL" clId="{5EAB8FFF-A452-4DE0-A00F-F14FF3A04CB6}" dt="2025-10-20T12:05:53.099" v="6433" actId="20577"/>
        <pc:sldMkLst>
          <pc:docMk/>
          <pc:sldMk cId="440922422" sldId="316"/>
        </pc:sldMkLst>
        <pc:spChg chg="mod">
          <ac:chgData name="Ayo Næsborg-Andersen" userId="6a489489-d209-4868-9e75-7d162358e38d" providerId="ADAL" clId="{5EAB8FFF-A452-4DE0-A00F-F14FF3A04CB6}" dt="2025-10-20T12:05:08.518" v="6313" actId="20577"/>
          <ac:spMkLst>
            <pc:docMk/>
            <pc:sldMk cId="440922422" sldId="316"/>
            <ac:spMk id="2" creationId="{750E23C1-7E6F-4032-F096-45D8840E250D}"/>
          </ac:spMkLst>
        </pc:spChg>
        <pc:spChg chg="mod">
          <ac:chgData name="Ayo Næsborg-Andersen" userId="6a489489-d209-4868-9e75-7d162358e38d" providerId="ADAL" clId="{5EAB8FFF-A452-4DE0-A00F-F14FF3A04CB6}" dt="2025-10-20T12:05:53.099" v="6433" actId="20577"/>
          <ac:spMkLst>
            <pc:docMk/>
            <pc:sldMk cId="440922422" sldId="316"/>
            <ac:spMk id="3" creationId="{7CF0D7BC-7B44-BDF3-C751-5F366D0A89B4}"/>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hyperlink" Target="mailto:ayo@sam.sdu.dk" TargetMode="External"/></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ata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33.svg"/></Relationships>
</file>

<file path=ppt/diagrams/_rels/drawing1.xml.rels><?xml version="1.0" encoding="UTF-8" standalone="yes"?>
<Relationships xmlns="http://schemas.openxmlformats.org/package/2006/relationships"><Relationship Id="rId1" Type="http://schemas.openxmlformats.org/officeDocument/2006/relationships/hyperlink" Target="mailto:ayo@sam.sdu.dk" TargetMode="External"/></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DA6CDC-9BC8-46E6-9F7F-6593799730C2}"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31BE99FB-D25C-4CC4-B953-EF2E6A7CA525}">
      <dgm:prSet/>
      <dgm:spPr/>
      <dgm:t>
        <a:bodyPr/>
        <a:lstStyle/>
        <a:p>
          <a:r>
            <a:rPr lang="da-DK"/>
            <a:t>Ayo Næsborg-Andersen, </a:t>
          </a:r>
          <a:r>
            <a:rPr lang="da-DK">
              <a:hlinkClick xmlns:r="http://schemas.openxmlformats.org/officeDocument/2006/relationships" r:id="rId1"/>
            </a:rPr>
            <a:t>ayo@sam.sdu.dk</a:t>
          </a:r>
          <a:endParaRPr lang="en-US"/>
        </a:p>
      </dgm:t>
    </dgm:pt>
    <dgm:pt modelId="{D71AB337-4532-4DA6-89E1-EF88C8FCA73C}" type="parTrans" cxnId="{0029AAD4-4816-4D83-8DAD-1CF4584692E3}">
      <dgm:prSet/>
      <dgm:spPr/>
      <dgm:t>
        <a:bodyPr/>
        <a:lstStyle/>
        <a:p>
          <a:endParaRPr lang="en-US"/>
        </a:p>
      </dgm:t>
    </dgm:pt>
    <dgm:pt modelId="{0D7CF1F7-B75C-4B4F-BF16-D76F992228C2}" type="sibTrans" cxnId="{0029AAD4-4816-4D83-8DAD-1CF4584692E3}">
      <dgm:prSet/>
      <dgm:spPr/>
      <dgm:t>
        <a:bodyPr/>
        <a:lstStyle/>
        <a:p>
          <a:endParaRPr lang="en-US"/>
        </a:p>
      </dgm:t>
    </dgm:pt>
    <dgm:pt modelId="{CF749570-F68A-4905-A3C0-1D9E4F63A69B}">
      <dgm:prSet/>
      <dgm:spPr/>
      <dgm:t>
        <a:bodyPr/>
        <a:lstStyle/>
        <a:p>
          <a:r>
            <a:rPr lang="da-DK"/>
            <a:t>Lektor på Juridisk Institut</a:t>
          </a:r>
          <a:endParaRPr lang="en-US"/>
        </a:p>
      </dgm:t>
    </dgm:pt>
    <dgm:pt modelId="{B1637344-0C0D-48B2-B64F-F1DFBB967CA0}" type="parTrans" cxnId="{2D59BD0E-B13E-48AA-A224-B4EE0E6C4090}">
      <dgm:prSet/>
      <dgm:spPr/>
      <dgm:t>
        <a:bodyPr/>
        <a:lstStyle/>
        <a:p>
          <a:endParaRPr lang="en-US"/>
        </a:p>
      </dgm:t>
    </dgm:pt>
    <dgm:pt modelId="{BD39E424-E708-4009-8683-2EA961213754}" type="sibTrans" cxnId="{2D59BD0E-B13E-48AA-A224-B4EE0E6C4090}">
      <dgm:prSet/>
      <dgm:spPr/>
      <dgm:t>
        <a:bodyPr/>
        <a:lstStyle/>
        <a:p>
          <a:endParaRPr lang="en-US"/>
        </a:p>
      </dgm:t>
    </dgm:pt>
    <dgm:pt modelId="{3D177B4B-D8BE-401D-889D-F8626438475A}">
      <dgm:prSet/>
      <dgm:spPr/>
      <dgm:t>
        <a:bodyPr/>
        <a:lstStyle/>
        <a:p>
          <a:r>
            <a:rPr lang="da-DK"/>
            <a:t>Fagansvarlig</a:t>
          </a:r>
          <a:endParaRPr lang="en-US"/>
        </a:p>
      </dgm:t>
    </dgm:pt>
    <dgm:pt modelId="{F2805C09-84D1-4283-A57E-36E852777B86}" type="parTrans" cxnId="{2C1FBD63-A93F-4059-99BE-294251533CD7}">
      <dgm:prSet/>
      <dgm:spPr/>
      <dgm:t>
        <a:bodyPr/>
        <a:lstStyle/>
        <a:p>
          <a:endParaRPr lang="en-US"/>
        </a:p>
      </dgm:t>
    </dgm:pt>
    <dgm:pt modelId="{B5A86EDB-04F0-424E-BBB3-0624D72D81B9}" type="sibTrans" cxnId="{2C1FBD63-A93F-4059-99BE-294251533CD7}">
      <dgm:prSet/>
      <dgm:spPr/>
      <dgm:t>
        <a:bodyPr/>
        <a:lstStyle/>
        <a:p>
          <a:endParaRPr lang="en-US"/>
        </a:p>
      </dgm:t>
    </dgm:pt>
    <dgm:pt modelId="{0B04EE8C-2C46-4B96-ADD8-A5821DC53693}">
      <dgm:prSet/>
      <dgm:spPr/>
      <dgm:t>
        <a:bodyPr/>
        <a:lstStyle/>
        <a:p>
          <a:r>
            <a:rPr lang="da-DK"/>
            <a:t>Forsker i mødet mellem ny teknologi og menneskerettigheder</a:t>
          </a:r>
          <a:endParaRPr lang="en-US"/>
        </a:p>
      </dgm:t>
    </dgm:pt>
    <dgm:pt modelId="{58776F22-461D-47FA-8435-0D1A784AB39E}" type="parTrans" cxnId="{CE169C23-1324-4D1B-857B-EB1408B6F59D}">
      <dgm:prSet/>
      <dgm:spPr/>
      <dgm:t>
        <a:bodyPr/>
        <a:lstStyle/>
        <a:p>
          <a:endParaRPr lang="en-US"/>
        </a:p>
      </dgm:t>
    </dgm:pt>
    <dgm:pt modelId="{B0943CD1-9E02-4C87-B9B1-939503642C93}" type="sibTrans" cxnId="{CE169C23-1324-4D1B-857B-EB1408B6F59D}">
      <dgm:prSet/>
      <dgm:spPr/>
      <dgm:t>
        <a:bodyPr/>
        <a:lstStyle/>
        <a:p>
          <a:endParaRPr lang="en-US"/>
        </a:p>
      </dgm:t>
    </dgm:pt>
    <dgm:pt modelId="{B56B8FEB-D927-47A8-BDD0-4979791A2526}">
      <dgm:prSet/>
      <dgm:spPr/>
      <dgm:t>
        <a:bodyPr/>
        <a:lstStyle/>
        <a:p>
          <a:r>
            <a:rPr lang="da-DK"/>
            <a:t>Jesper Løffler-Nielsen</a:t>
          </a:r>
          <a:endParaRPr lang="en-US"/>
        </a:p>
      </dgm:t>
    </dgm:pt>
    <dgm:pt modelId="{829C155A-A0A9-46AD-8DDE-D0A4E6752540}" type="parTrans" cxnId="{FB0ACBC5-A999-4183-912B-B06847028599}">
      <dgm:prSet/>
      <dgm:spPr/>
      <dgm:t>
        <a:bodyPr/>
        <a:lstStyle/>
        <a:p>
          <a:endParaRPr lang="en-US"/>
        </a:p>
      </dgm:t>
    </dgm:pt>
    <dgm:pt modelId="{8585736F-91F0-4A74-8001-50A1A5610B71}" type="sibTrans" cxnId="{FB0ACBC5-A999-4183-912B-B06847028599}">
      <dgm:prSet/>
      <dgm:spPr/>
      <dgm:t>
        <a:bodyPr/>
        <a:lstStyle/>
        <a:p>
          <a:endParaRPr lang="en-US"/>
        </a:p>
      </dgm:t>
    </dgm:pt>
    <dgm:pt modelId="{B564E62D-B00E-42DE-9274-6BE0203C5669}">
      <dgm:prSet/>
      <dgm:spPr/>
      <dgm:t>
        <a:bodyPr/>
        <a:lstStyle/>
        <a:p>
          <a:r>
            <a:rPr lang="da-DK"/>
            <a:t>Lektor på Juridisk Institut og advokat hos Focus Advokater</a:t>
          </a:r>
          <a:endParaRPr lang="en-US"/>
        </a:p>
      </dgm:t>
    </dgm:pt>
    <dgm:pt modelId="{028E0CFE-1F1F-441D-B3A4-BAF1136D13DD}" type="parTrans" cxnId="{6BB37B2D-06F6-4BC9-AA2D-90CDFBE3F7F8}">
      <dgm:prSet/>
      <dgm:spPr/>
      <dgm:t>
        <a:bodyPr/>
        <a:lstStyle/>
        <a:p>
          <a:endParaRPr lang="en-US"/>
        </a:p>
      </dgm:t>
    </dgm:pt>
    <dgm:pt modelId="{DE7FEAA0-85CB-4470-AE73-034166ABEA45}" type="sibTrans" cxnId="{6BB37B2D-06F6-4BC9-AA2D-90CDFBE3F7F8}">
      <dgm:prSet/>
      <dgm:spPr/>
      <dgm:t>
        <a:bodyPr/>
        <a:lstStyle/>
        <a:p>
          <a:endParaRPr lang="en-US"/>
        </a:p>
      </dgm:t>
    </dgm:pt>
    <dgm:pt modelId="{1AAE39AB-EE80-4C24-BA30-ED62E2664123}">
      <dgm:prSet/>
      <dgm:spPr/>
      <dgm:t>
        <a:bodyPr/>
        <a:lstStyle/>
        <a:p>
          <a:r>
            <a:rPr lang="da-DK"/>
            <a:t>Specialist i teknologi og jura</a:t>
          </a:r>
          <a:endParaRPr lang="en-US"/>
        </a:p>
      </dgm:t>
    </dgm:pt>
    <dgm:pt modelId="{08E0B78C-6792-42E9-AD6B-2F7E00083BA4}" type="parTrans" cxnId="{AF881A1A-5316-4BC8-9D0C-52D41F4A15DB}">
      <dgm:prSet/>
      <dgm:spPr/>
      <dgm:t>
        <a:bodyPr/>
        <a:lstStyle/>
        <a:p>
          <a:endParaRPr lang="en-US"/>
        </a:p>
      </dgm:t>
    </dgm:pt>
    <dgm:pt modelId="{A2DACE20-0291-4FA7-9003-51C467B5B55C}" type="sibTrans" cxnId="{AF881A1A-5316-4BC8-9D0C-52D41F4A15DB}">
      <dgm:prSet/>
      <dgm:spPr/>
      <dgm:t>
        <a:bodyPr/>
        <a:lstStyle/>
        <a:p>
          <a:endParaRPr lang="en-US"/>
        </a:p>
      </dgm:t>
    </dgm:pt>
    <dgm:pt modelId="{CADC5B13-5690-4971-B420-E68222D272EE}">
      <dgm:prSet/>
      <dgm:spPr/>
      <dgm:t>
        <a:bodyPr/>
        <a:lstStyle/>
        <a:p>
          <a:r>
            <a:rPr lang="da-DK"/>
            <a:t>Jakub Skorczynski</a:t>
          </a:r>
          <a:endParaRPr lang="en-US"/>
        </a:p>
      </dgm:t>
    </dgm:pt>
    <dgm:pt modelId="{811202CB-9984-4A7A-9817-C1F7B3AC6190}" type="parTrans" cxnId="{54697F75-C461-4215-8ABA-2B335FE2434A}">
      <dgm:prSet/>
      <dgm:spPr/>
      <dgm:t>
        <a:bodyPr/>
        <a:lstStyle/>
        <a:p>
          <a:endParaRPr lang="en-US"/>
        </a:p>
      </dgm:t>
    </dgm:pt>
    <dgm:pt modelId="{AF34405E-D5B4-42C2-91A7-DAEC342B87BF}" type="sibTrans" cxnId="{54697F75-C461-4215-8ABA-2B335FE2434A}">
      <dgm:prSet/>
      <dgm:spPr/>
      <dgm:t>
        <a:bodyPr/>
        <a:lstStyle/>
        <a:p>
          <a:endParaRPr lang="en-US"/>
        </a:p>
      </dgm:t>
    </dgm:pt>
    <dgm:pt modelId="{FB91910D-8200-4A56-871E-469101DD851D}">
      <dgm:prSet/>
      <dgm:spPr/>
      <dgm:t>
        <a:bodyPr/>
        <a:lstStyle/>
        <a:p>
          <a:r>
            <a:rPr lang="da-DK"/>
            <a:t>Ph.d. studerende på Juridisk Institut</a:t>
          </a:r>
          <a:endParaRPr lang="en-US"/>
        </a:p>
      </dgm:t>
    </dgm:pt>
    <dgm:pt modelId="{7E972123-B4EE-4758-B3CB-A063453D88E9}" type="parTrans" cxnId="{1BD93D73-4538-49E0-AB87-06A80ED6BD2D}">
      <dgm:prSet/>
      <dgm:spPr/>
      <dgm:t>
        <a:bodyPr/>
        <a:lstStyle/>
        <a:p>
          <a:endParaRPr lang="en-US"/>
        </a:p>
      </dgm:t>
    </dgm:pt>
    <dgm:pt modelId="{9FAAAC6A-D4C7-49CF-B549-B4E2FC4C8112}" type="sibTrans" cxnId="{1BD93D73-4538-49E0-AB87-06A80ED6BD2D}">
      <dgm:prSet/>
      <dgm:spPr/>
      <dgm:t>
        <a:bodyPr/>
        <a:lstStyle/>
        <a:p>
          <a:endParaRPr lang="en-US"/>
        </a:p>
      </dgm:t>
    </dgm:pt>
    <dgm:pt modelId="{E3BED816-0A4F-466C-B7D8-819883B20783}">
      <dgm:prSet/>
      <dgm:spPr/>
      <dgm:t>
        <a:bodyPr/>
        <a:lstStyle/>
        <a:p>
          <a:r>
            <a:rPr lang="da-DK"/>
            <a:t>Forsker i dataregulering</a:t>
          </a:r>
          <a:endParaRPr lang="en-US"/>
        </a:p>
      </dgm:t>
    </dgm:pt>
    <dgm:pt modelId="{E06E6716-251A-409B-9B9F-6C1DE33B4D0E}" type="parTrans" cxnId="{DCC70E82-F2D0-4E5F-BE32-5887DD355C9E}">
      <dgm:prSet/>
      <dgm:spPr/>
      <dgm:t>
        <a:bodyPr/>
        <a:lstStyle/>
        <a:p>
          <a:endParaRPr lang="en-US"/>
        </a:p>
      </dgm:t>
    </dgm:pt>
    <dgm:pt modelId="{067EEB7A-879C-4644-AD87-414E73845636}" type="sibTrans" cxnId="{DCC70E82-F2D0-4E5F-BE32-5887DD355C9E}">
      <dgm:prSet/>
      <dgm:spPr/>
      <dgm:t>
        <a:bodyPr/>
        <a:lstStyle/>
        <a:p>
          <a:endParaRPr lang="en-US"/>
        </a:p>
      </dgm:t>
    </dgm:pt>
    <dgm:pt modelId="{5944D8CC-FCA4-4C30-A452-8C75FD855807}">
      <dgm:prSet/>
      <dgm:spPr/>
      <dgm:t>
        <a:bodyPr/>
        <a:lstStyle/>
        <a:p>
          <a:r>
            <a:rPr lang="da-DK"/>
            <a:t>Stefan Juval Stade</a:t>
          </a:r>
          <a:endParaRPr lang="en-US"/>
        </a:p>
      </dgm:t>
    </dgm:pt>
    <dgm:pt modelId="{48F31152-53EF-4491-913B-1FF470144FF2}" type="parTrans" cxnId="{D9CEF2A7-E027-4943-B643-F3B9969CDD97}">
      <dgm:prSet/>
      <dgm:spPr/>
      <dgm:t>
        <a:bodyPr/>
        <a:lstStyle/>
        <a:p>
          <a:endParaRPr lang="en-US"/>
        </a:p>
      </dgm:t>
    </dgm:pt>
    <dgm:pt modelId="{D6A63407-CD6C-4563-81D8-A4FA9E9FDFE4}" type="sibTrans" cxnId="{D9CEF2A7-E027-4943-B643-F3B9969CDD97}">
      <dgm:prSet/>
      <dgm:spPr/>
      <dgm:t>
        <a:bodyPr/>
        <a:lstStyle/>
        <a:p>
          <a:endParaRPr lang="en-US"/>
        </a:p>
      </dgm:t>
    </dgm:pt>
    <dgm:pt modelId="{0C0E8092-8B2F-407C-A600-7C5A486E3723}">
      <dgm:prSet/>
      <dgm:spPr/>
      <dgm:t>
        <a:bodyPr/>
        <a:lstStyle/>
        <a:p>
          <a:r>
            <a:rPr lang="da-DK"/>
            <a:t>Legal tech-ansvarlig hos Focus Advokater</a:t>
          </a:r>
          <a:endParaRPr lang="en-US"/>
        </a:p>
      </dgm:t>
    </dgm:pt>
    <dgm:pt modelId="{1FCE13D9-0E62-489C-8797-7DBE18C7A5D0}" type="parTrans" cxnId="{B89368F2-CC6C-4238-8212-CCE53632CC30}">
      <dgm:prSet/>
      <dgm:spPr/>
      <dgm:t>
        <a:bodyPr/>
        <a:lstStyle/>
        <a:p>
          <a:endParaRPr lang="en-US"/>
        </a:p>
      </dgm:t>
    </dgm:pt>
    <dgm:pt modelId="{2F3C773F-2736-4AE6-8499-AA480F6283D8}" type="sibTrans" cxnId="{B89368F2-CC6C-4238-8212-CCE53632CC30}">
      <dgm:prSet/>
      <dgm:spPr/>
      <dgm:t>
        <a:bodyPr/>
        <a:lstStyle/>
        <a:p>
          <a:endParaRPr lang="en-US"/>
        </a:p>
      </dgm:t>
    </dgm:pt>
    <dgm:pt modelId="{4A63396D-13F6-409C-8F35-32E9037D8533}">
      <dgm:prSet/>
      <dgm:spPr/>
      <dgm:t>
        <a:bodyPr/>
        <a:lstStyle/>
        <a:p>
          <a:r>
            <a:rPr lang="da-DK"/>
            <a:t>Daniel Hartfield-Traun</a:t>
          </a:r>
          <a:endParaRPr lang="en-US"/>
        </a:p>
      </dgm:t>
    </dgm:pt>
    <dgm:pt modelId="{25C45D86-2250-469D-932C-F1113EE63444}" type="parTrans" cxnId="{3614561A-0942-4AB7-AD80-2FB76B2DD138}">
      <dgm:prSet/>
      <dgm:spPr/>
      <dgm:t>
        <a:bodyPr/>
        <a:lstStyle/>
        <a:p>
          <a:endParaRPr lang="en-US"/>
        </a:p>
      </dgm:t>
    </dgm:pt>
    <dgm:pt modelId="{10518636-C52F-4285-AEB7-8F08425B9319}" type="sibTrans" cxnId="{3614561A-0942-4AB7-AD80-2FB76B2DD138}">
      <dgm:prSet/>
      <dgm:spPr/>
      <dgm:t>
        <a:bodyPr/>
        <a:lstStyle/>
        <a:p>
          <a:endParaRPr lang="en-US"/>
        </a:p>
      </dgm:t>
    </dgm:pt>
    <dgm:pt modelId="{1CF1AB86-7EEB-467F-8E8B-9FEA426C15F4}">
      <dgm:prSet/>
      <dgm:spPr/>
      <dgm:t>
        <a:bodyPr/>
        <a:lstStyle/>
        <a:p>
          <a:r>
            <a:rPr lang="da-DK"/>
            <a:t>Ekstern lektor på Juridisk Institut</a:t>
          </a:r>
          <a:endParaRPr lang="en-US"/>
        </a:p>
      </dgm:t>
    </dgm:pt>
    <dgm:pt modelId="{D521921A-142F-4E03-B0FA-D0315EF68E36}" type="parTrans" cxnId="{3FEC5035-48C7-468B-946F-B1B33F17EAAC}">
      <dgm:prSet/>
      <dgm:spPr/>
      <dgm:t>
        <a:bodyPr/>
        <a:lstStyle/>
        <a:p>
          <a:endParaRPr lang="en-US"/>
        </a:p>
      </dgm:t>
    </dgm:pt>
    <dgm:pt modelId="{B9E7C8E0-0202-4767-A120-BF69E3FB5528}" type="sibTrans" cxnId="{3FEC5035-48C7-468B-946F-B1B33F17EAAC}">
      <dgm:prSet/>
      <dgm:spPr/>
      <dgm:t>
        <a:bodyPr/>
        <a:lstStyle/>
        <a:p>
          <a:endParaRPr lang="en-US"/>
        </a:p>
      </dgm:t>
    </dgm:pt>
    <dgm:pt modelId="{8D3D16DC-1532-48BA-B9F3-18B35C68AB5A}">
      <dgm:prSet/>
      <dgm:spPr/>
      <dgm:t>
        <a:bodyPr/>
        <a:lstStyle/>
        <a:p>
          <a:r>
            <a:rPr lang="da-DK"/>
            <a:t>Ekspert i privacy, cybersikkerhed og meget mere</a:t>
          </a:r>
          <a:endParaRPr lang="en-US"/>
        </a:p>
      </dgm:t>
    </dgm:pt>
    <dgm:pt modelId="{CFC53A2C-4B40-4015-9297-6739289396A8}" type="parTrans" cxnId="{C3F6CBC2-02F9-47BB-A6CA-5ADEB39531C0}">
      <dgm:prSet/>
      <dgm:spPr/>
      <dgm:t>
        <a:bodyPr/>
        <a:lstStyle/>
        <a:p>
          <a:endParaRPr lang="en-US"/>
        </a:p>
      </dgm:t>
    </dgm:pt>
    <dgm:pt modelId="{76C50081-34D4-4F5D-802C-AA60AFB03271}" type="sibTrans" cxnId="{C3F6CBC2-02F9-47BB-A6CA-5ADEB39531C0}">
      <dgm:prSet/>
      <dgm:spPr/>
      <dgm:t>
        <a:bodyPr/>
        <a:lstStyle/>
        <a:p>
          <a:endParaRPr lang="en-US"/>
        </a:p>
      </dgm:t>
    </dgm:pt>
    <dgm:pt modelId="{37E1FFEF-7C70-4185-B002-9BF6FCB88DA6}" type="pres">
      <dgm:prSet presAssocID="{EEDA6CDC-9BC8-46E6-9F7F-6593799730C2}" presName="linear" presStyleCnt="0">
        <dgm:presLayoutVars>
          <dgm:dir/>
          <dgm:animLvl val="lvl"/>
          <dgm:resizeHandles val="exact"/>
        </dgm:presLayoutVars>
      </dgm:prSet>
      <dgm:spPr/>
    </dgm:pt>
    <dgm:pt modelId="{505C513F-5A34-4359-9462-443F16B7D7D7}" type="pres">
      <dgm:prSet presAssocID="{31BE99FB-D25C-4CC4-B953-EF2E6A7CA525}" presName="parentLin" presStyleCnt="0"/>
      <dgm:spPr/>
    </dgm:pt>
    <dgm:pt modelId="{DE7F46F7-3CC3-46C4-932F-A3E4C25EC2A4}" type="pres">
      <dgm:prSet presAssocID="{31BE99FB-D25C-4CC4-B953-EF2E6A7CA525}" presName="parentLeftMargin" presStyleLbl="node1" presStyleIdx="0" presStyleCnt="5"/>
      <dgm:spPr/>
    </dgm:pt>
    <dgm:pt modelId="{6E55083E-81DE-4DF3-8156-7140426E4735}" type="pres">
      <dgm:prSet presAssocID="{31BE99FB-D25C-4CC4-B953-EF2E6A7CA525}" presName="parentText" presStyleLbl="node1" presStyleIdx="0" presStyleCnt="5">
        <dgm:presLayoutVars>
          <dgm:chMax val="0"/>
          <dgm:bulletEnabled val="1"/>
        </dgm:presLayoutVars>
      </dgm:prSet>
      <dgm:spPr/>
    </dgm:pt>
    <dgm:pt modelId="{7071E0CA-6FC3-417A-B905-5023AE99A351}" type="pres">
      <dgm:prSet presAssocID="{31BE99FB-D25C-4CC4-B953-EF2E6A7CA525}" presName="negativeSpace" presStyleCnt="0"/>
      <dgm:spPr/>
    </dgm:pt>
    <dgm:pt modelId="{8EA68A6A-C976-483D-BD47-C6FD3DBAF589}" type="pres">
      <dgm:prSet presAssocID="{31BE99FB-D25C-4CC4-B953-EF2E6A7CA525}" presName="childText" presStyleLbl="conFgAcc1" presStyleIdx="0" presStyleCnt="5">
        <dgm:presLayoutVars>
          <dgm:bulletEnabled val="1"/>
        </dgm:presLayoutVars>
      </dgm:prSet>
      <dgm:spPr/>
    </dgm:pt>
    <dgm:pt modelId="{3164B9AA-D918-4FE0-8CB0-5B400CA48FCB}" type="pres">
      <dgm:prSet presAssocID="{0D7CF1F7-B75C-4B4F-BF16-D76F992228C2}" presName="spaceBetweenRectangles" presStyleCnt="0"/>
      <dgm:spPr/>
    </dgm:pt>
    <dgm:pt modelId="{FBEDADC6-2CE3-4285-A75E-4ABA48FD78DB}" type="pres">
      <dgm:prSet presAssocID="{B56B8FEB-D927-47A8-BDD0-4979791A2526}" presName="parentLin" presStyleCnt="0"/>
      <dgm:spPr/>
    </dgm:pt>
    <dgm:pt modelId="{272CAB7B-1845-4E85-B77B-85B2EADFF06D}" type="pres">
      <dgm:prSet presAssocID="{B56B8FEB-D927-47A8-BDD0-4979791A2526}" presName="parentLeftMargin" presStyleLbl="node1" presStyleIdx="0" presStyleCnt="5"/>
      <dgm:spPr/>
    </dgm:pt>
    <dgm:pt modelId="{D3822B9E-A2A8-4DED-9EBE-81C6E700B772}" type="pres">
      <dgm:prSet presAssocID="{B56B8FEB-D927-47A8-BDD0-4979791A2526}" presName="parentText" presStyleLbl="node1" presStyleIdx="1" presStyleCnt="5">
        <dgm:presLayoutVars>
          <dgm:chMax val="0"/>
          <dgm:bulletEnabled val="1"/>
        </dgm:presLayoutVars>
      </dgm:prSet>
      <dgm:spPr/>
    </dgm:pt>
    <dgm:pt modelId="{2B64B7A3-AFF2-42DC-B3A4-6F89B6E57237}" type="pres">
      <dgm:prSet presAssocID="{B56B8FEB-D927-47A8-BDD0-4979791A2526}" presName="negativeSpace" presStyleCnt="0"/>
      <dgm:spPr/>
    </dgm:pt>
    <dgm:pt modelId="{68480EF4-D13D-4105-A144-6E18BC6FB2CB}" type="pres">
      <dgm:prSet presAssocID="{B56B8FEB-D927-47A8-BDD0-4979791A2526}" presName="childText" presStyleLbl="conFgAcc1" presStyleIdx="1" presStyleCnt="5">
        <dgm:presLayoutVars>
          <dgm:bulletEnabled val="1"/>
        </dgm:presLayoutVars>
      </dgm:prSet>
      <dgm:spPr/>
    </dgm:pt>
    <dgm:pt modelId="{FDF44347-2875-4743-8664-B10D0289E121}" type="pres">
      <dgm:prSet presAssocID="{8585736F-91F0-4A74-8001-50A1A5610B71}" presName="spaceBetweenRectangles" presStyleCnt="0"/>
      <dgm:spPr/>
    </dgm:pt>
    <dgm:pt modelId="{A79DCBF7-B998-4345-A8FA-27D16BA252B6}" type="pres">
      <dgm:prSet presAssocID="{CADC5B13-5690-4971-B420-E68222D272EE}" presName="parentLin" presStyleCnt="0"/>
      <dgm:spPr/>
    </dgm:pt>
    <dgm:pt modelId="{94AD2939-B7CE-4DD6-A26F-6B7B89F0052B}" type="pres">
      <dgm:prSet presAssocID="{CADC5B13-5690-4971-B420-E68222D272EE}" presName="parentLeftMargin" presStyleLbl="node1" presStyleIdx="1" presStyleCnt="5"/>
      <dgm:spPr/>
    </dgm:pt>
    <dgm:pt modelId="{808763D4-F0C7-43C6-A797-6BBCEAE2BEE2}" type="pres">
      <dgm:prSet presAssocID="{CADC5B13-5690-4971-B420-E68222D272EE}" presName="parentText" presStyleLbl="node1" presStyleIdx="2" presStyleCnt="5">
        <dgm:presLayoutVars>
          <dgm:chMax val="0"/>
          <dgm:bulletEnabled val="1"/>
        </dgm:presLayoutVars>
      </dgm:prSet>
      <dgm:spPr/>
    </dgm:pt>
    <dgm:pt modelId="{0EA40CA0-5F1A-4FA9-9949-094EBAF64AF4}" type="pres">
      <dgm:prSet presAssocID="{CADC5B13-5690-4971-B420-E68222D272EE}" presName="negativeSpace" presStyleCnt="0"/>
      <dgm:spPr/>
    </dgm:pt>
    <dgm:pt modelId="{745921C2-34EC-4CB6-AC81-97F8099C1DD7}" type="pres">
      <dgm:prSet presAssocID="{CADC5B13-5690-4971-B420-E68222D272EE}" presName="childText" presStyleLbl="conFgAcc1" presStyleIdx="2" presStyleCnt="5">
        <dgm:presLayoutVars>
          <dgm:bulletEnabled val="1"/>
        </dgm:presLayoutVars>
      </dgm:prSet>
      <dgm:spPr/>
    </dgm:pt>
    <dgm:pt modelId="{B88537CE-F34A-4C54-A8F0-82DC211AC05F}" type="pres">
      <dgm:prSet presAssocID="{AF34405E-D5B4-42C2-91A7-DAEC342B87BF}" presName="spaceBetweenRectangles" presStyleCnt="0"/>
      <dgm:spPr/>
    </dgm:pt>
    <dgm:pt modelId="{B56C8581-7069-4610-9EEB-1BBC05A01009}" type="pres">
      <dgm:prSet presAssocID="{5944D8CC-FCA4-4C30-A452-8C75FD855807}" presName="parentLin" presStyleCnt="0"/>
      <dgm:spPr/>
    </dgm:pt>
    <dgm:pt modelId="{3E085F97-EE19-4633-9CEC-E58452B447A3}" type="pres">
      <dgm:prSet presAssocID="{5944D8CC-FCA4-4C30-A452-8C75FD855807}" presName="parentLeftMargin" presStyleLbl="node1" presStyleIdx="2" presStyleCnt="5"/>
      <dgm:spPr/>
    </dgm:pt>
    <dgm:pt modelId="{961125A1-FA0F-4276-BB46-875DB06DC894}" type="pres">
      <dgm:prSet presAssocID="{5944D8CC-FCA4-4C30-A452-8C75FD855807}" presName="parentText" presStyleLbl="node1" presStyleIdx="3" presStyleCnt="5">
        <dgm:presLayoutVars>
          <dgm:chMax val="0"/>
          <dgm:bulletEnabled val="1"/>
        </dgm:presLayoutVars>
      </dgm:prSet>
      <dgm:spPr/>
    </dgm:pt>
    <dgm:pt modelId="{DD956120-605C-4BCD-967B-B0978F93F5BD}" type="pres">
      <dgm:prSet presAssocID="{5944D8CC-FCA4-4C30-A452-8C75FD855807}" presName="negativeSpace" presStyleCnt="0"/>
      <dgm:spPr/>
    </dgm:pt>
    <dgm:pt modelId="{47ADD4EF-F1C4-4D92-8BDB-44ABBDAF0886}" type="pres">
      <dgm:prSet presAssocID="{5944D8CC-FCA4-4C30-A452-8C75FD855807}" presName="childText" presStyleLbl="conFgAcc1" presStyleIdx="3" presStyleCnt="5">
        <dgm:presLayoutVars>
          <dgm:bulletEnabled val="1"/>
        </dgm:presLayoutVars>
      </dgm:prSet>
      <dgm:spPr/>
    </dgm:pt>
    <dgm:pt modelId="{604D6A34-2BCA-4D50-A2E2-ED8336056F42}" type="pres">
      <dgm:prSet presAssocID="{D6A63407-CD6C-4563-81D8-A4FA9E9FDFE4}" presName="spaceBetweenRectangles" presStyleCnt="0"/>
      <dgm:spPr/>
    </dgm:pt>
    <dgm:pt modelId="{BC899D87-D8DD-4148-9BC0-59ABA5793484}" type="pres">
      <dgm:prSet presAssocID="{4A63396D-13F6-409C-8F35-32E9037D8533}" presName="parentLin" presStyleCnt="0"/>
      <dgm:spPr/>
    </dgm:pt>
    <dgm:pt modelId="{7597B42E-FCC2-431C-AF60-C51003A91144}" type="pres">
      <dgm:prSet presAssocID="{4A63396D-13F6-409C-8F35-32E9037D8533}" presName="parentLeftMargin" presStyleLbl="node1" presStyleIdx="3" presStyleCnt="5"/>
      <dgm:spPr/>
    </dgm:pt>
    <dgm:pt modelId="{611FDCCC-8218-4FD1-9FB1-8311D1FD9C3C}" type="pres">
      <dgm:prSet presAssocID="{4A63396D-13F6-409C-8F35-32E9037D8533}" presName="parentText" presStyleLbl="node1" presStyleIdx="4" presStyleCnt="5">
        <dgm:presLayoutVars>
          <dgm:chMax val="0"/>
          <dgm:bulletEnabled val="1"/>
        </dgm:presLayoutVars>
      </dgm:prSet>
      <dgm:spPr/>
    </dgm:pt>
    <dgm:pt modelId="{ACDEF1EB-B12A-4840-ACA7-B58ABF448CF2}" type="pres">
      <dgm:prSet presAssocID="{4A63396D-13F6-409C-8F35-32E9037D8533}" presName="negativeSpace" presStyleCnt="0"/>
      <dgm:spPr/>
    </dgm:pt>
    <dgm:pt modelId="{D5DCB286-68C2-45A3-9209-47E59C5F992F}" type="pres">
      <dgm:prSet presAssocID="{4A63396D-13F6-409C-8F35-32E9037D8533}" presName="childText" presStyleLbl="conFgAcc1" presStyleIdx="4" presStyleCnt="5">
        <dgm:presLayoutVars>
          <dgm:bulletEnabled val="1"/>
        </dgm:presLayoutVars>
      </dgm:prSet>
      <dgm:spPr/>
    </dgm:pt>
  </dgm:ptLst>
  <dgm:cxnLst>
    <dgm:cxn modelId="{C3E76A07-5C32-44BD-9F90-7C36C6D0135F}" type="presOf" srcId="{0C0E8092-8B2F-407C-A600-7C5A486E3723}" destId="{47ADD4EF-F1C4-4D92-8BDB-44ABBDAF0886}" srcOrd="0" destOrd="0" presId="urn:microsoft.com/office/officeart/2005/8/layout/list1"/>
    <dgm:cxn modelId="{D672AD07-9DE2-4D9A-8419-DF879BE3F31C}" type="presOf" srcId="{EEDA6CDC-9BC8-46E6-9F7F-6593799730C2}" destId="{37E1FFEF-7C70-4185-B002-9BF6FCB88DA6}" srcOrd="0" destOrd="0" presId="urn:microsoft.com/office/officeart/2005/8/layout/list1"/>
    <dgm:cxn modelId="{9B8C150C-DF5A-4CEC-9521-55E145AB81FE}" type="presOf" srcId="{FB91910D-8200-4A56-871E-469101DD851D}" destId="{745921C2-34EC-4CB6-AC81-97F8099C1DD7}" srcOrd="0" destOrd="0" presId="urn:microsoft.com/office/officeart/2005/8/layout/list1"/>
    <dgm:cxn modelId="{2D59BD0E-B13E-48AA-A224-B4EE0E6C4090}" srcId="{31BE99FB-D25C-4CC4-B953-EF2E6A7CA525}" destId="{CF749570-F68A-4905-A3C0-1D9E4F63A69B}" srcOrd="0" destOrd="0" parTransId="{B1637344-0C0D-48B2-B64F-F1DFBB967CA0}" sibTransId="{BD39E424-E708-4009-8683-2EA961213754}"/>
    <dgm:cxn modelId="{60DD8514-F3DB-437E-BF02-FAEE46D8D4FA}" type="presOf" srcId="{5944D8CC-FCA4-4C30-A452-8C75FD855807}" destId="{961125A1-FA0F-4276-BB46-875DB06DC894}" srcOrd="1" destOrd="0" presId="urn:microsoft.com/office/officeart/2005/8/layout/list1"/>
    <dgm:cxn modelId="{AF881A1A-5316-4BC8-9D0C-52D41F4A15DB}" srcId="{B56B8FEB-D927-47A8-BDD0-4979791A2526}" destId="{1AAE39AB-EE80-4C24-BA30-ED62E2664123}" srcOrd="1" destOrd="0" parTransId="{08E0B78C-6792-42E9-AD6B-2F7E00083BA4}" sibTransId="{A2DACE20-0291-4FA7-9003-51C467B5B55C}"/>
    <dgm:cxn modelId="{3614561A-0942-4AB7-AD80-2FB76B2DD138}" srcId="{EEDA6CDC-9BC8-46E6-9F7F-6593799730C2}" destId="{4A63396D-13F6-409C-8F35-32E9037D8533}" srcOrd="4" destOrd="0" parTransId="{25C45D86-2250-469D-932C-F1113EE63444}" sibTransId="{10518636-C52F-4285-AEB7-8F08425B9319}"/>
    <dgm:cxn modelId="{CE169C23-1324-4D1B-857B-EB1408B6F59D}" srcId="{31BE99FB-D25C-4CC4-B953-EF2E6A7CA525}" destId="{0B04EE8C-2C46-4B96-ADD8-A5821DC53693}" srcOrd="2" destOrd="0" parTransId="{58776F22-461D-47FA-8435-0D1A784AB39E}" sibTransId="{B0943CD1-9E02-4C87-B9B1-939503642C93}"/>
    <dgm:cxn modelId="{E852D423-45A3-43E2-8A30-55E618BA7D21}" type="presOf" srcId="{31BE99FB-D25C-4CC4-B953-EF2E6A7CA525}" destId="{6E55083E-81DE-4DF3-8156-7140426E4735}" srcOrd="1" destOrd="0" presId="urn:microsoft.com/office/officeart/2005/8/layout/list1"/>
    <dgm:cxn modelId="{6BB37B2D-06F6-4BC9-AA2D-90CDFBE3F7F8}" srcId="{B56B8FEB-D927-47A8-BDD0-4979791A2526}" destId="{B564E62D-B00E-42DE-9274-6BE0203C5669}" srcOrd="0" destOrd="0" parTransId="{028E0CFE-1F1F-441D-B3A4-BAF1136D13DD}" sibTransId="{DE7FEAA0-85CB-4470-AE73-034166ABEA45}"/>
    <dgm:cxn modelId="{3FEC5035-48C7-468B-946F-B1B33F17EAAC}" srcId="{4A63396D-13F6-409C-8F35-32E9037D8533}" destId="{1CF1AB86-7EEB-467F-8E8B-9FEA426C15F4}" srcOrd="0" destOrd="0" parTransId="{D521921A-142F-4E03-B0FA-D0315EF68E36}" sibTransId="{B9E7C8E0-0202-4767-A120-BF69E3FB5528}"/>
    <dgm:cxn modelId="{622D154F-E0A3-4853-AABC-3CBBE14E5D7A}" type="presOf" srcId="{4A63396D-13F6-409C-8F35-32E9037D8533}" destId="{611FDCCC-8218-4FD1-9FB1-8311D1FD9C3C}" srcOrd="1" destOrd="0" presId="urn:microsoft.com/office/officeart/2005/8/layout/list1"/>
    <dgm:cxn modelId="{E985F251-49EF-4D11-BC91-FF553F91663C}" type="presOf" srcId="{B564E62D-B00E-42DE-9274-6BE0203C5669}" destId="{68480EF4-D13D-4105-A144-6E18BC6FB2CB}" srcOrd="0" destOrd="0" presId="urn:microsoft.com/office/officeart/2005/8/layout/list1"/>
    <dgm:cxn modelId="{7C531656-DAE0-40C4-98F8-36D2C5AC6FE0}" type="presOf" srcId="{3D177B4B-D8BE-401D-889D-F8626438475A}" destId="{8EA68A6A-C976-483D-BD47-C6FD3DBAF589}" srcOrd="0" destOrd="1" presId="urn:microsoft.com/office/officeart/2005/8/layout/list1"/>
    <dgm:cxn modelId="{ABDD7657-3006-463A-AD0C-DFFA8E154EF9}" type="presOf" srcId="{5944D8CC-FCA4-4C30-A452-8C75FD855807}" destId="{3E085F97-EE19-4633-9CEC-E58452B447A3}" srcOrd="0" destOrd="0" presId="urn:microsoft.com/office/officeart/2005/8/layout/list1"/>
    <dgm:cxn modelId="{90FC4D5C-FFB8-47FD-8CA1-B08D596E7ED1}" type="presOf" srcId="{1AAE39AB-EE80-4C24-BA30-ED62E2664123}" destId="{68480EF4-D13D-4105-A144-6E18BC6FB2CB}" srcOrd="0" destOrd="1" presId="urn:microsoft.com/office/officeart/2005/8/layout/list1"/>
    <dgm:cxn modelId="{2C1FBD63-A93F-4059-99BE-294251533CD7}" srcId="{31BE99FB-D25C-4CC4-B953-EF2E6A7CA525}" destId="{3D177B4B-D8BE-401D-889D-F8626438475A}" srcOrd="1" destOrd="0" parTransId="{F2805C09-84D1-4283-A57E-36E852777B86}" sibTransId="{B5A86EDB-04F0-424E-BBB3-0624D72D81B9}"/>
    <dgm:cxn modelId="{5DDED572-3E12-4F1E-BC1C-08B1E76149F1}" type="presOf" srcId="{0B04EE8C-2C46-4B96-ADD8-A5821DC53693}" destId="{8EA68A6A-C976-483D-BD47-C6FD3DBAF589}" srcOrd="0" destOrd="2" presId="urn:microsoft.com/office/officeart/2005/8/layout/list1"/>
    <dgm:cxn modelId="{1BD93D73-4538-49E0-AB87-06A80ED6BD2D}" srcId="{CADC5B13-5690-4971-B420-E68222D272EE}" destId="{FB91910D-8200-4A56-871E-469101DD851D}" srcOrd="0" destOrd="0" parTransId="{7E972123-B4EE-4758-B3CB-A063453D88E9}" sibTransId="{9FAAAC6A-D4C7-49CF-B549-B4E2FC4C8112}"/>
    <dgm:cxn modelId="{54697F75-C461-4215-8ABA-2B335FE2434A}" srcId="{EEDA6CDC-9BC8-46E6-9F7F-6593799730C2}" destId="{CADC5B13-5690-4971-B420-E68222D272EE}" srcOrd="2" destOrd="0" parTransId="{811202CB-9984-4A7A-9817-C1F7B3AC6190}" sibTransId="{AF34405E-D5B4-42C2-91A7-DAEC342B87BF}"/>
    <dgm:cxn modelId="{7A8BD27D-4BD9-42D0-B9DA-4563AF37527E}" type="presOf" srcId="{CADC5B13-5690-4971-B420-E68222D272EE}" destId="{94AD2939-B7CE-4DD6-A26F-6B7B89F0052B}" srcOrd="0" destOrd="0" presId="urn:microsoft.com/office/officeart/2005/8/layout/list1"/>
    <dgm:cxn modelId="{DCC70E82-F2D0-4E5F-BE32-5887DD355C9E}" srcId="{CADC5B13-5690-4971-B420-E68222D272EE}" destId="{E3BED816-0A4F-466C-B7D8-819883B20783}" srcOrd="1" destOrd="0" parTransId="{E06E6716-251A-409B-9B9F-6C1DE33B4D0E}" sibTransId="{067EEB7A-879C-4644-AD87-414E73845636}"/>
    <dgm:cxn modelId="{FEB06982-98EC-4F89-AEFF-F165E1012100}" type="presOf" srcId="{1CF1AB86-7EEB-467F-8E8B-9FEA426C15F4}" destId="{D5DCB286-68C2-45A3-9209-47E59C5F992F}" srcOrd="0" destOrd="0" presId="urn:microsoft.com/office/officeart/2005/8/layout/list1"/>
    <dgm:cxn modelId="{FBA68298-BA7E-4063-9E6F-B15340E5D2C7}" type="presOf" srcId="{8D3D16DC-1532-48BA-B9F3-18B35C68AB5A}" destId="{D5DCB286-68C2-45A3-9209-47E59C5F992F}" srcOrd="0" destOrd="1" presId="urn:microsoft.com/office/officeart/2005/8/layout/list1"/>
    <dgm:cxn modelId="{8495D59A-4A4D-4BB0-BA44-B5E680FC9661}" type="presOf" srcId="{31BE99FB-D25C-4CC4-B953-EF2E6A7CA525}" destId="{DE7F46F7-3CC3-46C4-932F-A3E4C25EC2A4}" srcOrd="0" destOrd="0" presId="urn:microsoft.com/office/officeart/2005/8/layout/list1"/>
    <dgm:cxn modelId="{112AB4A1-7BDB-401E-A176-B6564AFCB238}" type="presOf" srcId="{CADC5B13-5690-4971-B420-E68222D272EE}" destId="{808763D4-F0C7-43C6-A797-6BBCEAE2BEE2}" srcOrd="1" destOrd="0" presId="urn:microsoft.com/office/officeart/2005/8/layout/list1"/>
    <dgm:cxn modelId="{D9CEF2A7-E027-4943-B643-F3B9969CDD97}" srcId="{EEDA6CDC-9BC8-46E6-9F7F-6593799730C2}" destId="{5944D8CC-FCA4-4C30-A452-8C75FD855807}" srcOrd="3" destOrd="0" parTransId="{48F31152-53EF-4491-913B-1FF470144FF2}" sibTransId="{D6A63407-CD6C-4563-81D8-A4FA9E9FDFE4}"/>
    <dgm:cxn modelId="{0F3E9FAB-F23F-4D64-BDBD-222FA6002563}" type="presOf" srcId="{CF749570-F68A-4905-A3C0-1D9E4F63A69B}" destId="{8EA68A6A-C976-483D-BD47-C6FD3DBAF589}" srcOrd="0" destOrd="0" presId="urn:microsoft.com/office/officeart/2005/8/layout/list1"/>
    <dgm:cxn modelId="{0B208DB7-B3A1-4CF0-AB77-09C516386DBA}" type="presOf" srcId="{E3BED816-0A4F-466C-B7D8-819883B20783}" destId="{745921C2-34EC-4CB6-AC81-97F8099C1DD7}" srcOrd="0" destOrd="1" presId="urn:microsoft.com/office/officeart/2005/8/layout/list1"/>
    <dgm:cxn modelId="{C3F6CBC2-02F9-47BB-A6CA-5ADEB39531C0}" srcId="{4A63396D-13F6-409C-8F35-32E9037D8533}" destId="{8D3D16DC-1532-48BA-B9F3-18B35C68AB5A}" srcOrd="1" destOrd="0" parTransId="{CFC53A2C-4B40-4015-9297-6739289396A8}" sibTransId="{76C50081-34D4-4F5D-802C-AA60AFB03271}"/>
    <dgm:cxn modelId="{FB0ACBC5-A999-4183-912B-B06847028599}" srcId="{EEDA6CDC-9BC8-46E6-9F7F-6593799730C2}" destId="{B56B8FEB-D927-47A8-BDD0-4979791A2526}" srcOrd="1" destOrd="0" parTransId="{829C155A-A0A9-46AD-8DDE-D0A4E6752540}" sibTransId="{8585736F-91F0-4A74-8001-50A1A5610B71}"/>
    <dgm:cxn modelId="{0029AAD4-4816-4D83-8DAD-1CF4584692E3}" srcId="{EEDA6CDC-9BC8-46E6-9F7F-6593799730C2}" destId="{31BE99FB-D25C-4CC4-B953-EF2E6A7CA525}" srcOrd="0" destOrd="0" parTransId="{D71AB337-4532-4DA6-89E1-EF88C8FCA73C}" sibTransId="{0D7CF1F7-B75C-4B4F-BF16-D76F992228C2}"/>
    <dgm:cxn modelId="{0A3569E5-97C2-4D68-809A-EFCF1A9B6EC0}" type="presOf" srcId="{B56B8FEB-D927-47A8-BDD0-4979791A2526}" destId="{D3822B9E-A2A8-4DED-9EBE-81C6E700B772}" srcOrd="1" destOrd="0" presId="urn:microsoft.com/office/officeart/2005/8/layout/list1"/>
    <dgm:cxn modelId="{C2ED1EEA-4EEF-4502-B2FA-E136C7918DB2}" type="presOf" srcId="{B56B8FEB-D927-47A8-BDD0-4979791A2526}" destId="{272CAB7B-1845-4E85-B77B-85B2EADFF06D}" srcOrd="0" destOrd="0" presId="urn:microsoft.com/office/officeart/2005/8/layout/list1"/>
    <dgm:cxn modelId="{01DF97ED-B445-4C6C-A839-D8E80A0261A1}" type="presOf" srcId="{4A63396D-13F6-409C-8F35-32E9037D8533}" destId="{7597B42E-FCC2-431C-AF60-C51003A91144}" srcOrd="0" destOrd="0" presId="urn:microsoft.com/office/officeart/2005/8/layout/list1"/>
    <dgm:cxn modelId="{B89368F2-CC6C-4238-8212-CCE53632CC30}" srcId="{5944D8CC-FCA4-4C30-A452-8C75FD855807}" destId="{0C0E8092-8B2F-407C-A600-7C5A486E3723}" srcOrd="0" destOrd="0" parTransId="{1FCE13D9-0E62-489C-8797-7DBE18C7A5D0}" sibTransId="{2F3C773F-2736-4AE6-8499-AA480F6283D8}"/>
    <dgm:cxn modelId="{AFB9CF76-CFF1-4F2A-8A3F-1DD022897076}" type="presParOf" srcId="{37E1FFEF-7C70-4185-B002-9BF6FCB88DA6}" destId="{505C513F-5A34-4359-9462-443F16B7D7D7}" srcOrd="0" destOrd="0" presId="urn:microsoft.com/office/officeart/2005/8/layout/list1"/>
    <dgm:cxn modelId="{5DA7D672-F5AA-440A-925E-576353C49087}" type="presParOf" srcId="{505C513F-5A34-4359-9462-443F16B7D7D7}" destId="{DE7F46F7-3CC3-46C4-932F-A3E4C25EC2A4}" srcOrd="0" destOrd="0" presId="urn:microsoft.com/office/officeart/2005/8/layout/list1"/>
    <dgm:cxn modelId="{687654E7-CEED-43A4-9943-C5CA1B858B5D}" type="presParOf" srcId="{505C513F-5A34-4359-9462-443F16B7D7D7}" destId="{6E55083E-81DE-4DF3-8156-7140426E4735}" srcOrd="1" destOrd="0" presId="urn:microsoft.com/office/officeart/2005/8/layout/list1"/>
    <dgm:cxn modelId="{AA461437-9989-409D-A2C9-1F75D949125A}" type="presParOf" srcId="{37E1FFEF-7C70-4185-B002-9BF6FCB88DA6}" destId="{7071E0CA-6FC3-417A-B905-5023AE99A351}" srcOrd="1" destOrd="0" presId="urn:microsoft.com/office/officeart/2005/8/layout/list1"/>
    <dgm:cxn modelId="{E29DD9A9-6BAA-4693-9DAC-C15A4A64C269}" type="presParOf" srcId="{37E1FFEF-7C70-4185-B002-9BF6FCB88DA6}" destId="{8EA68A6A-C976-483D-BD47-C6FD3DBAF589}" srcOrd="2" destOrd="0" presId="urn:microsoft.com/office/officeart/2005/8/layout/list1"/>
    <dgm:cxn modelId="{5542DD67-7021-4572-8EEA-CB3869BCFA5D}" type="presParOf" srcId="{37E1FFEF-7C70-4185-B002-9BF6FCB88DA6}" destId="{3164B9AA-D918-4FE0-8CB0-5B400CA48FCB}" srcOrd="3" destOrd="0" presId="urn:microsoft.com/office/officeart/2005/8/layout/list1"/>
    <dgm:cxn modelId="{B4D38ABA-8719-4207-BD81-E347557AB76D}" type="presParOf" srcId="{37E1FFEF-7C70-4185-B002-9BF6FCB88DA6}" destId="{FBEDADC6-2CE3-4285-A75E-4ABA48FD78DB}" srcOrd="4" destOrd="0" presId="urn:microsoft.com/office/officeart/2005/8/layout/list1"/>
    <dgm:cxn modelId="{B81D6A6B-0FA2-4771-A8CF-A40F022FE0FF}" type="presParOf" srcId="{FBEDADC6-2CE3-4285-A75E-4ABA48FD78DB}" destId="{272CAB7B-1845-4E85-B77B-85B2EADFF06D}" srcOrd="0" destOrd="0" presId="urn:microsoft.com/office/officeart/2005/8/layout/list1"/>
    <dgm:cxn modelId="{C9415D18-9F3A-41C9-97D4-E5D6FA94B5C4}" type="presParOf" srcId="{FBEDADC6-2CE3-4285-A75E-4ABA48FD78DB}" destId="{D3822B9E-A2A8-4DED-9EBE-81C6E700B772}" srcOrd="1" destOrd="0" presId="urn:microsoft.com/office/officeart/2005/8/layout/list1"/>
    <dgm:cxn modelId="{1FDEB3D0-D56E-42E2-9FE6-9935BDB8B9E5}" type="presParOf" srcId="{37E1FFEF-7C70-4185-B002-9BF6FCB88DA6}" destId="{2B64B7A3-AFF2-42DC-B3A4-6F89B6E57237}" srcOrd="5" destOrd="0" presId="urn:microsoft.com/office/officeart/2005/8/layout/list1"/>
    <dgm:cxn modelId="{D0C562B5-1BB1-4D2E-9026-F483C10D3287}" type="presParOf" srcId="{37E1FFEF-7C70-4185-B002-9BF6FCB88DA6}" destId="{68480EF4-D13D-4105-A144-6E18BC6FB2CB}" srcOrd="6" destOrd="0" presId="urn:microsoft.com/office/officeart/2005/8/layout/list1"/>
    <dgm:cxn modelId="{417A780E-4134-4717-B36D-7679250CFBFB}" type="presParOf" srcId="{37E1FFEF-7C70-4185-B002-9BF6FCB88DA6}" destId="{FDF44347-2875-4743-8664-B10D0289E121}" srcOrd="7" destOrd="0" presId="urn:microsoft.com/office/officeart/2005/8/layout/list1"/>
    <dgm:cxn modelId="{1D69EFD3-A76C-4CBF-A04B-1FBB4DD346A3}" type="presParOf" srcId="{37E1FFEF-7C70-4185-B002-9BF6FCB88DA6}" destId="{A79DCBF7-B998-4345-A8FA-27D16BA252B6}" srcOrd="8" destOrd="0" presId="urn:microsoft.com/office/officeart/2005/8/layout/list1"/>
    <dgm:cxn modelId="{A006D5EE-3023-4297-8B60-B40BA168EE91}" type="presParOf" srcId="{A79DCBF7-B998-4345-A8FA-27D16BA252B6}" destId="{94AD2939-B7CE-4DD6-A26F-6B7B89F0052B}" srcOrd="0" destOrd="0" presId="urn:microsoft.com/office/officeart/2005/8/layout/list1"/>
    <dgm:cxn modelId="{CFD2D7A6-C9CD-41BE-BC82-6A943AE52393}" type="presParOf" srcId="{A79DCBF7-B998-4345-A8FA-27D16BA252B6}" destId="{808763D4-F0C7-43C6-A797-6BBCEAE2BEE2}" srcOrd="1" destOrd="0" presId="urn:microsoft.com/office/officeart/2005/8/layout/list1"/>
    <dgm:cxn modelId="{9C5595E5-2041-4FE5-9048-E3F5A9C6EB97}" type="presParOf" srcId="{37E1FFEF-7C70-4185-B002-9BF6FCB88DA6}" destId="{0EA40CA0-5F1A-4FA9-9949-094EBAF64AF4}" srcOrd="9" destOrd="0" presId="urn:microsoft.com/office/officeart/2005/8/layout/list1"/>
    <dgm:cxn modelId="{C3B7D226-CDAE-47D7-9B84-08472168BE07}" type="presParOf" srcId="{37E1FFEF-7C70-4185-B002-9BF6FCB88DA6}" destId="{745921C2-34EC-4CB6-AC81-97F8099C1DD7}" srcOrd="10" destOrd="0" presId="urn:microsoft.com/office/officeart/2005/8/layout/list1"/>
    <dgm:cxn modelId="{7ABA67A2-59F8-4CCF-B4FD-A931AE65ABDE}" type="presParOf" srcId="{37E1FFEF-7C70-4185-B002-9BF6FCB88DA6}" destId="{B88537CE-F34A-4C54-A8F0-82DC211AC05F}" srcOrd="11" destOrd="0" presId="urn:microsoft.com/office/officeart/2005/8/layout/list1"/>
    <dgm:cxn modelId="{A3C8E747-7BED-41CC-9D2A-AFB087228369}" type="presParOf" srcId="{37E1FFEF-7C70-4185-B002-9BF6FCB88DA6}" destId="{B56C8581-7069-4610-9EEB-1BBC05A01009}" srcOrd="12" destOrd="0" presId="urn:microsoft.com/office/officeart/2005/8/layout/list1"/>
    <dgm:cxn modelId="{0D0EC2E2-69A6-4A38-AEC8-4A99CB67F55E}" type="presParOf" srcId="{B56C8581-7069-4610-9EEB-1BBC05A01009}" destId="{3E085F97-EE19-4633-9CEC-E58452B447A3}" srcOrd="0" destOrd="0" presId="urn:microsoft.com/office/officeart/2005/8/layout/list1"/>
    <dgm:cxn modelId="{790B39F9-CFCF-4311-A643-F403EC0708B6}" type="presParOf" srcId="{B56C8581-7069-4610-9EEB-1BBC05A01009}" destId="{961125A1-FA0F-4276-BB46-875DB06DC894}" srcOrd="1" destOrd="0" presId="urn:microsoft.com/office/officeart/2005/8/layout/list1"/>
    <dgm:cxn modelId="{0BBA7891-3939-4EF1-876C-E4E51E689B62}" type="presParOf" srcId="{37E1FFEF-7C70-4185-B002-9BF6FCB88DA6}" destId="{DD956120-605C-4BCD-967B-B0978F93F5BD}" srcOrd="13" destOrd="0" presId="urn:microsoft.com/office/officeart/2005/8/layout/list1"/>
    <dgm:cxn modelId="{AD248360-8ADE-4FB0-9A40-0E5304C8C7C1}" type="presParOf" srcId="{37E1FFEF-7C70-4185-B002-9BF6FCB88DA6}" destId="{47ADD4EF-F1C4-4D92-8BDB-44ABBDAF0886}" srcOrd="14" destOrd="0" presId="urn:microsoft.com/office/officeart/2005/8/layout/list1"/>
    <dgm:cxn modelId="{9FC461BA-A592-4BE0-9E04-C60B10995BA7}" type="presParOf" srcId="{37E1FFEF-7C70-4185-B002-9BF6FCB88DA6}" destId="{604D6A34-2BCA-4D50-A2E2-ED8336056F42}" srcOrd="15" destOrd="0" presId="urn:microsoft.com/office/officeart/2005/8/layout/list1"/>
    <dgm:cxn modelId="{9670965A-0394-45F9-AD14-FB10F7A3B16C}" type="presParOf" srcId="{37E1FFEF-7C70-4185-B002-9BF6FCB88DA6}" destId="{BC899D87-D8DD-4148-9BC0-59ABA5793484}" srcOrd="16" destOrd="0" presId="urn:microsoft.com/office/officeart/2005/8/layout/list1"/>
    <dgm:cxn modelId="{E364E444-B91E-420B-A41E-B8326E4DC094}" type="presParOf" srcId="{BC899D87-D8DD-4148-9BC0-59ABA5793484}" destId="{7597B42E-FCC2-431C-AF60-C51003A91144}" srcOrd="0" destOrd="0" presId="urn:microsoft.com/office/officeart/2005/8/layout/list1"/>
    <dgm:cxn modelId="{9E542D56-EFD0-4881-AC45-69F28D75772B}" type="presParOf" srcId="{BC899D87-D8DD-4148-9BC0-59ABA5793484}" destId="{611FDCCC-8218-4FD1-9FB1-8311D1FD9C3C}" srcOrd="1" destOrd="0" presId="urn:microsoft.com/office/officeart/2005/8/layout/list1"/>
    <dgm:cxn modelId="{B5C46AB3-BDC2-4796-83CF-CE2B96C41E70}" type="presParOf" srcId="{37E1FFEF-7C70-4185-B002-9BF6FCB88DA6}" destId="{ACDEF1EB-B12A-4840-ACA7-B58ABF448CF2}" srcOrd="17" destOrd="0" presId="urn:microsoft.com/office/officeart/2005/8/layout/list1"/>
    <dgm:cxn modelId="{9650C78F-0B02-4C2A-A553-9FFB46D76DFF}" type="presParOf" srcId="{37E1FFEF-7C70-4185-B002-9BF6FCB88DA6}" destId="{D5DCB286-68C2-45A3-9209-47E59C5F992F}"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346CE3A-620E-4543-B5B3-BD4E1630B3C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0C985FD-C4E9-4277-AC65-3C23BB481C1D}">
      <dgm:prSet/>
      <dgm:spPr/>
      <dgm:t>
        <a:bodyPr/>
        <a:lstStyle/>
        <a:p>
          <a:r>
            <a:rPr lang="da-DK"/>
            <a:t>Hvad er retten?</a:t>
          </a:r>
          <a:endParaRPr lang="en-US"/>
        </a:p>
      </dgm:t>
    </dgm:pt>
    <dgm:pt modelId="{4BC33A55-A95A-45EE-A496-F836CB277FD7}" type="parTrans" cxnId="{71A12ED4-2C2B-4128-8B5A-B465257F9C41}">
      <dgm:prSet/>
      <dgm:spPr/>
      <dgm:t>
        <a:bodyPr/>
        <a:lstStyle/>
        <a:p>
          <a:endParaRPr lang="en-US"/>
        </a:p>
      </dgm:t>
    </dgm:pt>
    <dgm:pt modelId="{FFCC3251-79ED-4C9D-B4F7-F2A62DD3BDB2}" type="sibTrans" cxnId="{71A12ED4-2C2B-4128-8B5A-B465257F9C41}">
      <dgm:prSet/>
      <dgm:spPr/>
      <dgm:t>
        <a:bodyPr/>
        <a:lstStyle/>
        <a:p>
          <a:endParaRPr lang="en-US"/>
        </a:p>
      </dgm:t>
    </dgm:pt>
    <dgm:pt modelId="{62A8B2ED-6BB3-4FA5-A0E5-6948A2B2661E}">
      <dgm:prSet/>
      <dgm:spPr/>
      <dgm:t>
        <a:bodyPr/>
        <a:lstStyle/>
        <a:p>
          <a:r>
            <a:rPr lang="da-DK"/>
            <a:t>Er ret=retfærdighed?</a:t>
          </a:r>
          <a:endParaRPr lang="en-US"/>
        </a:p>
      </dgm:t>
    </dgm:pt>
    <dgm:pt modelId="{32CA2ED9-EF74-4EA9-A579-C894187119A5}" type="parTrans" cxnId="{80C0DC3B-4E54-4939-A996-445488C6991F}">
      <dgm:prSet/>
      <dgm:spPr/>
      <dgm:t>
        <a:bodyPr/>
        <a:lstStyle/>
        <a:p>
          <a:endParaRPr lang="en-US"/>
        </a:p>
      </dgm:t>
    </dgm:pt>
    <dgm:pt modelId="{B4D99A4B-4F81-4C2B-BB3F-247F6578DE3A}" type="sibTrans" cxnId="{80C0DC3B-4E54-4939-A996-445488C6991F}">
      <dgm:prSet/>
      <dgm:spPr/>
      <dgm:t>
        <a:bodyPr/>
        <a:lstStyle/>
        <a:p>
          <a:endParaRPr lang="en-US"/>
        </a:p>
      </dgm:t>
    </dgm:pt>
    <dgm:pt modelId="{650D2AC1-7AAB-43FC-962E-04E65982CD51}">
      <dgm:prSet/>
      <dgm:spPr/>
      <dgm:t>
        <a:bodyPr/>
        <a:lstStyle/>
        <a:p>
          <a:r>
            <a:rPr lang="da-DK"/>
            <a:t>Hvilke udfordringer kan reguleringen af kunstig intelligens medføre?</a:t>
          </a:r>
          <a:endParaRPr lang="en-US"/>
        </a:p>
      </dgm:t>
    </dgm:pt>
    <dgm:pt modelId="{83BAE962-9F2B-42B7-8FC9-80805824D7EB}" type="parTrans" cxnId="{1F816786-1DB2-48CA-BB45-AFD0F3785974}">
      <dgm:prSet/>
      <dgm:spPr/>
      <dgm:t>
        <a:bodyPr/>
        <a:lstStyle/>
        <a:p>
          <a:endParaRPr lang="en-US"/>
        </a:p>
      </dgm:t>
    </dgm:pt>
    <dgm:pt modelId="{B5D8921D-44CB-4F6A-8FA7-FC65836ED014}" type="sibTrans" cxnId="{1F816786-1DB2-48CA-BB45-AFD0F3785974}">
      <dgm:prSet/>
      <dgm:spPr/>
      <dgm:t>
        <a:bodyPr/>
        <a:lstStyle/>
        <a:p>
          <a:endParaRPr lang="en-US"/>
        </a:p>
      </dgm:t>
    </dgm:pt>
    <dgm:pt modelId="{CD0F6B33-135C-4EFD-BEB0-663AFE08B8AB}" type="pres">
      <dgm:prSet presAssocID="{F346CE3A-620E-4543-B5B3-BD4E1630B3C2}" presName="root" presStyleCnt="0">
        <dgm:presLayoutVars>
          <dgm:dir/>
          <dgm:resizeHandles val="exact"/>
        </dgm:presLayoutVars>
      </dgm:prSet>
      <dgm:spPr/>
    </dgm:pt>
    <dgm:pt modelId="{623789CD-F72A-4749-BD05-0AE88D1FA013}" type="pres">
      <dgm:prSet presAssocID="{20C985FD-C4E9-4277-AC65-3C23BB481C1D}" presName="compNode" presStyleCnt="0"/>
      <dgm:spPr/>
    </dgm:pt>
    <dgm:pt modelId="{F97B5E1F-0381-4674-8485-9207DAD96C21}" type="pres">
      <dgm:prSet presAssocID="{20C985FD-C4E9-4277-AC65-3C23BB481C1D}" presName="bgRect" presStyleLbl="bgShp" presStyleIdx="0" presStyleCnt="3"/>
      <dgm:spPr/>
    </dgm:pt>
    <dgm:pt modelId="{8806394C-F04C-4A00-915E-8D5D50868028}" type="pres">
      <dgm:prSet presAssocID="{20C985FD-C4E9-4277-AC65-3C23BB481C1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mmer"/>
        </a:ext>
      </dgm:extLst>
    </dgm:pt>
    <dgm:pt modelId="{04584B1B-A17E-4DF2-8D08-6B41488D51DC}" type="pres">
      <dgm:prSet presAssocID="{20C985FD-C4E9-4277-AC65-3C23BB481C1D}" presName="spaceRect" presStyleCnt="0"/>
      <dgm:spPr/>
    </dgm:pt>
    <dgm:pt modelId="{2FAC68DB-27AA-46D2-B6AE-26D532C18242}" type="pres">
      <dgm:prSet presAssocID="{20C985FD-C4E9-4277-AC65-3C23BB481C1D}" presName="parTx" presStyleLbl="revTx" presStyleIdx="0" presStyleCnt="3">
        <dgm:presLayoutVars>
          <dgm:chMax val="0"/>
          <dgm:chPref val="0"/>
        </dgm:presLayoutVars>
      </dgm:prSet>
      <dgm:spPr/>
    </dgm:pt>
    <dgm:pt modelId="{F8C60203-5583-4A83-A9AB-6CFA10A1CEF9}" type="pres">
      <dgm:prSet presAssocID="{FFCC3251-79ED-4C9D-B4F7-F2A62DD3BDB2}" presName="sibTrans" presStyleCnt="0"/>
      <dgm:spPr/>
    </dgm:pt>
    <dgm:pt modelId="{53524F5E-A939-4FD2-AA9B-018FD25B5583}" type="pres">
      <dgm:prSet presAssocID="{62A8B2ED-6BB3-4FA5-A0E5-6948A2B2661E}" presName="compNode" presStyleCnt="0"/>
      <dgm:spPr/>
    </dgm:pt>
    <dgm:pt modelId="{3C2D91B1-6D1A-4FB2-A237-0D87719AE553}" type="pres">
      <dgm:prSet presAssocID="{62A8B2ED-6BB3-4FA5-A0E5-6948A2B2661E}" presName="bgRect" presStyleLbl="bgShp" presStyleIdx="1" presStyleCnt="3"/>
      <dgm:spPr/>
    </dgm:pt>
    <dgm:pt modelId="{F0154A98-7160-4141-88BD-CC344FBACA95}" type="pres">
      <dgm:prSet presAssocID="{62A8B2ED-6BB3-4FA5-A0E5-6948A2B2661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F14E0DBB-7F31-4D71-AA87-630EC6353F03}" type="pres">
      <dgm:prSet presAssocID="{62A8B2ED-6BB3-4FA5-A0E5-6948A2B2661E}" presName="spaceRect" presStyleCnt="0"/>
      <dgm:spPr/>
    </dgm:pt>
    <dgm:pt modelId="{7ADB4087-F537-4EDC-B87F-A42729F0E9EB}" type="pres">
      <dgm:prSet presAssocID="{62A8B2ED-6BB3-4FA5-A0E5-6948A2B2661E}" presName="parTx" presStyleLbl="revTx" presStyleIdx="1" presStyleCnt="3">
        <dgm:presLayoutVars>
          <dgm:chMax val="0"/>
          <dgm:chPref val="0"/>
        </dgm:presLayoutVars>
      </dgm:prSet>
      <dgm:spPr/>
    </dgm:pt>
    <dgm:pt modelId="{244E2034-CDE4-428F-840F-E1F1B7FAA9E5}" type="pres">
      <dgm:prSet presAssocID="{B4D99A4B-4F81-4C2B-BB3F-247F6578DE3A}" presName="sibTrans" presStyleCnt="0"/>
      <dgm:spPr/>
    </dgm:pt>
    <dgm:pt modelId="{5562246D-3257-4814-AF90-28E074E0F98F}" type="pres">
      <dgm:prSet presAssocID="{650D2AC1-7AAB-43FC-962E-04E65982CD51}" presName="compNode" presStyleCnt="0"/>
      <dgm:spPr/>
    </dgm:pt>
    <dgm:pt modelId="{D002433C-DA00-4A6F-8AE0-59A394DB059A}" type="pres">
      <dgm:prSet presAssocID="{650D2AC1-7AAB-43FC-962E-04E65982CD51}" presName="bgRect" presStyleLbl="bgShp" presStyleIdx="2" presStyleCnt="3"/>
      <dgm:spPr/>
    </dgm:pt>
    <dgm:pt modelId="{5CF3F619-2920-47CB-8420-7D54B2FC080F}" type="pres">
      <dgm:prSet presAssocID="{650D2AC1-7AAB-43FC-962E-04E65982CD5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12F9B7F3-E4A5-4CB6-97BA-C4ADB4208274}" type="pres">
      <dgm:prSet presAssocID="{650D2AC1-7AAB-43FC-962E-04E65982CD51}" presName="spaceRect" presStyleCnt="0"/>
      <dgm:spPr/>
    </dgm:pt>
    <dgm:pt modelId="{9768E8DB-E872-4231-A1FD-C7D336304051}" type="pres">
      <dgm:prSet presAssocID="{650D2AC1-7AAB-43FC-962E-04E65982CD51}" presName="parTx" presStyleLbl="revTx" presStyleIdx="2" presStyleCnt="3">
        <dgm:presLayoutVars>
          <dgm:chMax val="0"/>
          <dgm:chPref val="0"/>
        </dgm:presLayoutVars>
      </dgm:prSet>
      <dgm:spPr/>
    </dgm:pt>
  </dgm:ptLst>
  <dgm:cxnLst>
    <dgm:cxn modelId="{9772D42A-B953-4163-9FC7-E143FBE97903}" type="presOf" srcId="{F346CE3A-620E-4543-B5B3-BD4E1630B3C2}" destId="{CD0F6B33-135C-4EFD-BEB0-663AFE08B8AB}" srcOrd="0" destOrd="0" presId="urn:microsoft.com/office/officeart/2018/2/layout/IconVerticalSolidList"/>
    <dgm:cxn modelId="{80C0DC3B-4E54-4939-A996-445488C6991F}" srcId="{F346CE3A-620E-4543-B5B3-BD4E1630B3C2}" destId="{62A8B2ED-6BB3-4FA5-A0E5-6948A2B2661E}" srcOrd="1" destOrd="0" parTransId="{32CA2ED9-EF74-4EA9-A579-C894187119A5}" sibTransId="{B4D99A4B-4F81-4C2B-BB3F-247F6578DE3A}"/>
    <dgm:cxn modelId="{4FD7C63D-0BD7-40D1-9374-4A731C164346}" type="presOf" srcId="{62A8B2ED-6BB3-4FA5-A0E5-6948A2B2661E}" destId="{7ADB4087-F537-4EDC-B87F-A42729F0E9EB}" srcOrd="0" destOrd="0" presId="urn:microsoft.com/office/officeart/2018/2/layout/IconVerticalSolidList"/>
    <dgm:cxn modelId="{20790C4A-01B1-4217-98A7-84F757A4FEBB}" type="presOf" srcId="{650D2AC1-7AAB-43FC-962E-04E65982CD51}" destId="{9768E8DB-E872-4231-A1FD-C7D336304051}" srcOrd="0" destOrd="0" presId="urn:microsoft.com/office/officeart/2018/2/layout/IconVerticalSolidList"/>
    <dgm:cxn modelId="{4FDA9A78-325E-4AB3-9B3F-106E42AE667B}" type="presOf" srcId="{20C985FD-C4E9-4277-AC65-3C23BB481C1D}" destId="{2FAC68DB-27AA-46D2-B6AE-26D532C18242}" srcOrd="0" destOrd="0" presId="urn:microsoft.com/office/officeart/2018/2/layout/IconVerticalSolidList"/>
    <dgm:cxn modelId="{1F816786-1DB2-48CA-BB45-AFD0F3785974}" srcId="{F346CE3A-620E-4543-B5B3-BD4E1630B3C2}" destId="{650D2AC1-7AAB-43FC-962E-04E65982CD51}" srcOrd="2" destOrd="0" parTransId="{83BAE962-9F2B-42B7-8FC9-80805824D7EB}" sibTransId="{B5D8921D-44CB-4F6A-8FA7-FC65836ED014}"/>
    <dgm:cxn modelId="{71A12ED4-2C2B-4128-8B5A-B465257F9C41}" srcId="{F346CE3A-620E-4543-B5B3-BD4E1630B3C2}" destId="{20C985FD-C4E9-4277-AC65-3C23BB481C1D}" srcOrd="0" destOrd="0" parTransId="{4BC33A55-A95A-45EE-A496-F836CB277FD7}" sibTransId="{FFCC3251-79ED-4C9D-B4F7-F2A62DD3BDB2}"/>
    <dgm:cxn modelId="{FB65621C-DBC6-4BCF-AF53-FC310653EB8F}" type="presParOf" srcId="{CD0F6B33-135C-4EFD-BEB0-663AFE08B8AB}" destId="{623789CD-F72A-4749-BD05-0AE88D1FA013}" srcOrd="0" destOrd="0" presId="urn:microsoft.com/office/officeart/2018/2/layout/IconVerticalSolidList"/>
    <dgm:cxn modelId="{B3A0EC2E-2172-46D5-8165-9FC5DE2F48DC}" type="presParOf" srcId="{623789CD-F72A-4749-BD05-0AE88D1FA013}" destId="{F97B5E1F-0381-4674-8485-9207DAD96C21}" srcOrd="0" destOrd="0" presId="urn:microsoft.com/office/officeart/2018/2/layout/IconVerticalSolidList"/>
    <dgm:cxn modelId="{DDFF5819-E4B4-41D5-A34F-2193CB786B8F}" type="presParOf" srcId="{623789CD-F72A-4749-BD05-0AE88D1FA013}" destId="{8806394C-F04C-4A00-915E-8D5D50868028}" srcOrd="1" destOrd="0" presId="urn:microsoft.com/office/officeart/2018/2/layout/IconVerticalSolidList"/>
    <dgm:cxn modelId="{AB7EE4AA-2F08-45D9-B2AA-FA6768239CDE}" type="presParOf" srcId="{623789CD-F72A-4749-BD05-0AE88D1FA013}" destId="{04584B1B-A17E-4DF2-8D08-6B41488D51DC}" srcOrd="2" destOrd="0" presId="urn:microsoft.com/office/officeart/2018/2/layout/IconVerticalSolidList"/>
    <dgm:cxn modelId="{1C711052-6EEB-43A0-85C4-ECB384B99F1C}" type="presParOf" srcId="{623789CD-F72A-4749-BD05-0AE88D1FA013}" destId="{2FAC68DB-27AA-46D2-B6AE-26D532C18242}" srcOrd="3" destOrd="0" presId="urn:microsoft.com/office/officeart/2018/2/layout/IconVerticalSolidList"/>
    <dgm:cxn modelId="{5DDF80C0-CD89-4B8C-B41C-BD06A8987DE3}" type="presParOf" srcId="{CD0F6B33-135C-4EFD-BEB0-663AFE08B8AB}" destId="{F8C60203-5583-4A83-A9AB-6CFA10A1CEF9}" srcOrd="1" destOrd="0" presId="urn:microsoft.com/office/officeart/2018/2/layout/IconVerticalSolidList"/>
    <dgm:cxn modelId="{A334C6BA-B86B-4299-8E6F-EB301515AA28}" type="presParOf" srcId="{CD0F6B33-135C-4EFD-BEB0-663AFE08B8AB}" destId="{53524F5E-A939-4FD2-AA9B-018FD25B5583}" srcOrd="2" destOrd="0" presId="urn:microsoft.com/office/officeart/2018/2/layout/IconVerticalSolidList"/>
    <dgm:cxn modelId="{720B64ED-A8F6-4FC7-8B71-4E8134FB3CE8}" type="presParOf" srcId="{53524F5E-A939-4FD2-AA9B-018FD25B5583}" destId="{3C2D91B1-6D1A-4FB2-A237-0D87719AE553}" srcOrd="0" destOrd="0" presId="urn:microsoft.com/office/officeart/2018/2/layout/IconVerticalSolidList"/>
    <dgm:cxn modelId="{54B05CEE-1FA7-467E-B176-FA92C03924D0}" type="presParOf" srcId="{53524F5E-A939-4FD2-AA9B-018FD25B5583}" destId="{F0154A98-7160-4141-88BD-CC344FBACA95}" srcOrd="1" destOrd="0" presId="urn:microsoft.com/office/officeart/2018/2/layout/IconVerticalSolidList"/>
    <dgm:cxn modelId="{5F0933B2-BF32-40FC-B9A2-ACF6E56300DF}" type="presParOf" srcId="{53524F5E-A939-4FD2-AA9B-018FD25B5583}" destId="{F14E0DBB-7F31-4D71-AA87-630EC6353F03}" srcOrd="2" destOrd="0" presId="urn:microsoft.com/office/officeart/2018/2/layout/IconVerticalSolidList"/>
    <dgm:cxn modelId="{5B446FD4-766F-48E1-A714-30642535AFF0}" type="presParOf" srcId="{53524F5E-A939-4FD2-AA9B-018FD25B5583}" destId="{7ADB4087-F537-4EDC-B87F-A42729F0E9EB}" srcOrd="3" destOrd="0" presId="urn:microsoft.com/office/officeart/2018/2/layout/IconVerticalSolidList"/>
    <dgm:cxn modelId="{3E743B87-BCC2-44C1-94E6-66BC9EFD4D76}" type="presParOf" srcId="{CD0F6B33-135C-4EFD-BEB0-663AFE08B8AB}" destId="{244E2034-CDE4-428F-840F-E1F1B7FAA9E5}" srcOrd="3" destOrd="0" presId="urn:microsoft.com/office/officeart/2018/2/layout/IconVerticalSolidList"/>
    <dgm:cxn modelId="{33938770-5357-4806-9036-AD0612FEBC7B}" type="presParOf" srcId="{CD0F6B33-135C-4EFD-BEB0-663AFE08B8AB}" destId="{5562246D-3257-4814-AF90-28E074E0F98F}" srcOrd="4" destOrd="0" presId="urn:microsoft.com/office/officeart/2018/2/layout/IconVerticalSolidList"/>
    <dgm:cxn modelId="{B6E22300-4813-4D1D-8E0B-DB56EEB1E05F}" type="presParOf" srcId="{5562246D-3257-4814-AF90-28E074E0F98F}" destId="{D002433C-DA00-4A6F-8AE0-59A394DB059A}" srcOrd="0" destOrd="0" presId="urn:microsoft.com/office/officeart/2018/2/layout/IconVerticalSolidList"/>
    <dgm:cxn modelId="{3B612E3E-4960-40EC-B117-C48234CB0734}" type="presParOf" srcId="{5562246D-3257-4814-AF90-28E074E0F98F}" destId="{5CF3F619-2920-47CB-8420-7D54B2FC080F}" srcOrd="1" destOrd="0" presId="urn:microsoft.com/office/officeart/2018/2/layout/IconVerticalSolidList"/>
    <dgm:cxn modelId="{6AA4D712-6B00-4AF4-83DD-9BD9A794D030}" type="presParOf" srcId="{5562246D-3257-4814-AF90-28E074E0F98F}" destId="{12F9B7F3-E4A5-4CB6-97BA-C4ADB4208274}" srcOrd="2" destOrd="0" presId="urn:microsoft.com/office/officeart/2018/2/layout/IconVerticalSolidList"/>
    <dgm:cxn modelId="{6785D8AC-BDB5-4D20-AEEF-EB6565779FB0}" type="presParOf" srcId="{5562246D-3257-4814-AF90-28E074E0F98F}" destId="{9768E8DB-E872-4231-A1FD-C7D33630405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39A37C-1838-4E12-BD94-D48D4438CE36}"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F3E8BAF2-DCA9-4FEA-81D6-5DF8C58B5E5A}">
      <dgm:prSet/>
      <dgm:spPr/>
      <dgm:t>
        <a:bodyPr/>
        <a:lstStyle/>
        <a:p>
          <a:r>
            <a:rPr lang="da-DK"/>
            <a:t>Hvilke metoder arbejder I med? </a:t>
          </a:r>
          <a:endParaRPr lang="en-US"/>
        </a:p>
      </dgm:t>
    </dgm:pt>
    <dgm:pt modelId="{2A41FF1E-5B1E-42F3-B3FA-6947352781ED}" type="parTrans" cxnId="{7C2907E2-1BA2-4E40-B092-D0B224021DAD}">
      <dgm:prSet/>
      <dgm:spPr/>
      <dgm:t>
        <a:bodyPr/>
        <a:lstStyle/>
        <a:p>
          <a:endParaRPr lang="en-US"/>
        </a:p>
      </dgm:t>
    </dgm:pt>
    <dgm:pt modelId="{CA30D9E8-ED3C-4C25-9CDC-0304240274A4}" type="sibTrans" cxnId="{7C2907E2-1BA2-4E40-B092-D0B224021DAD}">
      <dgm:prSet/>
      <dgm:spPr/>
      <dgm:t>
        <a:bodyPr/>
        <a:lstStyle/>
        <a:p>
          <a:endParaRPr lang="en-US"/>
        </a:p>
      </dgm:t>
    </dgm:pt>
    <dgm:pt modelId="{2B537BEA-4472-4915-95D8-5F195FB67B8D}">
      <dgm:prSet/>
      <dgm:spPr/>
      <dgm:t>
        <a:bodyPr/>
        <a:lstStyle/>
        <a:p>
          <a:r>
            <a:rPr lang="da-DK"/>
            <a:t>Hvad adskiller dem fra den juridiske metode?</a:t>
          </a:r>
          <a:endParaRPr lang="en-US"/>
        </a:p>
      </dgm:t>
    </dgm:pt>
    <dgm:pt modelId="{0BC4AFFE-C89E-4AE9-9036-405D0DFC0526}" type="parTrans" cxnId="{C794A09F-0B25-4F62-9228-86BBD015142B}">
      <dgm:prSet/>
      <dgm:spPr/>
      <dgm:t>
        <a:bodyPr/>
        <a:lstStyle/>
        <a:p>
          <a:endParaRPr lang="en-US"/>
        </a:p>
      </dgm:t>
    </dgm:pt>
    <dgm:pt modelId="{AE2966C8-C41E-4565-B4D7-0FEBF01B971D}" type="sibTrans" cxnId="{C794A09F-0B25-4F62-9228-86BBD015142B}">
      <dgm:prSet/>
      <dgm:spPr/>
      <dgm:t>
        <a:bodyPr/>
        <a:lstStyle/>
        <a:p>
          <a:endParaRPr lang="en-US"/>
        </a:p>
      </dgm:t>
    </dgm:pt>
    <dgm:pt modelId="{8A6C5D12-FBF6-405B-A9FB-DED48E7E0AF4}" type="pres">
      <dgm:prSet presAssocID="{BA39A37C-1838-4E12-BD94-D48D4438CE36}" presName="root" presStyleCnt="0">
        <dgm:presLayoutVars>
          <dgm:dir/>
          <dgm:resizeHandles val="exact"/>
        </dgm:presLayoutVars>
      </dgm:prSet>
      <dgm:spPr/>
    </dgm:pt>
    <dgm:pt modelId="{199A54A9-A072-4867-853D-6BA2CACB9C6D}" type="pres">
      <dgm:prSet presAssocID="{F3E8BAF2-DCA9-4FEA-81D6-5DF8C58B5E5A}" presName="compNode" presStyleCnt="0"/>
      <dgm:spPr/>
    </dgm:pt>
    <dgm:pt modelId="{20478C80-ABAB-4935-B0BE-490198D649C8}" type="pres">
      <dgm:prSet presAssocID="{F3E8BAF2-DCA9-4FEA-81D6-5DF8C58B5E5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vejser"/>
        </a:ext>
      </dgm:extLst>
    </dgm:pt>
    <dgm:pt modelId="{4DD92AC4-083F-4019-9C6C-527B7F831FC2}" type="pres">
      <dgm:prSet presAssocID="{F3E8BAF2-DCA9-4FEA-81D6-5DF8C58B5E5A}" presName="spaceRect" presStyleCnt="0"/>
      <dgm:spPr/>
    </dgm:pt>
    <dgm:pt modelId="{5D5B5095-9606-4EEE-AE5E-953AF8EC0C29}" type="pres">
      <dgm:prSet presAssocID="{F3E8BAF2-DCA9-4FEA-81D6-5DF8C58B5E5A}" presName="textRect" presStyleLbl="revTx" presStyleIdx="0" presStyleCnt="2">
        <dgm:presLayoutVars>
          <dgm:chMax val="1"/>
          <dgm:chPref val="1"/>
        </dgm:presLayoutVars>
      </dgm:prSet>
      <dgm:spPr/>
    </dgm:pt>
    <dgm:pt modelId="{F6AEF29C-CFE4-45B8-8C54-BA0624BCFB45}" type="pres">
      <dgm:prSet presAssocID="{CA30D9E8-ED3C-4C25-9CDC-0304240274A4}" presName="sibTrans" presStyleCnt="0"/>
      <dgm:spPr/>
    </dgm:pt>
    <dgm:pt modelId="{7CBFF0C1-EF2C-4F8A-8BD0-76B895740CF1}" type="pres">
      <dgm:prSet presAssocID="{2B537BEA-4472-4915-95D8-5F195FB67B8D}" presName="compNode" presStyleCnt="0"/>
      <dgm:spPr/>
    </dgm:pt>
    <dgm:pt modelId="{FD2B18B0-7D4A-4D4D-A9CF-7D8894931E0B}" type="pres">
      <dgm:prSet presAssocID="{2B537BEA-4472-4915-95D8-5F195FB67B8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24F7E0AF-AA24-4AC9-9787-516AB66B89D9}" type="pres">
      <dgm:prSet presAssocID="{2B537BEA-4472-4915-95D8-5F195FB67B8D}" presName="spaceRect" presStyleCnt="0"/>
      <dgm:spPr/>
    </dgm:pt>
    <dgm:pt modelId="{04737113-B644-4C83-B4EB-772E3AC39A12}" type="pres">
      <dgm:prSet presAssocID="{2B537BEA-4472-4915-95D8-5F195FB67B8D}" presName="textRect" presStyleLbl="revTx" presStyleIdx="1" presStyleCnt="2">
        <dgm:presLayoutVars>
          <dgm:chMax val="1"/>
          <dgm:chPref val="1"/>
        </dgm:presLayoutVars>
      </dgm:prSet>
      <dgm:spPr/>
    </dgm:pt>
  </dgm:ptLst>
  <dgm:cxnLst>
    <dgm:cxn modelId="{FEBE707C-B19D-475D-8672-2AB3E385BC83}" type="presOf" srcId="{BA39A37C-1838-4E12-BD94-D48D4438CE36}" destId="{8A6C5D12-FBF6-405B-A9FB-DED48E7E0AF4}" srcOrd="0" destOrd="0" presId="urn:microsoft.com/office/officeart/2018/2/layout/IconLabelList"/>
    <dgm:cxn modelId="{C794A09F-0B25-4F62-9228-86BBD015142B}" srcId="{BA39A37C-1838-4E12-BD94-D48D4438CE36}" destId="{2B537BEA-4472-4915-95D8-5F195FB67B8D}" srcOrd="1" destOrd="0" parTransId="{0BC4AFFE-C89E-4AE9-9036-405D0DFC0526}" sibTransId="{AE2966C8-C41E-4565-B4D7-0FEBF01B971D}"/>
    <dgm:cxn modelId="{64F8C8CA-6F27-416E-89B9-CEFE544DFB94}" type="presOf" srcId="{F3E8BAF2-DCA9-4FEA-81D6-5DF8C58B5E5A}" destId="{5D5B5095-9606-4EEE-AE5E-953AF8EC0C29}" srcOrd="0" destOrd="0" presId="urn:microsoft.com/office/officeart/2018/2/layout/IconLabelList"/>
    <dgm:cxn modelId="{7C2907E2-1BA2-4E40-B092-D0B224021DAD}" srcId="{BA39A37C-1838-4E12-BD94-D48D4438CE36}" destId="{F3E8BAF2-DCA9-4FEA-81D6-5DF8C58B5E5A}" srcOrd="0" destOrd="0" parTransId="{2A41FF1E-5B1E-42F3-B3FA-6947352781ED}" sibTransId="{CA30D9E8-ED3C-4C25-9CDC-0304240274A4}"/>
    <dgm:cxn modelId="{88D10DFE-719E-4B65-B36D-52FE970E7FB4}" type="presOf" srcId="{2B537BEA-4472-4915-95D8-5F195FB67B8D}" destId="{04737113-B644-4C83-B4EB-772E3AC39A12}" srcOrd="0" destOrd="0" presId="urn:microsoft.com/office/officeart/2018/2/layout/IconLabelList"/>
    <dgm:cxn modelId="{0A5B21E4-F7AE-4EE1-819B-F7BB5A78EF0C}" type="presParOf" srcId="{8A6C5D12-FBF6-405B-A9FB-DED48E7E0AF4}" destId="{199A54A9-A072-4867-853D-6BA2CACB9C6D}" srcOrd="0" destOrd="0" presId="urn:microsoft.com/office/officeart/2018/2/layout/IconLabelList"/>
    <dgm:cxn modelId="{C7EDE3CD-4926-4B07-BBEE-B07CCA805621}" type="presParOf" srcId="{199A54A9-A072-4867-853D-6BA2CACB9C6D}" destId="{20478C80-ABAB-4935-B0BE-490198D649C8}" srcOrd="0" destOrd="0" presId="urn:microsoft.com/office/officeart/2018/2/layout/IconLabelList"/>
    <dgm:cxn modelId="{8710EE5F-3C96-420B-8429-B8C7C8F5FC91}" type="presParOf" srcId="{199A54A9-A072-4867-853D-6BA2CACB9C6D}" destId="{4DD92AC4-083F-4019-9C6C-527B7F831FC2}" srcOrd="1" destOrd="0" presId="urn:microsoft.com/office/officeart/2018/2/layout/IconLabelList"/>
    <dgm:cxn modelId="{7F501278-FF79-4F23-AC75-AA1175327853}" type="presParOf" srcId="{199A54A9-A072-4867-853D-6BA2CACB9C6D}" destId="{5D5B5095-9606-4EEE-AE5E-953AF8EC0C29}" srcOrd="2" destOrd="0" presId="urn:microsoft.com/office/officeart/2018/2/layout/IconLabelList"/>
    <dgm:cxn modelId="{22957CBE-5D2B-49FA-8954-EA852C83163C}" type="presParOf" srcId="{8A6C5D12-FBF6-405B-A9FB-DED48E7E0AF4}" destId="{F6AEF29C-CFE4-45B8-8C54-BA0624BCFB45}" srcOrd="1" destOrd="0" presId="urn:microsoft.com/office/officeart/2018/2/layout/IconLabelList"/>
    <dgm:cxn modelId="{44AC6AE0-135F-44C3-846A-D20DAC5C2D3E}" type="presParOf" srcId="{8A6C5D12-FBF6-405B-A9FB-DED48E7E0AF4}" destId="{7CBFF0C1-EF2C-4F8A-8BD0-76B895740CF1}" srcOrd="2" destOrd="0" presId="urn:microsoft.com/office/officeart/2018/2/layout/IconLabelList"/>
    <dgm:cxn modelId="{6A944ADC-2540-4424-BB24-042579FDC585}" type="presParOf" srcId="{7CBFF0C1-EF2C-4F8A-8BD0-76B895740CF1}" destId="{FD2B18B0-7D4A-4D4D-A9CF-7D8894931E0B}" srcOrd="0" destOrd="0" presId="urn:microsoft.com/office/officeart/2018/2/layout/IconLabelList"/>
    <dgm:cxn modelId="{30081A30-AF27-4DF2-8174-12B875C259A6}" type="presParOf" srcId="{7CBFF0C1-EF2C-4F8A-8BD0-76B895740CF1}" destId="{24F7E0AF-AA24-4AC9-9787-516AB66B89D9}" srcOrd="1" destOrd="0" presId="urn:microsoft.com/office/officeart/2018/2/layout/IconLabelList"/>
    <dgm:cxn modelId="{75262533-5F9C-4729-B1D8-6061B65A12FF}" type="presParOf" srcId="{7CBFF0C1-EF2C-4F8A-8BD0-76B895740CF1}" destId="{04737113-B644-4C83-B4EB-772E3AC39A1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5E7178A-A1B5-4BF7-8468-F094C6FB60C5}" type="doc">
      <dgm:prSet loTypeId="urn:microsoft.com/office/officeart/2005/8/layout/target1" loCatId="relationship" qsTypeId="urn:microsoft.com/office/officeart/2005/8/quickstyle/simple1" qsCatId="simple" csTypeId="urn:microsoft.com/office/officeart/2005/8/colors/colorful3" csCatId="colorful" phldr="1"/>
      <dgm:spPr/>
      <dgm:t>
        <a:bodyPr/>
        <a:lstStyle/>
        <a:p>
          <a:endParaRPr lang="da-DK"/>
        </a:p>
      </dgm:t>
    </dgm:pt>
    <dgm:pt modelId="{219B1117-BFC9-4561-A791-CC2B70BF838D}">
      <dgm:prSet phldrT="[Tekst]" phldr="0"/>
      <dgm:spPr/>
      <dgm:t>
        <a:bodyPr/>
        <a:lstStyle/>
        <a:p>
          <a:r>
            <a:rPr lang="da-DK" dirty="0"/>
            <a:t>GDPR art. 25</a:t>
          </a:r>
        </a:p>
      </dgm:t>
    </dgm:pt>
    <dgm:pt modelId="{62CB9566-9813-4834-97B7-7B8BE7C8588E}" type="parTrans" cxnId="{FF4F7028-7CC0-4C46-B5CF-5BA182E43F29}">
      <dgm:prSet/>
      <dgm:spPr/>
      <dgm:t>
        <a:bodyPr/>
        <a:lstStyle/>
        <a:p>
          <a:endParaRPr lang="da-DK"/>
        </a:p>
      </dgm:t>
    </dgm:pt>
    <dgm:pt modelId="{4431378A-959A-4FD4-9397-5C21324A9AB4}" type="sibTrans" cxnId="{FF4F7028-7CC0-4C46-B5CF-5BA182E43F29}">
      <dgm:prSet/>
      <dgm:spPr/>
      <dgm:t>
        <a:bodyPr/>
        <a:lstStyle/>
        <a:p>
          <a:endParaRPr lang="da-DK"/>
        </a:p>
      </dgm:t>
    </dgm:pt>
    <dgm:pt modelId="{EEAB0E40-3BFF-4F37-B6E7-6C254416641B}">
      <dgm:prSet phldrT="[Tekst]" phldr="0"/>
      <dgm:spPr/>
      <dgm:t>
        <a:bodyPr/>
        <a:lstStyle/>
        <a:p>
          <a:r>
            <a:rPr lang="da-DK" dirty="0" err="1"/>
            <a:t>Dataret</a:t>
          </a:r>
          <a:r>
            <a:rPr lang="da-DK" dirty="0"/>
            <a:t>, menneskerettigheder</a:t>
          </a:r>
        </a:p>
      </dgm:t>
    </dgm:pt>
    <dgm:pt modelId="{AECBA524-1130-4E5D-A777-DF114B102FE1}" type="parTrans" cxnId="{98AD991E-9391-470A-A420-AAFF62854109}">
      <dgm:prSet/>
      <dgm:spPr/>
      <dgm:t>
        <a:bodyPr/>
        <a:lstStyle/>
        <a:p>
          <a:endParaRPr lang="da-DK"/>
        </a:p>
      </dgm:t>
    </dgm:pt>
    <dgm:pt modelId="{1F0E8620-5E0B-492D-A0FF-76EC0D0E7BDE}" type="sibTrans" cxnId="{98AD991E-9391-470A-A420-AAFF62854109}">
      <dgm:prSet/>
      <dgm:spPr/>
      <dgm:t>
        <a:bodyPr/>
        <a:lstStyle/>
        <a:p>
          <a:endParaRPr lang="da-DK"/>
        </a:p>
      </dgm:t>
    </dgm:pt>
    <dgm:pt modelId="{EF98AAA4-ADB6-4E68-9BEE-F741571ACE40}">
      <dgm:prSet phldrT="[Tekst]" phldr="0"/>
      <dgm:spPr/>
      <dgm:t>
        <a:bodyPr/>
        <a:lstStyle/>
        <a:p>
          <a:r>
            <a:rPr lang="da-DK" dirty="0"/>
            <a:t>Offentlig ret</a:t>
          </a:r>
        </a:p>
      </dgm:t>
    </dgm:pt>
    <dgm:pt modelId="{251591A2-99B0-4FFD-AB51-8BD7FB22E1C7}" type="parTrans" cxnId="{FC47B056-483D-4367-835A-BB1299BE8F19}">
      <dgm:prSet/>
      <dgm:spPr/>
      <dgm:t>
        <a:bodyPr/>
        <a:lstStyle/>
        <a:p>
          <a:endParaRPr lang="da-DK"/>
        </a:p>
      </dgm:t>
    </dgm:pt>
    <dgm:pt modelId="{A85AF1D0-0E43-4521-8CD0-3A7C3D50DB84}" type="sibTrans" cxnId="{FC47B056-483D-4367-835A-BB1299BE8F19}">
      <dgm:prSet/>
      <dgm:spPr/>
      <dgm:t>
        <a:bodyPr/>
        <a:lstStyle/>
        <a:p>
          <a:endParaRPr lang="da-DK"/>
        </a:p>
      </dgm:t>
    </dgm:pt>
    <dgm:pt modelId="{7B5A2CDF-F806-4184-801C-4EF131D34AF0}">
      <dgm:prSet phldrT="[Tekst]" phldr="0"/>
      <dgm:spPr/>
      <dgm:t>
        <a:bodyPr/>
        <a:lstStyle/>
        <a:p>
          <a:r>
            <a:rPr lang="da-DK"/>
            <a:t>GDPR</a:t>
          </a:r>
          <a:endParaRPr lang="da-DK" dirty="0"/>
        </a:p>
      </dgm:t>
    </dgm:pt>
    <dgm:pt modelId="{971B69AE-3FA9-47D5-BD15-D7EF4C639C52}" type="parTrans" cxnId="{0BE80D65-0CBF-43AF-B5B5-53746B43AE49}">
      <dgm:prSet/>
      <dgm:spPr/>
      <dgm:t>
        <a:bodyPr/>
        <a:lstStyle/>
        <a:p>
          <a:endParaRPr lang="da-DK"/>
        </a:p>
      </dgm:t>
    </dgm:pt>
    <dgm:pt modelId="{5ED64562-C8AE-4D62-BBCA-5F57896D553B}" type="sibTrans" cxnId="{0BE80D65-0CBF-43AF-B5B5-53746B43AE49}">
      <dgm:prSet/>
      <dgm:spPr/>
      <dgm:t>
        <a:bodyPr/>
        <a:lstStyle/>
        <a:p>
          <a:endParaRPr lang="da-DK"/>
        </a:p>
      </dgm:t>
    </dgm:pt>
    <dgm:pt modelId="{F8D78965-3D99-4424-9F0B-8E0EB04BDC75}" type="pres">
      <dgm:prSet presAssocID="{45E7178A-A1B5-4BF7-8468-F094C6FB60C5}" presName="composite" presStyleCnt="0">
        <dgm:presLayoutVars>
          <dgm:chMax val="5"/>
          <dgm:dir/>
          <dgm:resizeHandles val="exact"/>
        </dgm:presLayoutVars>
      </dgm:prSet>
      <dgm:spPr/>
    </dgm:pt>
    <dgm:pt modelId="{8CC9829D-89EF-4CC8-8ABE-298BD02FAA3E}" type="pres">
      <dgm:prSet presAssocID="{219B1117-BFC9-4561-A791-CC2B70BF838D}" presName="circle1" presStyleLbl="lnNode1" presStyleIdx="0" presStyleCnt="4"/>
      <dgm:spPr/>
    </dgm:pt>
    <dgm:pt modelId="{60F484D8-41FE-434C-8CCA-69D7CACAFA0B}" type="pres">
      <dgm:prSet presAssocID="{219B1117-BFC9-4561-A791-CC2B70BF838D}" presName="text1" presStyleLbl="revTx" presStyleIdx="0" presStyleCnt="4">
        <dgm:presLayoutVars>
          <dgm:bulletEnabled val="1"/>
        </dgm:presLayoutVars>
      </dgm:prSet>
      <dgm:spPr/>
    </dgm:pt>
    <dgm:pt modelId="{1CEA429E-C5B4-40A1-AA4B-5F29CDA766E4}" type="pres">
      <dgm:prSet presAssocID="{219B1117-BFC9-4561-A791-CC2B70BF838D}" presName="line1" presStyleLbl="callout" presStyleIdx="0" presStyleCnt="8"/>
      <dgm:spPr/>
    </dgm:pt>
    <dgm:pt modelId="{311009C2-087E-450B-8221-EB3F21A247DE}" type="pres">
      <dgm:prSet presAssocID="{219B1117-BFC9-4561-A791-CC2B70BF838D}" presName="d1" presStyleLbl="callout" presStyleIdx="1" presStyleCnt="8"/>
      <dgm:spPr/>
    </dgm:pt>
    <dgm:pt modelId="{00DFB74A-4EBF-4955-8E81-BB1EE43BE673}" type="pres">
      <dgm:prSet presAssocID="{7B5A2CDF-F806-4184-801C-4EF131D34AF0}" presName="circle2" presStyleLbl="lnNode1" presStyleIdx="1" presStyleCnt="4"/>
      <dgm:spPr/>
    </dgm:pt>
    <dgm:pt modelId="{A98CE7A0-8348-48D9-908E-587F65CE10C8}" type="pres">
      <dgm:prSet presAssocID="{7B5A2CDF-F806-4184-801C-4EF131D34AF0}" presName="text2" presStyleLbl="revTx" presStyleIdx="1" presStyleCnt="4">
        <dgm:presLayoutVars>
          <dgm:bulletEnabled val="1"/>
        </dgm:presLayoutVars>
      </dgm:prSet>
      <dgm:spPr/>
    </dgm:pt>
    <dgm:pt modelId="{F4DE4DBA-DFCF-4693-9566-5EBB1393437A}" type="pres">
      <dgm:prSet presAssocID="{7B5A2CDF-F806-4184-801C-4EF131D34AF0}" presName="line2" presStyleLbl="callout" presStyleIdx="2" presStyleCnt="8"/>
      <dgm:spPr/>
    </dgm:pt>
    <dgm:pt modelId="{61B790BC-EEE2-46B7-A83D-9F0055B44ABF}" type="pres">
      <dgm:prSet presAssocID="{7B5A2CDF-F806-4184-801C-4EF131D34AF0}" presName="d2" presStyleLbl="callout" presStyleIdx="3" presStyleCnt="8"/>
      <dgm:spPr/>
    </dgm:pt>
    <dgm:pt modelId="{F14B2EF9-2BEE-433D-971C-52F437ADE073}" type="pres">
      <dgm:prSet presAssocID="{EEAB0E40-3BFF-4F37-B6E7-6C254416641B}" presName="circle3" presStyleLbl="lnNode1" presStyleIdx="2" presStyleCnt="4"/>
      <dgm:spPr/>
    </dgm:pt>
    <dgm:pt modelId="{AA4A980D-8C14-416F-8076-329CF63CC9C1}" type="pres">
      <dgm:prSet presAssocID="{EEAB0E40-3BFF-4F37-B6E7-6C254416641B}" presName="text3" presStyleLbl="revTx" presStyleIdx="2" presStyleCnt="4">
        <dgm:presLayoutVars>
          <dgm:bulletEnabled val="1"/>
        </dgm:presLayoutVars>
      </dgm:prSet>
      <dgm:spPr/>
    </dgm:pt>
    <dgm:pt modelId="{DA556FE3-5A90-4A92-AC3E-23881F2D771C}" type="pres">
      <dgm:prSet presAssocID="{EEAB0E40-3BFF-4F37-B6E7-6C254416641B}" presName="line3" presStyleLbl="callout" presStyleIdx="4" presStyleCnt="8"/>
      <dgm:spPr/>
    </dgm:pt>
    <dgm:pt modelId="{22814DBB-572A-468E-AB1C-2B1BC544351D}" type="pres">
      <dgm:prSet presAssocID="{EEAB0E40-3BFF-4F37-B6E7-6C254416641B}" presName="d3" presStyleLbl="callout" presStyleIdx="5" presStyleCnt="8"/>
      <dgm:spPr/>
    </dgm:pt>
    <dgm:pt modelId="{557D95B0-C22E-4D28-9521-97062C9BFD9B}" type="pres">
      <dgm:prSet presAssocID="{EF98AAA4-ADB6-4E68-9BEE-F741571ACE40}" presName="circle4" presStyleLbl="lnNode1" presStyleIdx="3" presStyleCnt="4"/>
      <dgm:spPr/>
    </dgm:pt>
    <dgm:pt modelId="{2E8FA4CE-7170-4019-8C28-E92F54F62795}" type="pres">
      <dgm:prSet presAssocID="{EF98AAA4-ADB6-4E68-9BEE-F741571ACE40}" presName="text4" presStyleLbl="revTx" presStyleIdx="3" presStyleCnt="4">
        <dgm:presLayoutVars>
          <dgm:bulletEnabled val="1"/>
        </dgm:presLayoutVars>
      </dgm:prSet>
      <dgm:spPr/>
    </dgm:pt>
    <dgm:pt modelId="{0CF619AC-42AB-4694-9288-6E7E4F7CCC57}" type="pres">
      <dgm:prSet presAssocID="{EF98AAA4-ADB6-4E68-9BEE-F741571ACE40}" presName="line4" presStyleLbl="callout" presStyleIdx="6" presStyleCnt="8"/>
      <dgm:spPr/>
    </dgm:pt>
    <dgm:pt modelId="{2EA95A4A-30BF-47B3-A5F0-C66D9F030F7C}" type="pres">
      <dgm:prSet presAssocID="{EF98AAA4-ADB6-4E68-9BEE-F741571ACE40}" presName="d4" presStyleLbl="callout" presStyleIdx="7" presStyleCnt="8"/>
      <dgm:spPr/>
    </dgm:pt>
  </dgm:ptLst>
  <dgm:cxnLst>
    <dgm:cxn modelId="{9875FC17-16AD-4591-A0DF-70B75B3B97ED}" type="presOf" srcId="{45E7178A-A1B5-4BF7-8468-F094C6FB60C5}" destId="{F8D78965-3D99-4424-9F0B-8E0EB04BDC75}" srcOrd="0" destOrd="0" presId="urn:microsoft.com/office/officeart/2005/8/layout/target1"/>
    <dgm:cxn modelId="{98AD991E-9391-470A-A420-AAFF62854109}" srcId="{45E7178A-A1B5-4BF7-8468-F094C6FB60C5}" destId="{EEAB0E40-3BFF-4F37-B6E7-6C254416641B}" srcOrd="2" destOrd="0" parTransId="{AECBA524-1130-4E5D-A777-DF114B102FE1}" sibTransId="{1F0E8620-5E0B-492D-A0FF-76EC0D0E7BDE}"/>
    <dgm:cxn modelId="{FF4F7028-7CC0-4C46-B5CF-5BA182E43F29}" srcId="{45E7178A-A1B5-4BF7-8468-F094C6FB60C5}" destId="{219B1117-BFC9-4561-A791-CC2B70BF838D}" srcOrd="0" destOrd="0" parTransId="{62CB9566-9813-4834-97B7-7B8BE7C8588E}" sibTransId="{4431378A-959A-4FD4-9397-5C21324A9AB4}"/>
    <dgm:cxn modelId="{FC47B056-483D-4367-835A-BB1299BE8F19}" srcId="{45E7178A-A1B5-4BF7-8468-F094C6FB60C5}" destId="{EF98AAA4-ADB6-4E68-9BEE-F741571ACE40}" srcOrd="3" destOrd="0" parTransId="{251591A2-99B0-4FFD-AB51-8BD7FB22E1C7}" sibTransId="{A85AF1D0-0E43-4521-8CD0-3A7C3D50DB84}"/>
    <dgm:cxn modelId="{0BE80D65-0CBF-43AF-B5B5-53746B43AE49}" srcId="{45E7178A-A1B5-4BF7-8468-F094C6FB60C5}" destId="{7B5A2CDF-F806-4184-801C-4EF131D34AF0}" srcOrd="1" destOrd="0" parTransId="{971B69AE-3FA9-47D5-BD15-D7EF4C639C52}" sibTransId="{5ED64562-C8AE-4D62-BBCA-5F57896D553B}"/>
    <dgm:cxn modelId="{1AED9966-D1A4-43F5-AD51-F59108093AD6}" type="presOf" srcId="{7B5A2CDF-F806-4184-801C-4EF131D34AF0}" destId="{A98CE7A0-8348-48D9-908E-587F65CE10C8}" srcOrd="0" destOrd="0" presId="urn:microsoft.com/office/officeart/2005/8/layout/target1"/>
    <dgm:cxn modelId="{61B5079E-FA82-4B69-BCC8-BF21F43B6D44}" type="presOf" srcId="{219B1117-BFC9-4561-A791-CC2B70BF838D}" destId="{60F484D8-41FE-434C-8CCA-69D7CACAFA0B}" srcOrd="0" destOrd="0" presId="urn:microsoft.com/office/officeart/2005/8/layout/target1"/>
    <dgm:cxn modelId="{3DB9A5EF-07C4-4585-BCF7-6B4CD67EBC4C}" type="presOf" srcId="{EEAB0E40-3BFF-4F37-B6E7-6C254416641B}" destId="{AA4A980D-8C14-416F-8076-329CF63CC9C1}" srcOrd="0" destOrd="0" presId="urn:microsoft.com/office/officeart/2005/8/layout/target1"/>
    <dgm:cxn modelId="{0D33DEF8-1AEC-43E0-A052-2E68C1851F32}" type="presOf" srcId="{EF98AAA4-ADB6-4E68-9BEE-F741571ACE40}" destId="{2E8FA4CE-7170-4019-8C28-E92F54F62795}" srcOrd="0" destOrd="0" presId="urn:microsoft.com/office/officeart/2005/8/layout/target1"/>
    <dgm:cxn modelId="{73A09105-B29E-4372-A6FA-1DCB5FB56305}" type="presParOf" srcId="{F8D78965-3D99-4424-9F0B-8E0EB04BDC75}" destId="{8CC9829D-89EF-4CC8-8ABE-298BD02FAA3E}" srcOrd="0" destOrd="0" presId="urn:microsoft.com/office/officeart/2005/8/layout/target1"/>
    <dgm:cxn modelId="{E34E958E-AA5E-457E-BC01-E87A4F14A19D}" type="presParOf" srcId="{F8D78965-3D99-4424-9F0B-8E0EB04BDC75}" destId="{60F484D8-41FE-434C-8CCA-69D7CACAFA0B}" srcOrd="1" destOrd="0" presId="urn:microsoft.com/office/officeart/2005/8/layout/target1"/>
    <dgm:cxn modelId="{867DA2FF-18E3-4A5F-B03F-30FAA38BEE41}" type="presParOf" srcId="{F8D78965-3D99-4424-9F0B-8E0EB04BDC75}" destId="{1CEA429E-C5B4-40A1-AA4B-5F29CDA766E4}" srcOrd="2" destOrd="0" presId="urn:microsoft.com/office/officeart/2005/8/layout/target1"/>
    <dgm:cxn modelId="{2D5F6EC3-6976-4A74-928C-4B4B11D28DE6}" type="presParOf" srcId="{F8D78965-3D99-4424-9F0B-8E0EB04BDC75}" destId="{311009C2-087E-450B-8221-EB3F21A247DE}" srcOrd="3" destOrd="0" presId="urn:microsoft.com/office/officeart/2005/8/layout/target1"/>
    <dgm:cxn modelId="{5BBE28B3-BD48-4A5F-A9D6-27DE5A3CC5F0}" type="presParOf" srcId="{F8D78965-3D99-4424-9F0B-8E0EB04BDC75}" destId="{00DFB74A-4EBF-4955-8E81-BB1EE43BE673}" srcOrd="4" destOrd="0" presId="urn:microsoft.com/office/officeart/2005/8/layout/target1"/>
    <dgm:cxn modelId="{D8F24E9C-4863-41D4-BA2F-4B7B85439FD1}" type="presParOf" srcId="{F8D78965-3D99-4424-9F0B-8E0EB04BDC75}" destId="{A98CE7A0-8348-48D9-908E-587F65CE10C8}" srcOrd="5" destOrd="0" presId="urn:microsoft.com/office/officeart/2005/8/layout/target1"/>
    <dgm:cxn modelId="{F2A2C494-A97D-4218-B487-DA70FC3C57F8}" type="presParOf" srcId="{F8D78965-3D99-4424-9F0B-8E0EB04BDC75}" destId="{F4DE4DBA-DFCF-4693-9566-5EBB1393437A}" srcOrd="6" destOrd="0" presId="urn:microsoft.com/office/officeart/2005/8/layout/target1"/>
    <dgm:cxn modelId="{62E943A3-477B-465B-8E77-3E770E771D55}" type="presParOf" srcId="{F8D78965-3D99-4424-9F0B-8E0EB04BDC75}" destId="{61B790BC-EEE2-46B7-A83D-9F0055B44ABF}" srcOrd="7" destOrd="0" presId="urn:microsoft.com/office/officeart/2005/8/layout/target1"/>
    <dgm:cxn modelId="{8CA90DA4-201F-4594-B7B1-EE6E0C6F3756}" type="presParOf" srcId="{F8D78965-3D99-4424-9F0B-8E0EB04BDC75}" destId="{F14B2EF9-2BEE-433D-971C-52F437ADE073}" srcOrd="8" destOrd="0" presId="urn:microsoft.com/office/officeart/2005/8/layout/target1"/>
    <dgm:cxn modelId="{21BB68EB-BC48-4239-865A-3590C8EEDF23}" type="presParOf" srcId="{F8D78965-3D99-4424-9F0B-8E0EB04BDC75}" destId="{AA4A980D-8C14-416F-8076-329CF63CC9C1}" srcOrd="9" destOrd="0" presId="urn:microsoft.com/office/officeart/2005/8/layout/target1"/>
    <dgm:cxn modelId="{8E4AF1B1-7A0C-4943-905E-7AE55941049F}" type="presParOf" srcId="{F8D78965-3D99-4424-9F0B-8E0EB04BDC75}" destId="{DA556FE3-5A90-4A92-AC3E-23881F2D771C}" srcOrd="10" destOrd="0" presId="urn:microsoft.com/office/officeart/2005/8/layout/target1"/>
    <dgm:cxn modelId="{DB53B84D-B7A5-4C10-94CE-CF86FF5CE4B4}" type="presParOf" srcId="{F8D78965-3D99-4424-9F0B-8E0EB04BDC75}" destId="{22814DBB-572A-468E-AB1C-2B1BC544351D}" srcOrd="11" destOrd="0" presId="urn:microsoft.com/office/officeart/2005/8/layout/target1"/>
    <dgm:cxn modelId="{9E4CA18A-1A9A-491B-B8A9-4BC66D70BB87}" type="presParOf" srcId="{F8D78965-3D99-4424-9F0B-8E0EB04BDC75}" destId="{557D95B0-C22E-4D28-9521-97062C9BFD9B}" srcOrd="12" destOrd="0" presId="urn:microsoft.com/office/officeart/2005/8/layout/target1"/>
    <dgm:cxn modelId="{136EC2CE-83CF-45CF-8A78-3BB774741787}" type="presParOf" srcId="{F8D78965-3D99-4424-9F0B-8E0EB04BDC75}" destId="{2E8FA4CE-7170-4019-8C28-E92F54F62795}" srcOrd="13" destOrd="0" presId="urn:microsoft.com/office/officeart/2005/8/layout/target1"/>
    <dgm:cxn modelId="{061FD9F1-20A9-4F1F-8541-21716C916439}" type="presParOf" srcId="{F8D78965-3D99-4424-9F0B-8E0EB04BDC75}" destId="{0CF619AC-42AB-4694-9288-6E7E4F7CCC57}" srcOrd="14" destOrd="0" presId="urn:microsoft.com/office/officeart/2005/8/layout/target1"/>
    <dgm:cxn modelId="{5DCE9E8B-C60E-4D41-BD35-6804F31D759A}" type="presParOf" srcId="{F8D78965-3D99-4424-9F0B-8E0EB04BDC75}" destId="{2EA95A4A-30BF-47B3-A5F0-C66D9F030F7C}" srcOrd="15" destOrd="0" presId="urn:microsoft.com/office/officeart/2005/8/layout/targe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C4B0F80-656B-4764-AE5D-0E9E76E682E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5213E02-197F-42A6-878D-03C12786805B}">
      <dgm:prSet/>
      <dgm:spPr/>
      <dgm:t>
        <a:bodyPr/>
        <a:lstStyle/>
        <a:p>
          <a:r>
            <a:rPr lang="da-DK" b="1"/>
            <a:t>Retsforskrifter</a:t>
          </a:r>
          <a:endParaRPr lang="en-US"/>
        </a:p>
      </dgm:t>
    </dgm:pt>
    <dgm:pt modelId="{6C926757-9177-49B1-8BB6-3318686828D4}" type="parTrans" cxnId="{C76F7CA1-CD78-4E5F-9EBB-BBCFCCFA0A5C}">
      <dgm:prSet/>
      <dgm:spPr/>
      <dgm:t>
        <a:bodyPr/>
        <a:lstStyle/>
        <a:p>
          <a:endParaRPr lang="en-US"/>
        </a:p>
      </dgm:t>
    </dgm:pt>
    <dgm:pt modelId="{044CB08A-A702-43FE-8C64-BE2039861CB4}" type="sibTrans" cxnId="{C76F7CA1-CD78-4E5F-9EBB-BBCFCCFA0A5C}">
      <dgm:prSet/>
      <dgm:spPr/>
      <dgm:t>
        <a:bodyPr/>
        <a:lstStyle/>
        <a:p>
          <a:endParaRPr lang="en-US"/>
        </a:p>
      </dgm:t>
    </dgm:pt>
    <dgm:pt modelId="{F54254C1-E8BB-4DED-A8A8-668B58BC201C}">
      <dgm:prSet/>
      <dgm:spPr/>
      <dgm:t>
        <a:bodyPr/>
        <a:lstStyle/>
        <a:p>
          <a:r>
            <a:rPr lang="da-DK"/>
            <a:t>Traktater mellem stater, love, direktiver, forordninger, bekendtgørelser m.v.</a:t>
          </a:r>
          <a:endParaRPr lang="en-US"/>
        </a:p>
      </dgm:t>
    </dgm:pt>
    <dgm:pt modelId="{1FF54C97-5559-4B9C-875E-6E83C20353CE}" type="parTrans" cxnId="{C2ACBBC8-4309-4250-B8CE-CE14A304EE4B}">
      <dgm:prSet/>
      <dgm:spPr/>
      <dgm:t>
        <a:bodyPr/>
        <a:lstStyle/>
        <a:p>
          <a:endParaRPr lang="en-US"/>
        </a:p>
      </dgm:t>
    </dgm:pt>
    <dgm:pt modelId="{30653BBA-59DB-487C-BB59-A588EAD29BF2}" type="sibTrans" cxnId="{C2ACBBC8-4309-4250-B8CE-CE14A304EE4B}">
      <dgm:prSet/>
      <dgm:spPr/>
      <dgm:t>
        <a:bodyPr/>
        <a:lstStyle/>
        <a:p>
          <a:endParaRPr lang="en-US"/>
        </a:p>
      </dgm:t>
    </dgm:pt>
    <dgm:pt modelId="{EE357C54-0300-40D0-8981-27E9C02F8C67}">
      <dgm:prSet/>
      <dgm:spPr/>
      <dgm:t>
        <a:bodyPr/>
        <a:lstStyle/>
        <a:p>
          <a:r>
            <a:rPr lang="da-DK" b="1"/>
            <a:t>Afgørelser</a:t>
          </a:r>
          <a:endParaRPr lang="en-US"/>
        </a:p>
      </dgm:t>
    </dgm:pt>
    <dgm:pt modelId="{FED4F77B-5D77-41DF-80D6-92445B98B4F0}" type="parTrans" cxnId="{14F635C5-CA79-443A-A1B4-6671CF040AA2}">
      <dgm:prSet/>
      <dgm:spPr/>
      <dgm:t>
        <a:bodyPr/>
        <a:lstStyle/>
        <a:p>
          <a:endParaRPr lang="en-US"/>
        </a:p>
      </dgm:t>
    </dgm:pt>
    <dgm:pt modelId="{55AE9E15-B87D-4CD5-A5BE-3270B9F0D81D}" type="sibTrans" cxnId="{14F635C5-CA79-443A-A1B4-6671CF040AA2}">
      <dgm:prSet/>
      <dgm:spPr/>
      <dgm:t>
        <a:bodyPr/>
        <a:lstStyle/>
        <a:p>
          <a:endParaRPr lang="en-US"/>
        </a:p>
      </dgm:t>
    </dgm:pt>
    <dgm:pt modelId="{B4FF564A-364C-4228-99F9-80886D451F3E}">
      <dgm:prSet/>
      <dgm:spPr/>
      <dgm:t>
        <a:bodyPr/>
        <a:lstStyle/>
        <a:p>
          <a:r>
            <a:rPr lang="da-DK"/>
            <a:t>Domstolene i Danmark, europæiske domstole og tribunaler, internationale domstole og tribunaler.</a:t>
          </a:r>
          <a:endParaRPr lang="en-US"/>
        </a:p>
      </dgm:t>
    </dgm:pt>
    <dgm:pt modelId="{12EC9047-D910-4411-8FAC-51C63DE4A8E3}" type="parTrans" cxnId="{810871BC-B526-450F-A238-60C75BC6F107}">
      <dgm:prSet/>
      <dgm:spPr/>
      <dgm:t>
        <a:bodyPr/>
        <a:lstStyle/>
        <a:p>
          <a:endParaRPr lang="en-US"/>
        </a:p>
      </dgm:t>
    </dgm:pt>
    <dgm:pt modelId="{3E56B763-A092-4B6F-B12E-63DB180DE8E0}" type="sibTrans" cxnId="{810871BC-B526-450F-A238-60C75BC6F107}">
      <dgm:prSet/>
      <dgm:spPr/>
      <dgm:t>
        <a:bodyPr/>
        <a:lstStyle/>
        <a:p>
          <a:endParaRPr lang="en-US"/>
        </a:p>
      </dgm:t>
    </dgm:pt>
    <dgm:pt modelId="{5A4AD76E-58B4-40F3-B82C-21C1F70692D1}">
      <dgm:prSet/>
      <dgm:spPr/>
      <dgm:t>
        <a:bodyPr/>
        <a:lstStyle/>
        <a:p>
          <a:r>
            <a:rPr lang="da-DK" b="1"/>
            <a:t>Juridisk litteratur</a:t>
          </a:r>
          <a:endParaRPr lang="en-US"/>
        </a:p>
      </dgm:t>
    </dgm:pt>
    <dgm:pt modelId="{EF72B134-A66A-479D-B46D-A3EBA664A829}" type="parTrans" cxnId="{ACA08334-EF10-429D-957B-059750CF75C7}">
      <dgm:prSet/>
      <dgm:spPr/>
      <dgm:t>
        <a:bodyPr/>
        <a:lstStyle/>
        <a:p>
          <a:endParaRPr lang="en-US"/>
        </a:p>
      </dgm:t>
    </dgm:pt>
    <dgm:pt modelId="{454AF0BF-ECED-4F22-97F3-43B15ED47D2C}" type="sibTrans" cxnId="{ACA08334-EF10-429D-957B-059750CF75C7}">
      <dgm:prSet/>
      <dgm:spPr/>
      <dgm:t>
        <a:bodyPr/>
        <a:lstStyle/>
        <a:p>
          <a:endParaRPr lang="en-US"/>
        </a:p>
      </dgm:t>
    </dgm:pt>
    <dgm:pt modelId="{9BCBAE25-AC6D-483D-BD1D-ECABD7382A99}">
      <dgm:prSet/>
      <dgm:spPr/>
      <dgm:t>
        <a:bodyPr/>
        <a:lstStyle/>
        <a:p>
          <a:r>
            <a:rPr lang="da-DK"/>
            <a:t>Artikler, bøger mv.</a:t>
          </a:r>
          <a:endParaRPr lang="en-US"/>
        </a:p>
      </dgm:t>
    </dgm:pt>
    <dgm:pt modelId="{BDC751AD-2685-44EB-8346-A3F3179D615B}" type="parTrans" cxnId="{74334EA9-CBCF-4701-821B-5547153E4399}">
      <dgm:prSet/>
      <dgm:spPr/>
      <dgm:t>
        <a:bodyPr/>
        <a:lstStyle/>
        <a:p>
          <a:endParaRPr lang="en-US"/>
        </a:p>
      </dgm:t>
    </dgm:pt>
    <dgm:pt modelId="{FD3FA0FA-88CB-4844-9CB4-B5E27D3F6D20}" type="sibTrans" cxnId="{74334EA9-CBCF-4701-821B-5547153E4399}">
      <dgm:prSet/>
      <dgm:spPr/>
      <dgm:t>
        <a:bodyPr/>
        <a:lstStyle/>
        <a:p>
          <a:endParaRPr lang="en-US"/>
        </a:p>
      </dgm:t>
    </dgm:pt>
    <dgm:pt modelId="{4CA679E7-15C4-4E24-8F34-D8D56B52FD85}">
      <dgm:prSet/>
      <dgm:spPr/>
      <dgm:t>
        <a:bodyPr/>
        <a:lstStyle/>
        <a:p>
          <a:r>
            <a:rPr lang="da-DK" b="1"/>
            <a:t>Andet:</a:t>
          </a:r>
          <a:endParaRPr lang="en-US"/>
        </a:p>
      </dgm:t>
    </dgm:pt>
    <dgm:pt modelId="{502AD473-6BD0-47CC-BC90-DCD94B1EA99F}" type="parTrans" cxnId="{46FC1B7E-32F0-4C94-953E-EA679614ADEC}">
      <dgm:prSet/>
      <dgm:spPr/>
      <dgm:t>
        <a:bodyPr/>
        <a:lstStyle/>
        <a:p>
          <a:endParaRPr lang="en-US"/>
        </a:p>
      </dgm:t>
    </dgm:pt>
    <dgm:pt modelId="{0D8A89D2-B94D-4BED-BE5B-12AE2060DEEA}" type="sibTrans" cxnId="{46FC1B7E-32F0-4C94-953E-EA679614ADEC}">
      <dgm:prSet/>
      <dgm:spPr/>
      <dgm:t>
        <a:bodyPr/>
        <a:lstStyle/>
        <a:p>
          <a:endParaRPr lang="en-US"/>
        </a:p>
      </dgm:t>
    </dgm:pt>
    <dgm:pt modelId="{433E572F-3535-431C-89B5-8922EB61B559}">
      <dgm:prSet/>
      <dgm:spPr/>
      <dgm:t>
        <a:bodyPr/>
        <a:lstStyle/>
        <a:p>
          <a:r>
            <a:rPr lang="da-DK"/>
            <a:t>Retssædvaner, kutymer m.v. </a:t>
          </a:r>
          <a:endParaRPr lang="en-US"/>
        </a:p>
      </dgm:t>
    </dgm:pt>
    <dgm:pt modelId="{84C013A6-B4C1-4C93-B789-46BC198F4095}" type="parTrans" cxnId="{7805E589-823E-463D-90C8-BAFD50CA74DA}">
      <dgm:prSet/>
      <dgm:spPr/>
      <dgm:t>
        <a:bodyPr/>
        <a:lstStyle/>
        <a:p>
          <a:endParaRPr lang="en-US"/>
        </a:p>
      </dgm:t>
    </dgm:pt>
    <dgm:pt modelId="{3C0E854C-4623-496C-AEC6-ADEF1E995363}" type="sibTrans" cxnId="{7805E589-823E-463D-90C8-BAFD50CA74DA}">
      <dgm:prSet/>
      <dgm:spPr/>
      <dgm:t>
        <a:bodyPr/>
        <a:lstStyle/>
        <a:p>
          <a:endParaRPr lang="en-US"/>
        </a:p>
      </dgm:t>
    </dgm:pt>
    <dgm:pt modelId="{2D585399-3BDB-47F0-9CE0-9D4B87463CFC}" type="pres">
      <dgm:prSet presAssocID="{8C4B0F80-656B-4764-AE5D-0E9E76E682EC}" presName="root" presStyleCnt="0">
        <dgm:presLayoutVars>
          <dgm:dir/>
          <dgm:resizeHandles val="exact"/>
        </dgm:presLayoutVars>
      </dgm:prSet>
      <dgm:spPr/>
    </dgm:pt>
    <dgm:pt modelId="{2E131FD5-4D9B-49D3-8C59-F065EDCBFEDF}" type="pres">
      <dgm:prSet presAssocID="{25213E02-197F-42A6-878D-03C12786805B}" presName="compNode" presStyleCnt="0"/>
      <dgm:spPr/>
    </dgm:pt>
    <dgm:pt modelId="{A29AAF64-4C78-4363-BFBC-B2B13C8B89CE}" type="pres">
      <dgm:prSet presAssocID="{25213E02-197F-42A6-878D-03C12786805B}" presName="bgRect" presStyleLbl="bgShp" presStyleIdx="0" presStyleCnt="4"/>
      <dgm:spPr/>
    </dgm:pt>
    <dgm:pt modelId="{72CB21D1-F32B-4764-8570-EC582E6CA18A}" type="pres">
      <dgm:prSet presAssocID="{25213E02-197F-42A6-878D-03C12786805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mmer"/>
        </a:ext>
      </dgm:extLst>
    </dgm:pt>
    <dgm:pt modelId="{C9831AA2-49FF-43E2-B7F2-06BD27180343}" type="pres">
      <dgm:prSet presAssocID="{25213E02-197F-42A6-878D-03C12786805B}" presName="spaceRect" presStyleCnt="0"/>
      <dgm:spPr/>
    </dgm:pt>
    <dgm:pt modelId="{C333FC30-B998-482C-94DA-43FFB120C9FE}" type="pres">
      <dgm:prSet presAssocID="{25213E02-197F-42A6-878D-03C12786805B}" presName="parTx" presStyleLbl="revTx" presStyleIdx="0" presStyleCnt="8">
        <dgm:presLayoutVars>
          <dgm:chMax val="0"/>
          <dgm:chPref val="0"/>
        </dgm:presLayoutVars>
      </dgm:prSet>
      <dgm:spPr/>
    </dgm:pt>
    <dgm:pt modelId="{D16546D5-5725-4E2A-82A3-33D3A4E2AE0B}" type="pres">
      <dgm:prSet presAssocID="{25213E02-197F-42A6-878D-03C12786805B}" presName="desTx" presStyleLbl="revTx" presStyleIdx="1" presStyleCnt="8">
        <dgm:presLayoutVars/>
      </dgm:prSet>
      <dgm:spPr/>
    </dgm:pt>
    <dgm:pt modelId="{09E0C1D5-1BFC-47E9-83BA-59DB654FE35D}" type="pres">
      <dgm:prSet presAssocID="{044CB08A-A702-43FE-8C64-BE2039861CB4}" presName="sibTrans" presStyleCnt="0"/>
      <dgm:spPr/>
    </dgm:pt>
    <dgm:pt modelId="{3A0FB63C-4854-4A92-BCE0-87E49E216F99}" type="pres">
      <dgm:prSet presAssocID="{EE357C54-0300-40D0-8981-27E9C02F8C67}" presName="compNode" presStyleCnt="0"/>
      <dgm:spPr/>
    </dgm:pt>
    <dgm:pt modelId="{A13B6FCD-5063-4FC0-A3A8-EC1BF0DAF97E}" type="pres">
      <dgm:prSet presAssocID="{EE357C54-0300-40D0-8981-27E9C02F8C67}" presName="bgRect" presStyleLbl="bgShp" presStyleIdx="1" presStyleCnt="4"/>
      <dgm:spPr/>
    </dgm:pt>
    <dgm:pt modelId="{7F2CEDDE-1EF1-42EC-BC73-689127340DF1}" type="pres">
      <dgm:prSet presAssocID="{EE357C54-0300-40D0-8981-27E9C02F8C6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stle scene"/>
        </a:ext>
      </dgm:extLst>
    </dgm:pt>
    <dgm:pt modelId="{142E5C5F-BC01-4CCC-812C-34FDF3A16105}" type="pres">
      <dgm:prSet presAssocID="{EE357C54-0300-40D0-8981-27E9C02F8C67}" presName="spaceRect" presStyleCnt="0"/>
      <dgm:spPr/>
    </dgm:pt>
    <dgm:pt modelId="{DAF73649-3F2B-4280-BB72-22F66CE6DD90}" type="pres">
      <dgm:prSet presAssocID="{EE357C54-0300-40D0-8981-27E9C02F8C67}" presName="parTx" presStyleLbl="revTx" presStyleIdx="2" presStyleCnt="8">
        <dgm:presLayoutVars>
          <dgm:chMax val="0"/>
          <dgm:chPref val="0"/>
        </dgm:presLayoutVars>
      </dgm:prSet>
      <dgm:spPr/>
    </dgm:pt>
    <dgm:pt modelId="{70A195D7-181C-4792-A107-3EA7E4E5187A}" type="pres">
      <dgm:prSet presAssocID="{EE357C54-0300-40D0-8981-27E9C02F8C67}" presName="desTx" presStyleLbl="revTx" presStyleIdx="3" presStyleCnt="8">
        <dgm:presLayoutVars/>
      </dgm:prSet>
      <dgm:spPr/>
    </dgm:pt>
    <dgm:pt modelId="{0260D77A-E6A1-44D6-BF50-03DA0039F8EB}" type="pres">
      <dgm:prSet presAssocID="{55AE9E15-B87D-4CD5-A5BE-3270B9F0D81D}" presName="sibTrans" presStyleCnt="0"/>
      <dgm:spPr/>
    </dgm:pt>
    <dgm:pt modelId="{A45E1A58-BE0D-4861-9F20-B53618E5B646}" type="pres">
      <dgm:prSet presAssocID="{5A4AD76E-58B4-40F3-B82C-21C1F70692D1}" presName="compNode" presStyleCnt="0"/>
      <dgm:spPr/>
    </dgm:pt>
    <dgm:pt modelId="{D22690A8-2CE7-49D7-BF26-E78CF0D452BE}" type="pres">
      <dgm:prSet presAssocID="{5A4AD76E-58B4-40F3-B82C-21C1F70692D1}" presName="bgRect" presStyleLbl="bgShp" presStyleIdx="2" presStyleCnt="4"/>
      <dgm:spPr/>
    </dgm:pt>
    <dgm:pt modelId="{238DA821-603C-4133-A575-197F943CD748}" type="pres">
      <dgm:prSet presAssocID="{5A4AD76E-58B4-40F3-B82C-21C1F70692D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øger"/>
        </a:ext>
      </dgm:extLst>
    </dgm:pt>
    <dgm:pt modelId="{9EE0BF78-7E95-4309-8E20-9C2203B0C1EC}" type="pres">
      <dgm:prSet presAssocID="{5A4AD76E-58B4-40F3-B82C-21C1F70692D1}" presName="spaceRect" presStyleCnt="0"/>
      <dgm:spPr/>
    </dgm:pt>
    <dgm:pt modelId="{4AB51BA8-28F5-4640-A63C-B19CD7ED06C8}" type="pres">
      <dgm:prSet presAssocID="{5A4AD76E-58B4-40F3-B82C-21C1F70692D1}" presName="parTx" presStyleLbl="revTx" presStyleIdx="4" presStyleCnt="8">
        <dgm:presLayoutVars>
          <dgm:chMax val="0"/>
          <dgm:chPref val="0"/>
        </dgm:presLayoutVars>
      </dgm:prSet>
      <dgm:spPr/>
    </dgm:pt>
    <dgm:pt modelId="{720EF2FD-76F1-4833-930F-3D4CC64F8FBC}" type="pres">
      <dgm:prSet presAssocID="{5A4AD76E-58B4-40F3-B82C-21C1F70692D1}" presName="desTx" presStyleLbl="revTx" presStyleIdx="5" presStyleCnt="8">
        <dgm:presLayoutVars/>
      </dgm:prSet>
      <dgm:spPr/>
    </dgm:pt>
    <dgm:pt modelId="{C380F137-8661-446D-BB35-51E0489778E6}" type="pres">
      <dgm:prSet presAssocID="{454AF0BF-ECED-4F22-97F3-43B15ED47D2C}" presName="sibTrans" presStyleCnt="0"/>
      <dgm:spPr/>
    </dgm:pt>
    <dgm:pt modelId="{7B035976-0682-4C10-9C76-3A8A38A06A7E}" type="pres">
      <dgm:prSet presAssocID="{4CA679E7-15C4-4E24-8F34-D8D56B52FD85}" presName="compNode" presStyleCnt="0"/>
      <dgm:spPr/>
    </dgm:pt>
    <dgm:pt modelId="{7A74E02D-92C7-4C36-AD0A-6B122672D741}" type="pres">
      <dgm:prSet presAssocID="{4CA679E7-15C4-4E24-8F34-D8D56B52FD85}" presName="bgRect" presStyleLbl="bgShp" presStyleIdx="3" presStyleCnt="4"/>
      <dgm:spPr/>
    </dgm:pt>
    <dgm:pt modelId="{742C716A-507E-4F19-A3CB-51C5ED601D08}" type="pres">
      <dgm:prSet presAssocID="{4CA679E7-15C4-4E24-8F34-D8D56B52FD8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rkedsføring"/>
        </a:ext>
      </dgm:extLst>
    </dgm:pt>
    <dgm:pt modelId="{155519F4-1D95-42A2-BEFE-3CBF66B98DEC}" type="pres">
      <dgm:prSet presAssocID="{4CA679E7-15C4-4E24-8F34-D8D56B52FD85}" presName="spaceRect" presStyleCnt="0"/>
      <dgm:spPr/>
    </dgm:pt>
    <dgm:pt modelId="{B276C501-B995-4B6E-B21F-F616A9408E1F}" type="pres">
      <dgm:prSet presAssocID="{4CA679E7-15C4-4E24-8F34-D8D56B52FD85}" presName="parTx" presStyleLbl="revTx" presStyleIdx="6" presStyleCnt="8">
        <dgm:presLayoutVars>
          <dgm:chMax val="0"/>
          <dgm:chPref val="0"/>
        </dgm:presLayoutVars>
      </dgm:prSet>
      <dgm:spPr/>
    </dgm:pt>
    <dgm:pt modelId="{75651574-8961-4BA7-AA2B-D131A28104CB}" type="pres">
      <dgm:prSet presAssocID="{4CA679E7-15C4-4E24-8F34-D8D56B52FD85}" presName="desTx" presStyleLbl="revTx" presStyleIdx="7" presStyleCnt="8">
        <dgm:presLayoutVars/>
      </dgm:prSet>
      <dgm:spPr/>
    </dgm:pt>
  </dgm:ptLst>
  <dgm:cxnLst>
    <dgm:cxn modelId="{ACA08334-EF10-429D-957B-059750CF75C7}" srcId="{8C4B0F80-656B-4764-AE5D-0E9E76E682EC}" destId="{5A4AD76E-58B4-40F3-B82C-21C1F70692D1}" srcOrd="2" destOrd="0" parTransId="{EF72B134-A66A-479D-B46D-A3EBA664A829}" sibTransId="{454AF0BF-ECED-4F22-97F3-43B15ED47D2C}"/>
    <dgm:cxn modelId="{A28F013D-366E-4667-8831-70E96E2BB69F}" type="presOf" srcId="{4CA679E7-15C4-4E24-8F34-D8D56B52FD85}" destId="{B276C501-B995-4B6E-B21F-F616A9408E1F}" srcOrd="0" destOrd="0" presId="urn:microsoft.com/office/officeart/2018/2/layout/IconVerticalSolidList"/>
    <dgm:cxn modelId="{0656116E-9733-4093-9842-D873B55349C0}" type="presOf" srcId="{F54254C1-E8BB-4DED-A8A8-668B58BC201C}" destId="{D16546D5-5725-4E2A-82A3-33D3A4E2AE0B}" srcOrd="0" destOrd="0" presId="urn:microsoft.com/office/officeart/2018/2/layout/IconVerticalSolidList"/>
    <dgm:cxn modelId="{46FC1B7E-32F0-4C94-953E-EA679614ADEC}" srcId="{8C4B0F80-656B-4764-AE5D-0E9E76E682EC}" destId="{4CA679E7-15C4-4E24-8F34-D8D56B52FD85}" srcOrd="3" destOrd="0" parTransId="{502AD473-6BD0-47CC-BC90-DCD94B1EA99F}" sibTransId="{0D8A89D2-B94D-4BED-BE5B-12AE2060DEEA}"/>
    <dgm:cxn modelId="{7805E589-823E-463D-90C8-BAFD50CA74DA}" srcId="{4CA679E7-15C4-4E24-8F34-D8D56B52FD85}" destId="{433E572F-3535-431C-89B5-8922EB61B559}" srcOrd="0" destOrd="0" parTransId="{84C013A6-B4C1-4C93-B789-46BC198F4095}" sibTransId="{3C0E854C-4623-496C-AEC6-ADEF1E995363}"/>
    <dgm:cxn modelId="{1D255294-CA99-4037-88B2-B7C7C8A0DE82}" type="presOf" srcId="{433E572F-3535-431C-89B5-8922EB61B559}" destId="{75651574-8961-4BA7-AA2B-D131A28104CB}" srcOrd="0" destOrd="0" presId="urn:microsoft.com/office/officeart/2018/2/layout/IconVerticalSolidList"/>
    <dgm:cxn modelId="{C76F7CA1-CD78-4E5F-9EBB-BBCFCCFA0A5C}" srcId="{8C4B0F80-656B-4764-AE5D-0E9E76E682EC}" destId="{25213E02-197F-42A6-878D-03C12786805B}" srcOrd="0" destOrd="0" parTransId="{6C926757-9177-49B1-8BB6-3318686828D4}" sibTransId="{044CB08A-A702-43FE-8C64-BE2039861CB4}"/>
    <dgm:cxn modelId="{74334EA9-CBCF-4701-821B-5547153E4399}" srcId="{5A4AD76E-58B4-40F3-B82C-21C1F70692D1}" destId="{9BCBAE25-AC6D-483D-BD1D-ECABD7382A99}" srcOrd="0" destOrd="0" parTransId="{BDC751AD-2685-44EB-8346-A3F3179D615B}" sibTransId="{FD3FA0FA-88CB-4844-9CB4-B5E27D3F6D20}"/>
    <dgm:cxn modelId="{810871BC-B526-450F-A238-60C75BC6F107}" srcId="{EE357C54-0300-40D0-8981-27E9C02F8C67}" destId="{B4FF564A-364C-4228-99F9-80886D451F3E}" srcOrd="0" destOrd="0" parTransId="{12EC9047-D910-4411-8FAC-51C63DE4A8E3}" sibTransId="{3E56B763-A092-4B6F-B12E-63DB180DE8E0}"/>
    <dgm:cxn modelId="{C65C49BD-7E3F-494D-970E-32FA1ECFF40D}" type="presOf" srcId="{5A4AD76E-58B4-40F3-B82C-21C1F70692D1}" destId="{4AB51BA8-28F5-4640-A63C-B19CD7ED06C8}" srcOrd="0" destOrd="0" presId="urn:microsoft.com/office/officeart/2018/2/layout/IconVerticalSolidList"/>
    <dgm:cxn modelId="{292C36C0-D7CA-4EE9-8E43-58CE98B2E7C4}" type="presOf" srcId="{25213E02-197F-42A6-878D-03C12786805B}" destId="{C333FC30-B998-482C-94DA-43FFB120C9FE}" srcOrd="0" destOrd="0" presId="urn:microsoft.com/office/officeart/2018/2/layout/IconVerticalSolidList"/>
    <dgm:cxn modelId="{1D654CC4-B66A-482B-850D-F659649C6ED6}" type="presOf" srcId="{B4FF564A-364C-4228-99F9-80886D451F3E}" destId="{70A195D7-181C-4792-A107-3EA7E4E5187A}" srcOrd="0" destOrd="0" presId="urn:microsoft.com/office/officeart/2018/2/layout/IconVerticalSolidList"/>
    <dgm:cxn modelId="{14F635C5-CA79-443A-A1B4-6671CF040AA2}" srcId="{8C4B0F80-656B-4764-AE5D-0E9E76E682EC}" destId="{EE357C54-0300-40D0-8981-27E9C02F8C67}" srcOrd="1" destOrd="0" parTransId="{FED4F77B-5D77-41DF-80D6-92445B98B4F0}" sibTransId="{55AE9E15-B87D-4CD5-A5BE-3270B9F0D81D}"/>
    <dgm:cxn modelId="{B799B1C8-698D-41BB-86AD-4C09BD68FD04}" type="presOf" srcId="{EE357C54-0300-40D0-8981-27E9C02F8C67}" destId="{DAF73649-3F2B-4280-BB72-22F66CE6DD90}" srcOrd="0" destOrd="0" presId="urn:microsoft.com/office/officeart/2018/2/layout/IconVerticalSolidList"/>
    <dgm:cxn modelId="{C2ACBBC8-4309-4250-B8CE-CE14A304EE4B}" srcId="{25213E02-197F-42A6-878D-03C12786805B}" destId="{F54254C1-E8BB-4DED-A8A8-668B58BC201C}" srcOrd="0" destOrd="0" parTransId="{1FF54C97-5559-4B9C-875E-6E83C20353CE}" sibTransId="{30653BBA-59DB-487C-BB59-A588EAD29BF2}"/>
    <dgm:cxn modelId="{544C4ACC-A28E-4569-A1AB-769883940873}" type="presOf" srcId="{9BCBAE25-AC6D-483D-BD1D-ECABD7382A99}" destId="{720EF2FD-76F1-4833-930F-3D4CC64F8FBC}" srcOrd="0" destOrd="0" presId="urn:microsoft.com/office/officeart/2018/2/layout/IconVerticalSolidList"/>
    <dgm:cxn modelId="{E94CEBFD-DFD9-494C-9B55-7B12366AC744}" type="presOf" srcId="{8C4B0F80-656B-4764-AE5D-0E9E76E682EC}" destId="{2D585399-3BDB-47F0-9CE0-9D4B87463CFC}" srcOrd="0" destOrd="0" presId="urn:microsoft.com/office/officeart/2018/2/layout/IconVerticalSolidList"/>
    <dgm:cxn modelId="{BBB13A72-7AF3-43B3-BC04-50F088AB6053}" type="presParOf" srcId="{2D585399-3BDB-47F0-9CE0-9D4B87463CFC}" destId="{2E131FD5-4D9B-49D3-8C59-F065EDCBFEDF}" srcOrd="0" destOrd="0" presId="urn:microsoft.com/office/officeart/2018/2/layout/IconVerticalSolidList"/>
    <dgm:cxn modelId="{1E955D33-B4D1-4A0A-8E48-E543E56FBC23}" type="presParOf" srcId="{2E131FD5-4D9B-49D3-8C59-F065EDCBFEDF}" destId="{A29AAF64-4C78-4363-BFBC-B2B13C8B89CE}" srcOrd="0" destOrd="0" presId="urn:microsoft.com/office/officeart/2018/2/layout/IconVerticalSolidList"/>
    <dgm:cxn modelId="{39B93596-3F83-4A86-B61C-F60E567EC319}" type="presParOf" srcId="{2E131FD5-4D9B-49D3-8C59-F065EDCBFEDF}" destId="{72CB21D1-F32B-4764-8570-EC582E6CA18A}" srcOrd="1" destOrd="0" presId="urn:microsoft.com/office/officeart/2018/2/layout/IconVerticalSolidList"/>
    <dgm:cxn modelId="{7941D09D-D8D6-4954-B28E-E42A0C8A8024}" type="presParOf" srcId="{2E131FD5-4D9B-49D3-8C59-F065EDCBFEDF}" destId="{C9831AA2-49FF-43E2-B7F2-06BD27180343}" srcOrd="2" destOrd="0" presId="urn:microsoft.com/office/officeart/2018/2/layout/IconVerticalSolidList"/>
    <dgm:cxn modelId="{9A25DC1F-767E-43FB-8F4C-13659BDCA35A}" type="presParOf" srcId="{2E131FD5-4D9B-49D3-8C59-F065EDCBFEDF}" destId="{C333FC30-B998-482C-94DA-43FFB120C9FE}" srcOrd="3" destOrd="0" presId="urn:microsoft.com/office/officeart/2018/2/layout/IconVerticalSolidList"/>
    <dgm:cxn modelId="{88CAA6A8-1F52-41B3-B01A-E40347E7CDED}" type="presParOf" srcId="{2E131FD5-4D9B-49D3-8C59-F065EDCBFEDF}" destId="{D16546D5-5725-4E2A-82A3-33D3A4E2AE0B}" srcOrd="4" destOrd="0" presId="urn:microsoft.com/office/officeart/2018/2/layout/IconVerticalSolidList"/>
    <dgm:cxn modelId="{77EBBB7C-6B15-496C-BAED-DB47D5E42864}" type="presParOf" srcId="{2D585399-3BDB-47F0-9CE0-9D4B87463CFC}" destId="{09E0C1D5-1BFC-47E9-83BA-59DB654FE35D}" srcOrd="1" destOrd="0" presId="urn:microsoft.com/office/officeart/2018/2/layout/IconVerticalSolidList"/>
    <dgm:cxn modelId="{B48AB34D-7D8B-4A5B-907E-00EE1EE4FA26}" type="presParOf" srcId="{2D585399-3BDB-47F0-9CE0-9D4B87463CFC}" destId="{3A0FB63C-4854-4A92-BCE0-87E49E216F99}" srcOrd="2" destOrd="0" presId="urn:microsoft.com/office/officeart/2018/2/layout/IconVerticalSolidList"/>
    <dgm:cxn modelId="{42AC5C8D-6BA6-405A-8FF0-92C0686740ED}" type="presParOf" srcId="{3A0FB63C-4854-4A92-BCE0-87E49E216F99}" destId="{A13B6FCD-5063-4FC0-A3A8-EC1BF0DAF97E}" srcOrd="0" destOrd="0" presId="urn:microsoft.com/office/officeart/2018/2/layout/IconVerticalSolidList"/>
    <dgm:cxn modelId="{FDFB096D-D2E5-4DAF-AD6C-6EE43C39AB28}" type="presParOf" srcId="{3A0FB63C-4854-4A92-BCE0-87E49E216F99}" destId="{7F2CEDDE-1EF1-42EC-BC73-689127340DF1}" srcOrd="1" destOrd="0" presId="urn:microsoft.com/office/officeart/2018/2/layout/IconVerticalSolidList"/>
    <dgm:cxn modelId="{6F4BD304-4956-4C79-BA4C-9D356A5DDC35}" type="presParOf" srcId="{3A0FB63C-4854-4A92-BCE0-87E49E216F99}" destId="{142E5C5F-BC01-4CCC-812C-34FDF3A16105}" srcOrd="2" destOrd="0" presId="urn:microsoft.com/office/officeart/2018/2/layout/IconVerticalSolidList"/>
    <dgm:cxn modelId="{696DE89E-85E2-4EB3-8F53-B0A07A382312}" type="presParOf" srcId="{3A0FB63C-4854-4A92-BCE0-87E49E216F99}" destId="{DAF73649-3F2B-4280-BB72-22F66CE6DD90}" srcOrd="3" destOrd="0" presId="urn:microsoft.com/office/officeart/2018/2/layout/IconVerticalSolidList"/>
    <dgm:cxn modelId="{95754577-4634-41D3-86F2-11583CCB86DB}" type="presParOf" srcId="{3A0FB63C-4854-4A92-BCE0-87E49E216F99}" destId="{70A195D7-181C-4792-A107-3EA7E4E5187A}" srcOrd="4" destOrd="0" presId="urn:microsoft.com/office/officeart/2018/2/layout/IconVerticalSolidList"/>
    <dgm:cxn modelId="{56A39A1F-BD0C-46A5-A257-2CE6E648853B}" type="presParOf" srcId="{2D585399-3BDB-47F0-9CE0-9D4B87463CFC}" destId="{0260D77A-E6A1-44D6-BF50-03DA0039F8EB}" srcOrd="3" destOrd="0" presId="urn:microsoft.com/office/officeart/2018/2/layout/IconVerticalSolidList"/>
    <dgm:cxn modelId="{B9C75C45-5CA9-4F91-B27D-E6FA2A2E4B1A}" type="presParOf" srcId="{2D585399-3BDB-47F0-9CE0-9D4B87463CFC}" destId="{A45E1A58-BE0D-4861-9F20-B53618E5B646}" srcOrd="4" destOrd="0" presId="urn:microsoft.com/office/officeart/2018/2/layout/IconVerticalSolidList"/>
    <dgm:cxn modelId="{EC232F91-420C-4A76-AC14-453C4CFEB1F9}" type="presParOf" srcId="{A45E1A58-BE0D-4861-9F20-B53618E5B646}" destId="{D22690A8-2CE7-49D7-BF26-E78CF0D452BE}" srcOrd="0" destOrd="0" presId="urn:microsoft.com/office/officeart/2018/2/layout/IconVerticalSolidList"/>
    <dgm:cxn modelId="{70145A2D-172C-4377-B2E6-1F9B1F23523A}" type="presParOf" srcId="{A45E1A58-BE0D-4861-9F20-B53618E5B646}" destId="{238DA821-603C-4133-A575-197F943CD748}" srcOrd="1" destOrd="0" presId="urn:microsoft.com/office/officeart/2018/2/layout/IconVerticalSolidList"/>
    <dgm:cxn modelId="{7176D18D-D5F2-46CD-9B47-CDF129AD34E3}" type="presParOf" srcId="{A45E1A58-BE0D-4861-9F20-B53618E5B646}" destId="{9EE0BF78-7E95-4309-8E20-9C2203B0C1EC}" srcOrd="2" destOrd="0" presId="urn:microsoft.com/office/officeart/2018/2/layout/IconVerticalSolidList"/>
    <dgm:cxn modelId="{A9A7B474-4AA5-469F-8DCF-9CFCDCE1FFCB}" type="presParOf" srcId="{A45E1A58-BE0D-4861-9F20-B53618E5B646}" destId="{4AB51BA8-28F5-4640-A63C-B19CD7ED06C8}" srcOrd="3" destOrd="0" presId="urn:microsoft.com/office/officeart/2018/2/layout/IconVerticalSolidList"/>
    <dgm:cxn modelId="{4A672FB6-9E98-4907-B2A6-1261A6C4B279}" type="presParOf" srcId="{A45E1A58-BE0D-4861-9F20-B53618E5B646}" destId="{720EF2FD-76F1-4833-930F-3D4CC64F8FBC}" srcOrd="4" destOrd="0" presId="urn:microsoft.com/office/officeart/2018/2/layout/IconVerticalSolidList"/>
    <dgm:cxn modelId="{B1C4CC28-7B1E-4A47-91D8-5AD8CFF1594D}" type="presParOf" srcId="{2D585399-3BDB-47F0-9CE0-9D4B87463CFC}" destId="{C380F137-8661-446D-BB35-51E0489778E6}" srcOrd="5" destOrd="0" presId="urn:microsoft.com/office/officeart/2018/2/layout/IconVerticalSolidList"/>
    <dgm:cxn modelId="{109C125A-B93C-4A2B-B5CF-38E650377F9C}" type="presParOf" srcId="{2D585399-3BDB-47F0-9CE0-9D4B87463CFC}" destId="{7B035976-0682-4C10-9C76-3A8A38A06A7E}" srcOrd="6" destOrd="0" presId="urn:microsoft.com/office/officeart/2018/2/layout/IconVerticalSolidList"/>
    <dgm:cxn modelId="{986554D2-14E7-44E0-BB9C-9BAE7D5C92BE}" type="presParOf" srcId="{7B035976-0682-4C10-9C76-3A8A38A06A7E}" destId="{7A74E02D-92C7-4C36-AD0A-6B122672D741}" srcOrd="0" destOrd="0" presId="urn:microsoft.com/office/officeart/2018/2/layout/IconVerticalSolidList"/>
    <dgm:cxn modelId="{91DCCF33-7E15-4ACF-AF6F-79F622918175}" type="presParOf" srcId="{7B035976-0682-4C10-9C76-3A8A38A06A7E}" destId="{742C716A-507E-4F19-A3CB-51C5ED601D08}" srcOrd="1" destOrd="0" presId="urn:microsoft.com/office/officeart/2018/2/layout/IconVerticalSolidList"/>
    <dgm:cxn modelId="{E0E2F658-2B25-4598-A094-1C9E72F56AE8}" type="presParOf" srcId="{7B035976-0682-4C10-9C76-3A8A38A06A7E}" destId="{155519F4-1D95-42A2-BEFE-3CBF66B98DEC}" srcOrd="2" destOrd="0" presId="urn:microsoft.com/office/officeart/2018/2/layout/IconVerticalSolidList"/>
    <dgm:cxn modelId="{B813FCDE-251F-4196-A806-1A315F9E211B}" type="presParOf" srcId="{7B035976-0682-4C10-9C76-3A8A38A06A7E}" destId="{B276C501-B995-4B6E-B21F-F616A9408E1F}" srcOrd="3" destOrd="0" presId="urn:microsoft.com/office/officeart/2018/2/layout/IconVerticalSolidList"/>
    <dgm:cxn modelId="{73626DC4-AEB8-461E-B96C-9CD084180378}" type="presParOf" srcId="{7B035976-0682-4C10-9C76-3A8A38A06A7E}" destId="{75651574-8961-4BA7-AA2B-D131A28104CB}"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C1CA69D-BBF7-4571-92D8-69602DCD61FD}"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23878D70-AD82-4180-8BEE-ADC401812790}">
      <dgm:prSet/>
      <dgm:spPr/>
      <dgm:t>
        <a:bodyPr/>
        <a:lstStyle/>
        <a:p>
          <a:r>
            <a:rPr lang="da-DK"/>
            <a:t>Er der et retskildehierarki? Har nogle af retskilderne højere værdi end andre?</a:t>
          </a:r>
          <a:endParaRPr lang="en-US"/>
        </a:p>
      </dgm:t>
    </dgm:pt>
    <dgm:pt modelId="{74CBC2C1-783E-43BB-BD0D-8450081A9EF7}" type="parTrans" cxnId="{7929ECB1-29A1-4036-BDC5-4DAE01AFDAB3}">
      <dgm:prSet/>
      <dgm:spPr/>
      <dgm:t>
        <a:bodyPr/>
        <a:lstStyle/>
        <a:p>
          <a:endParaRPr lang="en-US"/>
        </a:p>
      </dgm:t>
    </dgm:pt>
    <dgm:pt modelId="{00103A06-6F67-423F-AB9A-5ECD67110754}" type="sibTrans" cxnId="{7929ECB1-29A1-4036-BDC5-4DAE01AFDAB3}">
      <dgm:prSet/>
      <dgm:spPr/>
      <dgm:t>
        <a:bodyPr/>
        <a:lstStyle/>
        <a:p>
          <a:endParaRPr lang="en-US"/>
        </a:p>
      </dgm:t>
    </dgm:pt>
    <dgm:pt modelId="{D582106B-0C00-4819-ACA0-E1F5E24BD591}">
      <dgm:prSet/>
      <dgm:spPr/>
      <dgm:t>
        <a:bodyPr/>
        <a:lstStyle/>
        <a:p>
          <a:r>
            <a:rPr lang="da-DK"/>
            <a:t>Hvis ja – hvad er så hierarkiet?</a:t>
          </a:r>
          <a:endParaRPr lang="en-US"/>
        </a:p>
      </dgm:t>
    </dgm:pt>
    <dgm:pt modelId="{18F58A61-2C7F-452F-8D84-76126754BA52}" type="parTrans" cxnId="{A210BAA0-ED28-4CB2-A8C9-579604953582}">
      <dgm:prSet/>
      <dgm:spPr/>
      <dgm:t>
        <a:bodyPr/>
        <a:lstStyle/>
        <a:p>
          <a:endParaRPr lang="en-US"/>
        </a:p>
      </dgm:t>
    </dgm:pt>
    <dgm:pt modelId="{A389DD58-18BF-403A-AA35-A1067EC7B269}" type="sibTrans" cxnId="{A210BAA0-ED28-4CB2-A8C9-579604953582}">
      <dgm:prSet/>
      <dgm:spPr/>
      <dgm:t>
        <a:bodyPr/>
        <a:lstStyle/>
        <a:p>
          <a:endParaRPr lang="en-US"/>
        </a:p>
      </dgm:t>
    </dgm:pt>
    <dgm:pt modelId="{EF9C6153-F37D-45DC-B72C-A091FA177719}">
      <dgm:prSet/>
      <dgm:spPr/>
      <dgm:t>
        <a:bodyPr/>
        <a:lstStyle/>
        <a:p>
          <a:r>
            <a:rPr lang="da-DK"/>
            <a:t>Hvis nej – hvorfor ikke?</a:t>
          </a:r>
          <a:endParaRPr lang="en-US"/>
        </a:p>
      </dgm:t>
    </dgm:pt>
    <dgm:pt modelId="{6E494630-8458-42C2-A338-B95EED17E692}" type="parTrans" cxnId="{6AD8C363-E4A2-4D1D-9D0B-015B466732CA}">
      <dgm:prSet/>
      <dgm:spPr/>
      <dgm:t>
        <a:bodyPr/>
        <a:lstStyle/>
        <a:p>
          <a:endParaRPr lang="en-US"/>
        </a:p>
      </dgm:t>
    </dgm:pt>
    <dgm:pt modelId="{EFE940A5-7E22-43C4-A6C4-AF5161B8D7BD}" type="sibTrans" cxnId="{6AD8C363-E4A2-4D1D-9D0B-015B466732CA}">
      <dgm:prSet/>
      <dgm:spPr/>
      <dgm:t>
        <a:bodyPr/>
        <a:lstStyle/>
        <a:p>
          <a:endParaRPr lang="en-US"/>
        </a:p>
      </dgm:t>
    </dgm:pt>
    <dgm:pt modelId="{8F0F8AB7-AFD5-4AF7-887C-E74A27684D7B}" type="pres">
      <dgm:prSet presAssocID="{EC1CA69D-BBF7-4571-92D8-69602DCD61FD}" presName="root" presStyleCnt="0">
        <dgm:presLayoutVars>
          <dgm:dir/>
          <dgm:resizeHandles val="exact"/>
        </dgm:presLayoutVars>
      </dgm:prSet>
      <dgm:spPr/>
    </dgm:pt>
    <dgm:pt modelId="{D38436EA-6C5A-4D96-A633-AA033B72C0B5}" type="pres">
      <dgm:prSet presAssocID="{23878D70-AD82-4180-8BEE-ADC401812790}" presName="compNode" presStyleCnt="0"/>
      <dgm:spPr/>
    </dgm:pt>
    <dgm:pt modelId="{0BA7CC9D-E6DE-4038-813F-E452246A7883}" type="pres">
      <dgm:prSet presAssocID="{23878D70-AD82-4180-8BEE-ADC401812790}" presName="bgRect" presStyleLbl="bgShp" presStyleIdx="0" presStyleCnt="3"/>
      <dgm:spPr/>
    </dgm:pt>
    <dgm:pt modelId="{EF0BBA7A-9467-4401-9A9E-A3819A0E5548}" type="pres">
      <dgm:prSet presAssocID="{23878D70-AD82-4180-8BEE-ADC40181279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ute Speaker"/>
        </a:ext>
      </dgm:extLst>
    </dgm:pt>
    <dgm:pt modelId="{3E0B30FF-6C3D-4555-B41F-9A82F76497FA}" type="pres">
      <dgm:prSet presAssocID="{23878D70-AD82-4180-8BEE-ADC401812790}" presName="spaceRect" presStyleCnt="0"/>
      <dgm:spPr/>
    </dgm:pt>
    <dgm:pt modelId="{A5233BD7-ACE3-4A9C-AFDD-C1DC0DC590FD}" type="pres">
      <dgm:prSet presAssocID="{23878D70-AD82-4180-8BEE-ADC401812790}" presName="parTx" presStyleLbl="revTx" presStyleIdx="0" presStyleCnt="3">
        <dgm:presLayoutVars>
          <dgm:chMax val="0"/>
          <dgm:chPref val="0"/>
        </dgm:presLayoutVars>
      </dgm:prSet>
      <dgm:spPr/>
    </dgm:pt>
    <dgm:pt modelId="{A66416D4-C75E-4CFD-AB37-1FA8A6EF5576}" type="pres">
      <dgm:prSet presAssocID="{00103A06-6F67-423F-AB9A-5ECD67110754}" presName="sibTrans" presStyleCnt="0"/>
      <dgm:spPr/>
    </dgm:pt>
    <dgm:pt modelId="{EEF94311-0163-47BA-B5EF-E7CB728A90CB}" type="pres">
      <dgm:prSet presAssocID="{D582106B-0C00-4819-ACA0-E1F5E24BD591}" presName="compNode" presStyleCnt="0"/>
      <dgm:spPr/>
    </dgm:pt>
    <dgm:pt modelId="{44AD008C-C4F5-4D5E-B098-332F38C80178}" type="pres">
      <dgm:prSet presAssocID="{D582106B-0C00-4819-ACA0-E1F5E24BD591}" presName="bgRect" presStyleLbl="bgShp" presStyleIdx="1" presStyleCnt="3"/>
      <dgm:spPr/>
    </dgm:pt>
    <dgm:pt modelId="{3145E809-7EC5-478B-B9F6-33F0F51C451B}" type="pres">
      <dgm:prSet presAssocID="{D582106B-0C00-4819-ACA0-E1F5E24BD59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of People"/>
        </a:ext>
      </dgm:extLst>
    </dgm:pt>
    <dgm:pt modelId="{7C8CEDE4-D975-41D6-AEAF-489340E76D8D}" type="pres">
      <dgm:prSet presAssocID="{D582106B-0C00-4819-ACA0-E1F5E24BD591}" presName="spaceRect" presStyleCnt="0"/>
      <dgm:spPr/>
    </dgm:pt>
    <dgm:pt modelId="{49083271-4C0D-40B4-AAC1-22B45677F9EC}" type="pres">
      <dgm:prSet presAssocID="{D582106B-0C00-4819-ACA0-E1F5E24BD591}" presName="parTx" presStyleLbl="revTx" presStyleIdx="1" presStyleCnt="3">
        <dgm:presLayoutVars>
          <dgm:chMax val="0"/>
          <dgm:chPref val="0"/>
        </dgm:presLayoutVars>
      </dgm:prSet>
      <dgm:spPr/>
    </dgm:pt>
    <dgm:pt modelId="{8A464B93-EA3A-4964-95D0-C095AE6F494A}" type="pres">
      <dgm:prSet presAssocID="{A389DD58-18BF-403A-AA35-A1067EC7B269}" presName="sibTrans" presStyleCnt="0"/>
      <dgm:spPr/>
    </dgm:pt>
    <dgm:pt modelId="{4BB79920-52B4-4129-B5A7-85D63B77FA0A}" type="pres">
      <dgm:prSet presAssocID="{EF9C6153-F37D-45DC-B72C-A091FA177719}" presName="compNode" presStyleCnt="0"/>
      <dgm:spPr/>
    </dgm:pt>
    <dgm:pt modelId="{C19B5872-E948-40B9-9ABB-3E6653095D64}" type="pres">
      <dgm:prSet presAssocID="{EF9C6153-F37D-45DC-B72C-A091FA177719}" presName="bgRect" presStyleLbl="bgShp" presStyleIdx="2" presStyleCnt="3"/>
      <dgm:spPr/>
    </dgm:pt>
    <dgm:pt modelId="{8C477FD8-484B-4198-8669-9E8B44AE56E6}" type="pres">
      <dgm:prSet presAssocID="{EF9C6153-F37D-45DC-B72C-A091FA17771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rritationskilde"/>
        </a:ext>
      </dgm:extLst>
    </dgm:pt>
    <dgm:pt modelId="{FD743581-F594-46D6-B034-75D929A07612}" type="pres">
      <dgm:prSet presAssocID="{EF9C6153-F37D-45DC-B72C-A091FA177719}" presName="spaceRect" presStyleCnt="0"/>
      <dgm:spPr/>
    </dgm:pt>
    <dgm:pt modelId="{F07AA03E-3358-42E6-B6EE-C8DAB8B3F6E1}" type="pres">
      <dgm:prSet presAssocID="{EF9C6153-F37D-45DC-B72C-A091FA177719}" presName="parTx" presStyleLbl="revTx" presStyleIdx="2" presStyleCnt="3">
        <dgm:presLayoutVars>
          <dgm:chMax val="0"/>
          <dgm:chPref val="0"/>
        </dgm:presLayoutVars>
      </dgm:prSet>
      <dgm:spPr/>
    </dgm:pt>
  </dgm:ptLst>
  <dgm:cxnLst>
    <dgm:cxn modelId="{4DAE3C27-DA7C-42CD-8ACC-92684B0B0453}" type="presOf" srcId="{EF9C6153-F37D-45DC-B72C-A091FA177719}" destId="{F07AA03E-3358-42E6-B6EE-C8DAB8B3F6E1}" srcOrd="0" destOrd="0" presId="urn:microsoft.com/office/officeart/2018/2/layout/IconVerticalSolidList"/>
    <dgm:cxn modelId="{6AD8C363-E4A2-4D1D-9D0B-015B466732CA}" srcId="{EC1CA69D-BBF7-4571-92D8-69602DCD61FD}" destId="{EF9C6153-F37D-45DC-B72C-A091FA177719}" srcOrd="2" destOrd="0" parTransId="{6E494630-8458-42C2-A338-B95EED17E692}" sibTransId="{EFE940A5-7E22-43C4-A6C4-AF5161B8D7BD}"/>
    <dgm:cxn modelId="{9FC27C71-424A-4BF3-98FE-669C12F77C00}" type="presOf" srcId="{23878D70-AD82-4180-8BEE-ADC401812790}" destId="{A5233BD7-ACE3-4A9C-AFDD-C1DC0DC590FD}" srcOrd="0" destOrd="0" presId="urn:microsoft.com/office/officeart/2018/2/layout/IconVerticalSolidList"/>
    <dgm:cxn modelId="{A210BAA0-ED28-4CB2-A8C9-579604953582}" srcId="{EC1CA69D-BBF7-4571-92D8-69602DCD61FD}" destId="{D582106B-0C00-4819-ACA0-E1F5E24BD591}" srcOrd="1" destOrd="0" parTransId="{18F58A61-2C7F-452F-8D84-76126754BA52}" sibTransId="{A389DD58-18BF-403A-AA35-A1067EC7B269}"/>
    <dgm:cxn modelId="{7929ECB1-29A1-4036-BDC5-4DAE01AFDAB3}" srcId="{EC1CA69D-BBF7-4571-92D8-69602DCD61FD}" destId="{23878D70-AD82-4180-8BEE-ADC401812790}" srcOrd="0" destOrd="0" parTransId="{74CBC2C1-783E-43BB-BD0D-8450081A9EF7}" sibTransId="{00103A06-6F67-423F-AB9A-5ECD67110754}"/>
    <dgm:cxn modelId="{86F966B7-5C7F-4876-9BE5-4232CE79D56B}" type="presOf" srcId="{EC1CA69D-BBF7-4571-92D8-69602DCD61FD}" destId="{8F0F8AB7-AFD5-4AF7-887C-E74A27684D7B}" srcOrd="0" destOrd="0" presId="urn:microsoft.com/office/officeart/2018/2/layout/IconVerticalSolidList"/>
    <dgm:cxn modelId="{893E7BFC-9E03-4DAD-B93C-F60C60778F00}" type="presOf" srcId="{D582106B-0C00-4819-ACA0-E1F5E24BD591}" destId="{49083271-4C0D-40B4-AAC1-22B45677F9EC}" srcOrd="0" destOrd="0" presId="urn:microsoft.com/office/officeart/2018/2/layout/IconVerticalSolidList"/>
    <dgm:cxn modelId="{EECD4CEE-C69F-47F9-8D40-4B0560363243}" type="presParOf" srcId="{8F0F8AB7-AFD5-4AF7-887C-E74A27684D7B}" destId="{D38436EA-6C5A-4D96-A633-AA033B72C0B5}" srcOrd="0" destOrd="0" presId="urn:microsoft.com/office/officeart/2018/2/layout/IconVerticalSolidList"/>
    <dgm:cxn modelId="{949963BA-1B53-426F-A575-B5057F80AA6B}" type="presParOf" srcId="{D38436EA-6C5A-4D96-A633-AA033B72C0B5}" destId="{0BA7CC9D-E6DE-4038-813F-E452246A7883}" srcOrd="0" destOrd="0" presId="urn:microsoft.com/office/officeart/2018/2/layout/IconVerticalSolidList"/>
    <dgm:cxn modelId="{FF594666-2367-4A69-9A1B-A18F09061DD7}" type="presParOf" srcId="{D38436EA-6C5A-4D96-A633-AA033B72C0B5}" destId="{EF0BBA7A-9467-4401-9A9E-A3819A0E5548}" srcOrd="1" destOrd="0" presId="urn:microsoft.com/office/officeart/2018/2/layout/IconVerticalSolidList"/>
    <dgm:cxn modelId="{A86D9B24-5B7F-4F80-9A51-23B339EA1EE6}" type="presParOf" srcId="{D38436EA-6C5A-4D96-A633-AA033B72C0B5}" destId="{3E0B30FF-6C3D-4555-B41F-9A82F76497FA}" srcOrd="2" destOrd="0" presId="urn:microsoft.com/office/officeart/2018/2/layout/IconVerticalSolidList"/>
    <dgm:cxn modelId="{E1E74EF5-5551-45D8-AF7E-43F684ED51C4}" type="presParOf" srcId="{D38436EA-6C5A-4D96-A633-AA033B72C0B5}" destId="{A5233BD7-ACE3-4A9C-AFDD-C1DC0DC590FD}" srcOrd="3" destOrd="0" presId="urn:microsoft.com/office/officeart/2018/2/layout/IconVerticalSolidList"/>
    <dgm:cxn modelId="{27BE3A54-583C-4CC0-AC58-BEBE17B01745}" type="presParOf" srcId="{8F0F8AB7-AFD5-4AF7-887C-E74A27684D7B}" destId="{A66416D4-C75E-4CFD-AB37-1FA8A6EF5576}" srcOrd="1" destOrd="0" presId="urn:microsoft.com/office/officeart/2018/2/layout/IconVerticalSolidList"/>
    <dgm:cxn modelId="{71F08494-30B2-4393-871A-33828B9F39B8}" type="presParOf" srcId="{8F0F8AB7-AFD5-4AF7-887C-E74A27684D7B}" destId="{EEF94311-0163-47BA-B5EF-E7CB728A90CB}" srcOrd="2" destOrd="0" presId="urn:microsoft.com/office/officeart/2018/2/layout/IconVerticalSolidList"/>
    <dgm:cxn modelId="{68D43378-228E-4069-9579-3D2DE5669BE2}" type="presParOf" srcId="{EEF94311-0163-47BA-B5EF-E7CB728A90CB}" destId="{44AD008C-C4F5-4D5E-B098-332F38C80178}" srcOrd="0" destOrd="0" presId="urn:microsoft.com/office/officeart/2018/2/layout/IconVerticalSolidList"/>
    <dgm:cxn modelId="{FCAB1708-5638-4785-98CD-CCAAD3FD9C58}" type="presParOf" srcId="{EEF94311-0163-47BA-B5EF-E7CB728A90CB}" destId="{3145E809-7EC5-478B-B9F6-33F0F51C451B}" srcOrd="1" destOrd="0" presId="urn:microsoft.com/office/officeart/2018/2/layout/IconVerticalSolidList"/>
    <dgm:cxn modelId="{2208001B-9BEA-4265-B327-63AC84C6A849}" type="presParOf" srcId="{EEF94311-0163-47BA-B5EF-E7CB728A90CB}" destId="{7C8CEDE4-D975-41D6-AEAF-489340E76D8D}" srcOrd="2" destOrd="0" presId="urn:microsoft.com/office/officeart/2018/2/layout/IconVerticalSolidList"/>
    <dgm:cxn modelId="{80716B9A-DA08-450B-BAFE-407888A3D7E0}" type="presParOf" srcId="{EEF94311-0163-47BA-B5EF-E7CB728A90CB}" destId="{49083271-4C0D-40B4-AAC1-22B45677F9EC}" srcOrd="3" destOrd="0" presId="urn:microsoft.com/office/officeart/2018/2/layout/IconVerticalSolidList"/>
    <dgm:cxn modelId="{37EAB0E0-3901-42F3-AE42-735019AE31EF}" type="presParOf" srcId="{8F0F8AB7-AFD5-4AF7-887C-E74A27684D7B}" destId="{8A464B93-EA3A-4964-95D0-C095AE6F494A}" srcOrd="3" destOrd="0" presId="urn:microsoft.com/office/officeart/2018/2/layout/IconVerticalSolidList"/>
    <dgm:cxn modelId="{62849B3A-FBAA-4740-9C3F-3CD428881DB7}" type="presParOf" srcId="{8F0F8AB7-AFD5-4AF7-887C-E74A27684D7B}" destId="{4BB79920-52B4-4129-B5A7-85D63B77FA0A}" srcOrd="4" destOrd="0" presId="urn:microsoft.com/office/officeart/2018/2/layout/IconVerticalSolidList"/>
    <dgm:cxn modelId="{C0542621-0070-4E56-B76B-5D2E75B496B7}" type="presParOf" srcId="{4BB79920-52B4-4129-B5A7-85D63B77FA0A}" destId="{C19B5872-E948-40B9-9ABB-3E6653095D64}" srcOrd="0" destOrd="0" presId="urn:microsoft.com/office/officeart/2018/2/layout/IconVerticalSolidList"/>
    <dgm:cxn modelId="{6FEB06B8-0863-40E7-AFD1-DBA826A08694}" type="presParOf" srcId="{4BB79920-52B4-4129-B5A7-85D63B77FA0A}" destId="{8C477FD8-484B-4198-8669-9E8B44AE56E6}" srcOrd="1" destOrd="0" presId="urn:microsoft.com/office/officeart/2018/2/layout/IconVerticalSolidList"/>
    <dgm:cxn modelId="{4100B7F3-D082-415C-B405-04D69C15A1E3}" type="presParOf" srcId="{4BB79920-52B4-4129-B5A7-85D63B77FA0A}" destId="{FD743581-F594-46D6-B034-75D929A07612}" srcOrd="2" destOrd="0" presId="urn:microsoft.com/office/officeart/2018/2/layout/IconVerticalSolidList"/>
    <dgm:cxn modelId="{885C112D-738F-4C74-A4A7-D4A36F88AC64}" type="presParOf" srcId="{4BB79920-52B4-4129-B5A7-85D63B77FA0A}" destId="{F07AA03E-3358-42E6-B6EE-C8DAB8B3F6E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A5526B7-1E7F-461F-8C4A-59314C92D8F9}"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AC8A5F0-3E25-4C6A-9F38-2BA6217B6D39}">
      <dgm:prSet custT="1"/>
      <dgm:spPr/>
      <dgm:t>
        <a:bodyPr/>
        <a:lstStyle/>
        <a:p>
          <a:r>
            <a:rPr lang="da-DK" sz="2800" b="1" dirty="0"/>
            <a:t>Lex </a:t>
          </a:r>
          <a:r>
            <a:rPr lang="da-DK" sz="2800" b="1" dirty="0" err="1"/>
            <a:t>superior</a:t>
          </a:r>
          <a:endParaRPr lang="en-US" sz="2800" dirty="0"/>
        </a:p>
      </dgm:t>
    </dgm:pt>
    <dgm:pt modelId="{38D101D8-0602-4C6B-ACA8-0E6C3822DF3B}" type="parTrans" cxnId="{78E34FE3-C15F-41CE-B20F-AB514D483CA7}">
      <dgm:prSet/>
      <dgm:spPr/>
      <dgm:t>
        <a:bodyPr/>
        <a:lstStyle/>
        <a:p>
          <a:endParaRPr lang="en-US" sz="1050"/>
        </a:p>
      </dgm:t>
    </dgm:pt>
    <dgm:pt modelId="{875A0B79-B975-4575-B686-ABA0E4248DFC}" type="sibTrans" cxnId="{78E34FE3-C15F-41CE-B20F-AB514D483CA7}">
      <dgm:prSet/>
      <dgm:spPr/>
      <dgm:t>
        <a:bodyPr/>
        <a:lstStyle/>
        <a:p>
          <a:endParaRPr lang="en-US" sz="1050"/>
        </a:p>
      </dgm:t>
    </dgm:pt>
    <dgm:pt modelId="{C5BC4881-CAAE-4571-B266-CDF18A96586D}">
      <dgm:prSet custT="1"/>
      <dgm:spPr/>
      <dgm:t>
        <a:bodyPr/>
        <a:lstStyle/>
        <a:p>
          <a:r>
            <a:rPr lang="da-DK" sz="1800" b="1" dirty="0"/>
            <a:t>Regel på højere niveau går (som udgangspunkt) forud for regel på lavere niveau</a:t>
          </a:r>
          <a:r>
            <a:rPr lang="da-DK" sz="1800" dirty="0"/>
            <a:t>.</a:t>
          </a:r>
          <a:endParaRPr lang="en-US" sz="1800" dirty="0"/>
        </a:p>
      </dgm:t>
    </dgm:pt>
    <dgm:pt modelId="{F23EAE8A-903A-4B3C-9F8A-C80D4918CA16}" type="parTrans" cxnId="{EDF28D61-AA79-4A68-BD8A-E90B3220B764}">
      <dgm:prSet/>
      <dgm:spPr/>
      <dgm:t>
        <a:bodyPr/>
        <a:lstStyle/>
        <a:p>
          <a:endParaRPr lang="en-US" sz="1050"/>
        </a:p>
      </dgm:t>
    </dgm:pt>
    <dgm:pt modelId="{7E16671B-02AC-4A12-8806-68C81FEF8E38}" type="sibTrans" cxnId="{EDF28D61-AA79-4A68-BD8A-E90B3220B764}">
      <dgm:prSet/>
      <dgm:spPr/>
      <dgm:t>
        <a:bodyPr/>
        <a:lstStyle/>
        <a:p>
          <a:endParaRPr lang="en-US" sz="1050"/>
        </a:p>
      </dgm:t>
    </dgm:pt>
    <dgm:pt modelId="{ECCBCD4A-94C1-43E9-B82A-E00A214FDC5F}">
      <dgm:prSet custT="1"/>
      <dgm:spPr/>
      <dgm:t>
        <a:bodyPr/>
        <a:lstStyle/>
        <a:p>
          <a:r>
            <a:rPr lang="da-DK" sz="1800" dirty="0"/>
            <a:t>Grundlov trumfer lov, som igen trumfer bekendtgørelse</a:t>
          </a:r>
          <a:r>
            <a:rPr lang="da-DK" sz="2800" dirty="0"/>
            <a:t> </a:t>
          </a:r>
          <a:endParaRPr lang="en-US" sz="2800" dirty="0"/>
        </a:p>
      </dgm:t>
    </dgm:pt>
    <dgm:pt modelId="{44117838-6228-4E88-8572-F61C452CC7A5}" type="parTrans" cxnId="{50D05587-DAE2-41C2-BBB7-C3B1AA918D1D}">
      <dgm:prSet/>
      <dgm:spPr/>
      <dgm:t>
        <a:bodyPr/>
        <a:lstStyle/>
        <a:p>
          <a:endParaRPr lang="da-DK"/>
        </a:p>
      </dgm:t>
    </dgm:pt>
    <dgm:pt modelId="{251734EE-68DE-4363-8C7F-FCFFE00294C5}" type="sibTrans" cxnId="{50D05587-DAE2-41C2-BBB7-C3B1AA918D1D}">
      <dgm:prSet/>
      <dgm:spPr/>
      <dgm:t>
        <a:bodyPr/>
        <a:lstStyle/>
        <a:p>
          <a:endParaRPr lang="da-DK"/>
        </a:p>
      </dgm:t>
    </dgm:pt>
    <dgm:pt modelId="{304F1B2B-75B8-4103-A113-302EE5DB6DCF}" type="pres">
      <dgm:prSet presAssocID="{FA5526B7-1E7F-461F-8C4A-59314C92D8F9}" presName="linear" presStyleCnt="0">
        <dgm:presLayoutVars>
          <dgm:dir/>
          <dgm:animLvl val="lvl"/>
          <dgm:resizeHandles val="exact"/>
        </dgm:presLayoutVars>
      </dgm:prSet>
      <dgm:spPr/>
    </dgm:pt>
    <dgm:pt modelId="{66CF0A6A-C95F-4F85-9F55-13573A5FAB6A}" type="pres">
      <dgm:prSet presAssocID="{1AC8A5F0-3E25-4C6A-9F38-2BA6217B6D39}" presName="parentLin" presStyleCnt="0"/>
      <dgm:spPr/>
    </dgm:pt>
    <dgm:pt modelId="{97ED8B83-764A-475A-8200-F1FFEA2DE057}" type="pres">
      <dgm:prSet presAssocID="{1AC8A5F0-3E25-4C6A-9F38-2BA6217B6D39}" presName="parentLeftMargin" presStyleLbl="node1" presStyleIdx="0" presStyleCnt="1"/>
      <dgm:spPr/>
    </dgm:pt>
    <dgm:pt modelId="{B1301281-BE77-43AE-91F9-80E8D6B027E6}" type="pres">
      <dgm:prSet presAssocID="{1AC8A5F0-3E25-4C6A-9F38-2BA6217B6D39}" presName="parentText" presStyleLbl="node1" presStyleIdx="0" presStyleCnt="1" custScaleX="89621" custScaleY="41444" custLinFactNeighborX="-36462" custLinFactNeighborY="-77804">
        <dgm:presLayoutVars>
          <dgm:chMax val="0"/>
          <dgm:bulletEnabled val="1"/>
        </dgm:presLayoutVars>
      </dgm:prSet>
      <dgm:spPr/>
    </dgm:pt>
    <dgm:pt modelId="{F2E21AAD-1228-4550-A8A0-EAEE729E6FD6}" type="pres">
      <dgm:prSet presAssocID="{1AC8A5F0-3E25-4C6A-9F38-2BA6217B6D39}" presName="negativeSpace" presStyleCnt="0"/>
      <dgm:spPr/>
    </dgm:pt>
    <dgm:pt modelId="{89887C47-8064-4CC5-BD4D-ADE729CDCF99}" type="pres">
      <dgm:prSet presAssocID="{1AC8A5F0-3E25-4C6A-9F38-2BA6217B6D39}" presName="childText" presStyleLbl="conFgAcc1" presStyleIdx="0" presStyleCnt="1" custLinFactY="-8161" custLinFactNeighborY="-100000">
        <dgm:presLayoutVars>
          <dgm:bulletEnabled val="1"/>
        </dgm:presLayoutVars>
      </dgm:prSet>
      <dgm:spPr/>
    </dgm:pt>
  </dgm:ptLst>
  <dgm:cxnLst>
    <dgm:cxn modelId="{EDF28D61-AA79-4A68-BD8A-E90B3220B764}" srcId="{1AC8A5F0-3E25-4C6A-9F38-2BA6217B6D39}" destId="{C5BC4881-CAAE-4571-B266-CDF18A96586D}" srcOrd="0" destOrd="0" parTransId="{F23EAE8A-903A-4B3C-9F8A-C80D4918CA16}" sibTransId="{7E16671B-02AC-4A12-8806-68C81FEF8E38}"/>
    <dgm:cxn modelId="{D3BDF165-ACDD-464A-AAFF-EEDF27C1A0AF}" type="presOf" srcId="{ECCBCD4A-94C1-43E9-B82A-E00A214FDC5F}" destId="{89887C47-8064-4CC5-BD4D-ADE729CDCF99}" srcOrd="0" destOrd="1" presId="urn:microsoft.com/office/officeart/2005/8/layout/list1"/>
    <dgm:cxn modelId="{B3696A73-F3BB-4D08-BB5F-266ABCF1BE59}" type="presOf" srcId="{C5BC4881-CAAE-4571-B266-CDF18A96586D}" destId="{89887C47-8064-4CC5-BD4D-ADE729CDCF99}" srcOrd="0" destOrd="0" presId="urn:microsoft.com/office/officeart/2005/8/layout/list1"/>
    <dgm:cxn modelId="{0A8C517A-D159-4CB5-9C8D-45C95DA27980}" type="presOf" srcId="{FA5526B7-1E7F-461F-8C4A-59314C92D8F9}" destId="{304F1B2B-75B8-4103-A113-302EE5DB6DCF}" srcOrd="0" destOrd="0" presId="urn:microsoft.com/office/officeart/2005/8/layout/list1"/>
    <dgm:cxn modelId="{ADB16184-0F3C-4B00-9A26-C95857AED199}" type="presOf" srcId="{1AC8A5F0-3E25-4C6A-9F38-2BA6217B6D39}" destId="{B1301281-BE77-43AE-91F9-80E8D6B027E6}" srcOrd="1" destOrd="0" presId="urn:microsoft.com/office/officeart/2005/8/layout/list1"/>
    <dgm:cxn modelId="{50D05587-DAE2-41C2-BBB7-C3B1AA918D1D}" srcId="{1AC8A5F0-3E25-4C6A-9F38-2BA6217B6D39}" destId="{ECCBCD4A-94C1-43E9-B82A-E00A214FDC5F}" srcOrd="1" destOrd="0" parTransId="{44117838-6228-4E88-8572-F61C452CC7A5}" sibTransId="{251734EE-68DE-4363-8C7F-FCFFE00294C5}"/>
    <dgm:cxn modelId="{C731B9E1-905A-4E93-AAA9-5CD404B8ED17}" type="presOf" srcId="{1AC8A5F0-3E25-4C6A-9F38-2BA6217B6D39}" destId="{97ED8B83-764A-475A-8200-F1FFEA2DE057}" srcOrd="0" destOrd="0" presId="urn:microsoft.com/office/officeart/2005/8/layout/list1"/>
    <dgm:cxn modelId="{78E34FE3-C15F-41CE-B20F-AB514D483CA7}" srcId="{FA5526B7-1E7F-461F-8C4A-59314C92D8F9}" destId="{1AC8A5F0-3E25-4C6A-9F38-2BA6217B6D39}" srcOrd="0" destOrd="0" parTransId="{38D101D8-0602-4C6B-ACA8-0E6C3822DF3B}" sibTransId="{875A0B79-B975-4575-B686-ABA0E4248DFC}"/>
    <dgm:cxn modelId="{46BC7D72-586D-4FC3-9C14-4D3A315D267D}" type="presParOf" srcId="{304F1B2B-75B8-4103-A113-302EE5DB6DCF}" destId="{66CF0A6A-C95F-4F85-9F55-13573A5FAB6A}" srcOrd="0" destOrd="0" presId="urn:microsoft.com/office/officeart/2005/8/layout/list1"/>
    <dgm:cxn modelId="{CD3A67F2-BD1C-401F-81BE-F9DE4DAE60A9}" type="presParOf" srcId="{66CF0A6A-C95F-4F85-9F55-13573A5FAB6A}" destId="{97ED8B83-764A-475A-8200-F1FFEA2DE057}" srcOrd="0" destOrd="0" presId="urn:microsoft.com/office/officeart/2005/8/layout/list1"/>
    <dgm:cxn modelId="{53C292D1-9C5F-4D20-833E-5A7F531100EB}" type="presParOf" srcId="{66CF0A6A-C95F-4F85-9F55-13573A5FAB6A}" destId="{B1301281-BE77-43AE-91F9-80E8D6B027E6}" srcOrd="1" destOrd="0" presId="urn:microsoft.com/office/officeart/2005/8/layout/list1"/>
    <dgm:cxn modelId="{21954D2F-F7A6-4D78-9376-D68FFD6D356D}" type="presParOf" srcId="{304F1B2B-75B8-4103-A113-302EE5DB6DCF}" destId="{F2E21AAD-1228-4550-A8A0-EAEE729E6FD6}" srcOrd="1" destOrd="0" presId="urn:microsoft.com/office/officeart/2005/8/layout/list1"/>
    <dgm:cxn modelId="{7A75A1A4-281C-454B-8136-35F62CA315BE}" type="presParOf" srcId="{304F1B2B-75B8-4103-A113-302EE5DB6DCF}" destId="{89887C47-8064-4CC5-BD4D-ADE729CDCF99}"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D3DC255-236A-495F-B190-989BC0CD703C}" type="doc">
      <dgm:prSet loTypeId="urn:microsoft.com/office/officeart/2005/8/layout/pyramid1" loCatId="pyramid" qsTypeId="urn:microsoft.com/office/officeart/2005/8/quickstyle/simple1" qsCatId="simple" csTypeId="urn:microsoft.com/office/officeart/2005/8/colors/colorful4" csCatId="colorful" phldr="1"/>
      <dgm:spPr/>
      <dgm:t>
        <a:bodyPr/>
        <a:lstStyle/>
        <a:p>
          <a:endParaRPr lang="da-DK"/>
        </a:p>
      </dgm:t>
    </dgm:pt>
    <dgm:pt modelId="{341A8137-86B0-407C-9BF0-78143B629F7B}">
      <dgm:prSet phldrT="[Tekst]" phldr="0"/>
      <dgm:spPr/>
      <dgm:t>
        <a:bodyPr/>
        <a:lstStyle/>
        <a:p>
          <a:r>
            <a:rPr lang="da-DK" dirty="0"/>
            <a:t>Grundlov</a:t>
          </a:r>
        </a:p>
      </dgm:t>
    </dgm:pt>
    <dgm:pt modelId="{D98A073A-489E-40D0-9DB8-104C220D413B}" type="parTrans" cxnId="{2AADB2F8-A97A-4DF2-B0DA-784CA265AC60}">
      <dgm:prSet/>
      <dgm:spPr/>
      <dgm:t>
        <a:bodyPr/>
        <a:lstStyle/>
        <a:p>
          <a:endParaRPr lang="da-DK"/>
        </a:p>
      </dgm:t>
    </dgm:pt>
    <dgm:pt modelId="{BB23005D-3407-47EA-8096-B9FBEE989B49}" type="sibTrans" cxnId="{2AADB2F8-A97A-4DF2-B0DA-784CA265AC60}">
      <dgm:prSet/>
      <dgm:spPr/>
      <dgm:t>
        <a:bodyPr/>
        <a:lstStyle/>
        <a:p>
          <a:endParaRPr lang="da-DK"/>
        </a:p>
      </dgm:t>
    </dgm:pt>
    <dgm:pt modelId="{160106B2-CFD0-4366-8D47-E4522E0506B3}">
      <dgm:prSet phldrT="[Tekst]" phldr="0"/>
      <dgm:spPr/>
      <dgm:t>
        <a:bodyPr/>
        <a:lstStyle/>
        <a:p>
          <a:r>
            <a:rPr lang="da-DK" dirty="0"/>
            <a:t>Lov</a:t>
          </a:r>
        </a:p>
      </dgm:t>
    </dgm:pt>
    <dgm:pt modelId="{88FB862A-901A-4ED5-9AFB-C186E731F7F6}" type="parTrans" cxnId="{2810CDA0-98C6-4CCA-9B92-9EE79A0BD28E}">
      <dgm:prSet/>
      <dgm:spPr/>
      <dgm:t>
        <a:bodyPr/>
        <a:lstStyle/>
        <a:p>
          <a:endParaRPr lang="da-DK"/>
        </a:p>
      </dgm:t>
    </dgm:pt>
    <dgm:pt modelId="{DCA68DB7-4293-4559-9F6C-399B7900AC5E}" type="sibTrans" cxnId="{2810CDA0-98C6-4CCA-9B92-9EE79A0BD28E}">
      <dgm:prSet/>
      <dgm:spPr/>
      <dgm:t>
        <a:bodyPr/>
        <a:lstStyle/>
        <a:p>
          <a:endParaRPr lang="da-DK"/>
        </a:p>
      </dgm:t>
    </dgm:pt>
    <dgm:pt modelId="{7ACD1C8B-A4A9-4229-AF0A-3AC4B2F26DAD}">
      <dgm:prSet phldrT="[Tekst]" phldr="0"/>
      <dgm:spPr/>
      <dgm:t>
        <a:bodyPr/>
        <a:lstStyle/>
        <a:p>
          <a:r>
            <a:rPr lang="da-DK" dirty="0"/>
            <a:t>Bekendtgørelse</a:t>
          </a:r>
        </a:p>
      </dgm:t>
    </dgm:pt>
    <dgm:pt modelId="{ADFD1B59-0D7A-4B11-9A75-CA9BAA277909}" type="parTrans" cxnId="{62DB0321-D24A-4609-BF4C-70465AFCAF12}">
      <dgm:prSet/>
      <dgm:spPr/>
      <dgm:t>
        <a:bodyPr/>
        <a:lstStyle/>
        <a:p>
          <a:endParaRPr lang="da-DK"/>
        </a:p>
      </dgm:t>
    </dgm:pt>
    <dgm:pt modelId="{8C372E9B-EFB5-4D70-907D-F969BCD3AA0B}" type="sibTrans" cxnId="{62DB0321-D24A-4609-BF4C-70465AFCAF12}">
      <dgm:prSet/>
      <dgm:spPr/>
      <dgm:t>
        <a:bodyPr/>
        <a:lstStyle/>
        <a:p>
          <a:endParaRPr lang="da-DK"/>
        </a:p>
      </dgm:t>
    </dgm:pt>
    <dgm:pt modelId="{BC83B921-C923-4F01-BDE9-DD2630FBEEDB}" type="pres">
      <dgm:prSet presAssocID="{5D3DC255-236A-495F-B190-989BC0CD703C}" presName="Name0" presStyleCnt="0">
        <dgm:presLayoutVars>
          <dgm:dir/>
          <dgm:animLvl val="lvl"/>
          <dgm:resizeHandles val="exact"/>
        </dgm:presLayoutVars>
      </dgm:prSet>
      <dgm:spPr/>
    </dgm:pt>
    <dgm:pt modelId="{FFF59D30-766C-4EE4-9500-C275CA6EFAB6}" type="pres">
      <dgm:prSet presAssocID="{341A8137-86B0-407C-9BF0-78143B629F7B}" presName="Name8" presStyleCnt="0"/>
      <dgm:spPr/>
    </dgm:pt>
    <dgm:pt modelId="{8A4C5B4B-D659-4CEE-80CE-28F8F788A31C}" type="pres">
      <dgm:prSet presAssocID="{341A8137-86B0-407C-9BF0-78143B629F7B}" presName="level" presStyleLbl="node1" presStyleIdx="0" presStyleCnt="3">
        <dgm:presLayoutVars>
          <dgm:chMax val="1"/>
          <dgm:bulletEnabled val="1"/>
        </dgm:presLayoutVars>
      </dgm:prSet>
      <dgm:spPr/>
    </dgm:pt>
    <dgm:pt modelId="{EC1C098E-FF85-4955-A66C-A2B11F871E3B}" type="pres">
      <dgm:prSet presAssocID="{341A8137-86B0-407C-9BF0-78143B629F7B}" presName="levelTx" presStyleLbl="revTx" presStyleIdx="0" presStyleCnt="0">
        <dgm:presLayoutVars>
          <dgm:chMax val="1"/>
          <dgm:bulletEnabled val="1"/>
        </dgm:presLayoutVars>
      </dgm:prSet>
      <dgm:spPr/>
    </dgm:pt>
    <dgm:pt modelId="{F98328E0-681C-419D-9A13-0902B6D12A2F}" type="pres">
      <dgm:prSet presAssocID="{160106B2-CFD0-4366-8D47-E4522E0506B3}" presName="Name8" presStyleCnt="0"/>
      <dgm:spPr/>
    </dgm:pt>
    <dgm:pt modelId="{5D07C98F-596B-44F3-9C90-4E9ED125AE59}" type="pres">
      <dgm:prSet presAssocID="{160106B2-CFD0-4366-8D47-E4522E0506B3}" presName="level" presStyleLbl="node1" presStyleIdx="1" presStyleCnt="3">
        <dgm:presLayoutVars>
          <dgm:chMax val="1"/>
          <dgm:bulletEnabled val="1"/>
        </dgm:presLayoutVars>
      </dgm:prSet>
      <dgm:spPr/>
    </dgm:pt>
    <dgm:pt modelId="{7189E0A8-E747-4EBB-9A84-86B57D551118}" type="pres">
      <dgm:prSet presAssocID="{160106B2-CFD0-4366-8D47-E4522E0506B3}" presName="levelTx" presStyleLbl="revTx" presStyleIdx="0" presStyleCnt="0">
        <dgm:presLayoutVars>
          <dgm:chMax val="1"/>
          <dgm:bulletEnabled val="1"/>
        </dgm:presLayoutVars>
      </dgm:prSet>
      <dgm:spPr/>
    </dgm:pt>
    <dgm:pt modelId="{5F081130-F114-41FE-A0C3-352D5E2C2894}" type="pres">
      <dgm:prSet presAssocID="{7ACD1C8B-A4A9-4229-AF0A-3AC4B2F26DAD}" presName="Name8" presStyleCnt="0"/>
      <dgm:spPr/>
    </dgm:pt>
    <dgm:pt modelId="{0D23A6BB-96BC-4F02-8A3B-CE25C3308E93}" type="pres">
      <dgm:prSet presAssocID="{7ACD1C8B-A4A9-4229-AF0A-3AC4B2F26DAD}" presName="level" presStyleLbl="node1" presStyleIdx="2" presStyleCnt="3">
        <dgm:presLayoutVars>
          <dgm:chMax val="1"/>
          <dgm:bulletEnabled val="1"/>
        </dgm:presLayoutVars>
      </dgm:prSet>
      <dgm:spPr/>
    </dgm:pt>
    <dgm:pt modelId="{76F4FB44-5A00-4ED9-BA1C-233F8A2E88D1}" type="pres">
      <dgm:prSet presAssocID="{7ACD1C8B-A4A9-4229-AF0A-3AC4B2F26DAD}" presName="levelTx" presStyleLbl="revTx" presStyleIdx="0" presStyleCnt="0">
        <dgm:presLayoutVars>
          <dgm:chMax val="1"/>
          <dgm:bulletEnabled val="1"/>
        </dgm:presLayoutVars>
      </dgm:prSet>
      <dgm:spPr/>
    </dgm:pt>
  </dgm:ptLst>
  <dgm:cxnLst>
    <dgm:cxn modelId="{62DB0321-D24A-4609-BF4C-70465AFCAF12}" srcId="{5D3DC255-236A-495F-B190-989BC0CD703C}" destId="{7ACD1C8B-A4A9-4229-AF0A-3AC4B2F26DAD}" srcOrd="2" destOrd="0" parTransId="{ADFD1B59-0D7A-4B11-9A75-CA9BAA277909}" sibTransId="{8C372E9B-EFB5-4D70-907D-F969BCD3AA0B}"/>
    <dgm:cxn modelId="{0A8C583B-D266-45D3-8E20-6159B8E2625E}" type="presOf" srcId="{341A8137-86B0-407C-9BF0-78143B629F7B}" destId="{EC1C098E-FF85-4955-A66C-A2B11F871E3B}" srcOrd="1" destOrd="0" presId="urn:microsoft.com/office/officeart/2005/8/layout/pyramid1"/>
    <dgm:cxn modelId="{EDC8A64E-FC21-447D-A721-5A48DD72C28F}" type="presOf" srcId="{341A8137-86B0-407C-9BF0-78143B629F7B}" destId="{8A4C5B4B-D659-4CEE-80CE-28F8F788A31C}" srcOrd="0" destOrd="0" presId="urn:microsoft.com/office/officeart/2005/8/layout/pyramid1"/>
    <dgm:cxn modelId="{5054AF5B-F305-4518-B97F-D9BF09D2CAA8}" type="presOf" srcId="{160106B2-CFD0-4366-8D47-E4522E0506B3}" destId="{7189E0A8-E747-4EBB-9A84-86B57D551118}" srcOrd="1" destOrd="0" presId="urn:microsoft.com/office/officeart/2005/8/layout/pyramid1"/>
    <dgm:cxn modelId="{36954867-B713-408D-8724-A9B25386DC8E}" type="presOf" srcId="{7ACD1C8B-A4A9-4229-AF0A-3AC4B2F26DAD}" destId="{0D23A6BB-96BC-4F02-8A3B-CE25C3308E93}" srcOrd="0" destOrd="0" presId="urn:microsoft.com/office/officeart/2005/8/layout/pyramid1"/>
    <dgm:cxn modelId="{969CB59E-6783-4233-81AB-D98BAC5E0B9D}" type="presOf" srcId="{5D3DC255-236A-495F-B190-989BC0CD703C}" destId="{BC83B921-C923-4F01-BDE9-DD2630FBEEDB}" srcOrd="0" destOrd="0" presId="urn:microsoft.com/office/officeart/2005/8/layout/pyramid1"/>
    <dgm:cxn modelId="{2810CDA0-98C6-4CCA-9B92-9EE79A0BD28E}" srcId="{5D3DC255-236A-495F-B190-989BC0CD703C}" destId="{160106B2-CFD0-4366-8D47-E4522E0506B3}" srcOrd="1" destOrd="0" parTransId="{88FB862A-901A-4ED5-9AFB-C186E731F7F6}" sibTransId="{DCA68DB7-4293-4559-9F6C-399B7900AC5E}"/>
    <dgm:cxn modelId="{CDF674E5-C53E-4F2D-B126-0EA2971C3766}" type="presOf" srcId="{7ACD1C8B-A4A9-4229-AF0A-3AC4B2F26DAD}" destId="{76F4FB44-5A00-4ED9-BA1C-233F8A2E88D1}" srcOrd="1" destOrd="0" presId="urn:microsoft.com/office/officeart/2005/8/layout/pyramid1"/>
    <dgm:cxn modelId="{6C1FFFE8-313F-4DF2-B598-48774A0659CF}" type="presOf" srcId="{160106B2-CFD0-4366-8D47-E4522E0506B3}" destId="{5D07C98F-596B-44F3-9C90-4E9ED125AE59}" srcOrd="0" destOrd="0" presId="urn:microsoft.com/office/officeart/2005/8/layout/pyramid1"/>
    <dgm:cxn modelId="{2AADB2F8-A97A-4DF2-B0DA-784CA265AC60}" srcId="{5D3DC255-236A-495F-B190-989BC0CD703C}" destId="{341A8137-86B0-407C-9BF0-78143B629F7B}" srcOrd="0" destOrd="0" parTransId="{D98A073A-489E-40D0-9DB8-104C220D413B}" sibTransId="{BB23005D-3407-47EA-8096-B9FBEE989B49}"/>
    <dgm:cxn modelId="{B0E7D6C0-7CF9-4ABF-8329-778F3E4ABE13}" type="presParOf" srcId="{BC83B921-C923-4F01-BDE9-DD2630FBEEDB}" destId="{FFF59D30-766C-4EE4-9500-C275CA6EFAB6}" srcOrd="0" destOrd="0" presId="urn:microsoft.com/office/officeart/2005/8/layout/pyramid1"/>
    <dgm:cxn modelId="{F7F63C21-EB25-413A-943B-0FC52B1F8FA1}" type="presParOf" srcId="{FFF59D30-766C-4EE4-9500-C275CA6EFAB6}" destId="{8A4C5B4B-D659-4CEE-80CE-28F8F788A31C}" srcOrd="0" destOrd="0" presId="urn:microsoft.com/office/officeart/2005/8/layout/pyramid1"/>
    <dgm:cxn modelId="{5F651073-F5C2-4196-BAC5-841A6DB2FC17}" type="presParOf" srcId="{FFF59D30-766C-4EE4-9500-C275CA6EFAB6}" destId="{EC1C098E-FF85-4955-A66C-A2B11F871E3B}" srcOrd="1" destOrd="0" presId="urn:microsoft.com/office/officeart/2005/8/layout/pyramid1"/>
    <dgm:cxn modelId="{D8A9F368-E433-47E7-8EA2-701B60F05A03}" type="presParOf" srcId="{BC83B921-C923-4F01-BDE9-DD2630FBEEDB}" destId="{F98328E0-681C-419D-9A13-0902B6D12A2F}" srcOrd="1" destOrd="0" presId="urn:microsoft.com/office/officeart/2005/8/layout/pyramid1"/>
    <dgm:cxn modelId="{854CBDE7-FA18-4A58-8018-C9685FBB13B1}" type="presParOf" srcId="{F98328E0-681C-419D-9A13-0902B6D12A2F}" destId="{5D07C98F-596B-44F3-9C90-4E9ED125AE59}" srcOrd="0" destOrd="0" presId="urn:microsoft.com/office/officeart/2005/8/layout/pyramid1"/>
    <dgm:cxn modelId="{44DF196C-ABF4-464E-B3C9-1255221E256D}" type="presParOf" srcId="{F98328E0-681C-419D-9A13-0902B6D12A2F}" destId="{7189E0A8-E747-4EBB-9A84-86B57D551118}" srcOrd="1" destOrd="0" presId="urn:microsoft.com/office/officeart/2005/8/layout/pyramid1"/>
    <dgm:cxn modelId="{2ADE0D0F-6DA5-4509-8C44-BAF38249C2A9}" type="presParOf" srcId="{BC83B921-C923-4F01-BDE9-DD2630FBEEDB}" destId="{5F081130-F114-41FE-A0C3-352D5E2C2894}" srcOrd="2" destOrd="0" presId="urn:microsoft.com/office/officeart/2005/8/layout/pyramid1"/>
    <dgm:cxn modelId="{11ABBFD5-AF2C-466F-8C57-CFCF3D16B147}" type="presParOf" srcId="{5F081130-F114-41FE-A0C3-352D5E2C2894}" destId="{0D23A6BB-96BC-4F02-8A3B-CE25C3308E93}" srcOrd="0" destOrd="0" presId="urn:microsoft.com/office/officeart/2005/8/layout/pyramid1"/>
    <dgm:cxn modelId="{9B70F318-8DC4-4341-8730-EBDC78AF5C6A}" type="presParOf" srcId="{5F081130-F114-41FE-A0C3-352D5E2C2894}" destId="{76F4FB44-5A00-4ED9-BA1C-233F8A2E88D1}" srcOrd="1" destOrd="0" presId="urn:microsoft.com/office/officeart/2005/8/layout/pyramid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A5526B7-1E7F-461F-8C4A-59314C92D8F9}"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1AC8A5F0-3E25-4C6A-9F38-2BA6217B6D39}">
      <dgm:prSet/>
      <dgm:spPr/>
      <dgm:t>
        <a:bodyPr/>
        <a:lstStyle/>
        <a:p>
          <a:r>
            <a:rPr lang="da-DK" b="1" dirty="0"/>
            <a:t>Lex </a:t>
          </a:r>
          <a:r>
            <a:rPr lang="da-DK" b="1" dirty="0" err="1"/>
            <a:t>posterior</a:t>
          </a:r>
          <a:endParaRPr lang="en-US" dirty="0"/>
        </a:p>
      </dgm:t>
    </dgm:pt>
    <dgm:pt modelId="{38D101D8-0602-4C6B-ACA8-0E6C3822DF3B}" type="parTrans" cxnId="{78E34FE3-C15F-41CE-B20F-AB514D483CA7}">
      <dgm:prSet/>
      <dgm:spPr/>
      <dgm:t>
        <a:bodyPr/>
        <a:lstStyle/>
        <a:p>
          <a:endParaRPr lang="en-US"/>
        </a:p>
      </dgm:t>
    </dgm:pt>
    <dgm:pt modelId="{875A0B79-B975-4575-B686-ABA0E4248DFC}" type="sibTrans" cxnId="{78E34FE3-C15F-41CE-B20F-AB514D483CA7}">
      <dgm:prSet/>
      <dgm:spPr/>
      <dgm:t>
        <a:bodyPr/>
        <a:lstStyle/>
        <a:p>
          <a:endParaRPr lang="en-US"/>
        </a:p>
      </dgm:t>
    </dgm:pt>
    <dgm:pt modelId="{C5BC4881-CAAE-4571-B266-CDF18A96586D}">
      <dgm:prSet/>
      <dgm:spPr/>
      <dgm:t>
        <a:bodyPr/>
        <a:lstStyle/>
        <a:p>
          <a:r>
            <a:rPr lang="da-DK" b="1"/>
            <a:t>Nyere lov går forud for ældre lov </a:t>
          </a:r>
          <a:endParaRPr lang="en-US"/>
        </a:p>
      </dgm:t>
    </dgm:pt>
    <dgm:pt modelId="{F23EAE8A-903A-4B3C-9F8A-C80D4918CA16}" type="parTrans" cxnId="{EDF28D61-AA79-4A68-BD8A-E90B3220B764}">
      <dgm:prSet/>
      <dgm:spPr/>
      <dgm:t>
        <a:bodyPr/>
        <a:lstStyle/>
        <a:p>
          <a:endParaRPr lang="en-US"/>
        </a:p>
      </dgm:t>
    </dgm:pt>
    <dgm:pt modelId="{7E16671B-02AC-4A12-8806-68C81FEF8E38}" type="sibTrans" cxnId="{EDF28D61-AA79-4A68-BD8A-E90B3220B764}">
      <dgm:prSet/>
      <dgm:spPr/>
      <dgm:t>
        <a:bodyPr/>
        <a:lstStyle/>
        <a:p>
          <a:endParaRPr lang="en-US"/>
        </a:p>
      </dgm:t>
    </dgm:pt>
    <dgm:pt modelId="{BEC2F2E2-877B-4B78-96AF-90230923E2F5}">
      <dgm:prSet/>
      <dgm:spPr/>
      <dgm:t>
        <a:bodyPr/>
        <a:lstStyle/>
        <a:p>
          <a:r>
            <a:rPr lang="da-DK"/>
            <a:t>Udtryk for lovgivers (seneste) intention</a:t>
          </a:r>
          <a:endParaRPr lang="en-US"/>
        </a:p>
      </dgm:t>
    </dgm:pt>
    <dgm:pt modelId="{212C2144-2BD1-4744-BBEE-CEBA21B4EDE2}" type="parTrans" cxnId="{4DF3549B-4E3D-461D-AF46-F9ADED86BA5A}">
      <dgm:prSet/>
      <dgm:spPr/>
      <dgm:t>
        <a:bodyPr/>
        <a:lstStyle/>
        <a:p>
          <a:endParaRPr lang="en-US"/>
        </a:p>
      </dgm:t>
    </dgm:pt>
    <dgm:pt modelId="{B914353E-EB9C-4E43-89CC-C22D3118BE3F}" type="sibTrans" cxnId="{4DF3549B-4E3D-461D-AF46-F9ADED86BA5A}">
      <dgm:prSet/>
      <dgm:spPr/>
      <dgm:t>
        <a:bodyPr/>
        <a:lstStyle/>
        <a:p>
          <a:endParaRPr lang="en-US"/>
        </a:p>
      </dgm:t>
    </dgm:pt>
    <dgm:pt modelId="{2BD0D0F0-34C2-4449-999C-2B3C75122EF2}">
      <dgm:prSet/>
      <dgm:spPr/>
      <dgm:t>
        <a:bodyPr/>
        <a:lstStyle/>
        <a:p>
          <a:r>
            <a:rPr lang="da-DK"/>
            <a:t>I harmoni med de aktuelle samfundsmæssige forhold. </a:t>
          </a:r>
          <a:endParaRPr lang="en-US"/>
        </a:p>
      </dgm:t>
    </dgm:pt>
    <dgm:pt modelId="{3C024F05-2076-43F6-A292-54D229391BDE}" type="parTrans" cxnId="{315625F7-42C1-4B4D-92E4-7C3A780229CB}">
      <dgm:prSet/>
      <dgm:spPr/>
      <dgm:t>
        <a:bodyPr/>
        <a:lstStyle/>
        <a:p>
          <a:endParaRPr lang="en-US"/>
        </a:p>
      </dgm:t>
    </dgm:pt>
    <dgm:pt modelId="{55CEBC23-9442-4A16-8255-0DEF11A4B315}" type="sibTrans" cxnId="{315625F7-42C1-4B4D-92E4-7C3A780229CB}">
      <dgm:prSet/>
      <dgm:spPr/>
      <dgm:t>
        <a:bodyPr/>
        <a:lstStyle/>
        <a:p>
          <a:endParaRPr lang="en-US"/>
        </a:p>
      </dgm:t>
    </dgm:pt>
    <dgm:pt modelId="{1EECF531-388A-4EC8-BE29-DF7EA0A78F17}">
      <dgm:prSet/>
      <dgm:spPr/>
      <dgm:t>
        <a:bodyPr/>
        <a:lstStyle/>
        <a:p>
          <a:r>
            <a:rPr lang="da-DK" b="1"/>
            <a:t>Lex specialis</a:t>
          </a:r>
          <a:endParaRPr lang="en-US"/>
        </a:p>
      </dgm:t>
    </dgm:pt>
    <dgm:pt modelId="{A3F7781F-D3CC-43DE-8630-9A886A591581}" type="parTrans" cxnId="{220CB3D1-EFBA-4E27-B271-50A2D7E9A637}">
      <dgm:prSet/>
      <dgm:spPr/>
      <dgm:t>
        <a:bodyPr/>
        <a:lstStyle/>
        <a:p>
          <a:endParaRPr lang="en-US"/>
        </a:p>
      </dgm:t>
    </dgm:pt>
    <dgm:pt modelId="{CB019134-C628-4E19-8AF9-D4674854ECAD}" type="sibTrans" cxnId="{220CB3D1-EFBA-4E27-B271-50A2D7E9A637}">
      <dgm:prSet/>
      <dgm:spPr/>
      <dgm:t>
        <a:bodyPr/>
        <a:lstStyle/>
        <a:p>
          <a:endParaRPr lang="en-US"/>
        </a:p>
      </dgm:t>
    </dgm:pt>
    <dgm:pt modelId="{DE6538FD-F99F-406D-BA33-8174DEF252E3}">
      <dgm:prSet/>
      <dgm:spPr/>
      <dgm:t>
        <a:bodyPr/>
        <a:lstStyle/>
        <a:p>
          <a:r>
            <a:rPr lang="da-DK" b="1" dirty="0"/>
            <a:t>Den specielle lov går forud for almindelig lovgivning</a:t>
          </a:r>
          <a:endParaRPr lang="en-US" dirty="0"/>
        </a:p>
      </dgm:t>
    </dgm:pt>
    <dgm:pt modelId="{2ED07F03-FE25-4134-988F-07DD557A5DE1}" type="parTrans" cxnId="{0F7D6EE4-1E4F-4839-AE14-4CBC35815170}">
      <dgm:prSet/>
      <dgm:spPr/>
      <dgm:t>
        <a:bodyPr/>
        <a:lstStyle/>
        <a:p>
          <a:endParaRPr lang="en-US"/>
        </a:p>
      </dgm:t>
    </dgm:pt>
    <dgm:pt modelId="{09F0DBC1-1B72-4EB6-85D6-C89DF797F254}" type="sibTrans" cxnId="{0F7D6EE4-1E4F-4839-AE14-4CBC35815170}">
      <dgm:prSet/>
      <dgm:spPr/>
      <dgm:t>
        <a:bodyPr/>
        <a:lstStyle/>
        <a:p>
          <a:endParaRPr lang="en-US"/>
        </a:p>
      </dgm:t>
    </dgm:pt>
    <dgm:pt modelId="{99AB35B3-1F79-44FA-82E1-59947A2E0FF2}">
      <dgm:prSet/>
      <dgm:spPr/>
      <dgm:t>
        <a:bodyPr/>
        <a:lstStyle/>
        <a:p>
          <a:r>
            <a:rPr lang="da-DK"/>
            <a:t>Den særlige regel skal foretrækkes frem for den almindelige regel.</a:t>
          </a:r>
          <a:endParaRPr lang="en-US"/>
        </a:p>
      </dgm:t>
    </dgm:pt>
    <dgm:pt modelId="{DF537D1A-777D-44D5-82ED-9BCBBB6FAED6}" type="parTrans" cxnId="{70897448-2010-4D9D-9B30-89EEF1C529C3}">
      <dgm:prSet/>
      <dgm:spPr/>
      <dgm:t>
        <a:bodyPr/>
        <a:lstStyle/>
        <a:p>
          <a:endParaRPr lang="en-US"/>
        </a:p>
      </dgm:t>
    </dgm:pt>
    <dgm:pt modelId="{AF80923B-F3A8-40AD-A1F8-F47334D66007}" type="sibTrans" cxnId="{70897448-2010-4D9D-9B30-89EEF1C529C3}">
      <dgm:prSet/>
      <dgm:spPr/>
      <dgm:t>
        <a:bodyPr/>
        <a:lstStyle/>
        <a:p>
          <a:endParaRPr lang="en-US"/>
        </a:p>
      </dgm:t>
    </dgm:pt>
    <dgm:pt modelId="{0DD5B2F0-021E-4F98-9D3F-2A6B442580FE}">
      <dgm:prSet/>
      <dgm:spPr/>
      <dgm:t>
        <a:bodyPr/>
        <a:lstStyle/>
        <a:p>
          <a:r>
            <a:rPr lang="da-DK" dirty="0"/>
            <a:t>F.eks. hvis man har en problemstilling der knytter sig til en kontrakt om data. Man kan som udgangspunkt anvende en lov der generelt vedrører aftaler f.eks. aftaleloven. Men hvis der findes en særlig lov om datakontrakter vil denne være ”lex </a:t>
          </a:r>
          <a:r>
            <a:rPr lang="da-DK" dirty="0" err="1"/>
            <a:t>specialis</a:t>
          </a:r>
          <a:r>
            <a:rPr lang="da-DK" dirty="0"/>
            <a:t>”.</a:t>
          </a:r>
          <a:endParaRPr lang="en-US" dirty="0"/>
        </a:p>
      </dgm:t>
    </dgm:pt>
    <dgm:pt modelId="{939EE144-8AF7-4643-900A-4AD6167953A3}" type="parTrans" cxnId="{0E31BAE8-0198-4C22-85FC-5CA2925018DA}">
      <dgm:prSet/>
      <dgm:spPr/>
      <dgm:t>
        <a:bodyPr/>
        <a:lstStyle/>
        <a:p>
          <a:endParaRPr lang="en-US"/>
        </a:p>
      </dgm:t>
    </dgm:pt>
    <dgm:pt modelId="{5700E96A-36FF-4544-A41B-96D139617C01}" type="sibTrans" cxnId="{0E31BAE8-0198-4C22-85FC-5CA2925018DA}">
      <dgm:prSet/>
      <dgm:spPr/>
      <dgm:t>
        <a:bodyPr/>
        <a:lstStyle/>
        <a:p>
          <a:endParaRPr lang="en-US"/>
        </a:p>
      </dgm:t>
    </dgm:pt>
    <dgm:pt modelId="{304F1B2B-75B8-4103-A113-302EE5DB6DCF}" type="pres">
      <dgm:prSet presAssocID="{FA5526B7-1E7F-461F-8C4A-59314C92D8F9}" presName="linear" presStyleCnt="0">
        <dgm:presLayoutVars>
          <dgm:dir/>
          <dgm:animLvl val="lvl"/>
          <dgm:resizeHandles val="exact"/>
        </dgm:presLayoutVars>
      </dgm:prSet>
      <dgm:spPr/>
    </dgm:pt>
    <dgm:pt modelId="{66CF0A6A-C95F-4F85-9F55-13573A5FAB6A}" type="pres">
      <dgm:prSet presAssocID="{1AC8A5F0-3E25-4C6A-9F38-2BA6217B6D39}" presName="parentLin" presStyleCnt="0"/>
      <dgm:spPr/>
    </dgm:pt>
    <dgm:pt modelId="{97ED8B83-764A-475A-8200-F1FFEA2DE057}" type="pres">
      <dgm:prSet presAssocID="{1AC8A5F0-3E25-4C6A-9F38-2BA6217B6D39}" presName="parentLeftMargin" presStyleLbl="node1" presStyleIdx="0" presStyleCnt="2"/>
      <dgm:spPr/>
    </dgm:pt>
    <dgm:pt modelId="{B1301281-BE77-43AE-91F9-80E8D6B027E6}" type="pres">
      <dgm:prSet presAssocID="{1AC8A5F0-3E25-4C6A-9F38-2BA6217B6D39}" presName="parentText" presStyleLbl="node1" presStyleIdx="0" presStyleCnt="2">
        <dgm:presLayoutVars>
          <dgm:chMax val="0"/>
          <dgm:bulletEnabled val="1"/>
        </dgm:presLayoutVars>
      </dgm:prSet>
      <dgm:spPr/>
    </dgm:pt>
    <dgm:pt modelId="{F2E21AAD-1228-4550-A8A0-EAEE729E6FD6}" type="pres">
      <dgm:prSet presAssocID="{1AC8A5F0-3E25-4C6A-9F38-2BA6217B6D39}" presName="negativeSpace" presStyleCnt="0"/>
      <dgm:spPr/>
    </dgm:pt>
    <dgm:pt modelId="{89887C47-8064-4CC5-BD4D-ADE729CDCF99}" type="pres">
      <dgm:prSet presAssocID="{1AC8A5F0-3E25-4C6A-9F38-2BA6217B6D39}" presName="childText" presStyleLbl="conFgAcc1" presStyleIdx="0" presStyleCnt="2">
        <dgm:presLayoutVars>
          <dgm:bulletEnabled val="1"/>
        </dgm:presLayoutVars>
      </dgm:prSet>
      <dgm:spPr/>
    </dgm:pt>
    <dgm:pt modelId="{9A94ED79-7BE0-4377-9904-3C3BB98674B2}" type="pres">
      <dgm:prSet presAssocID="{875A0B79-B975-4575-B686-ABA0E4248DFC}" presName="spaceBetweenRectangles" presStyleCnt="0"/>
      <dgm:spPr/>
    </dgm:pt>
    <dgm:pt modelId="{52B7A089-9CA0-44D6-9C05-0DEB8CADB541}" type="pres">
      <dgm:prSet presAssocID="{1EECF531-388A-4EC8-BE29-DF7EA0A78F17}" presName="parentLin" presStyleCnt="0"/>
      <dgm:spPr/>
    </dgm:pt>
    <dgm:pt modelId="{F4A1B70A-9DEC-427D-AFFF-1E907C71CA7D}" type="pres">
      <dgm:prSet presAssocID="{1EECF531-388A-4EC8-BE29-DF7EA0A78F17}" presName="parentLeftMargin" presStyleLbl="node1" presStyleIdx="0" presStyleCnt="2"/>
      <dgm:spPr/>
    </dgm:pt>
    <dgm:pt modelId="{8024D0F4-19EC-4654-9AC1-FF75B34C2A80}" type="pres">
      <dgm:prSet presAssocID="{1EECF531-388A-4EC8-BE29-DF7EA0A78F17}" presName="parentText" presStyleLbl="node1" presStyleIdx="1" presStyleCnt="2">
        <dgm:presLayoutVars>
          <dgm:chMax val="0"/>
          <dgm:bulletEnabled val="1"/>
        </dgm:presLayoutVars>
      </dgm:prSet>
      <dgm:spPr/>
    </dgm:pt>
    <dgm:pt modelId="{EDB0A111-E17C-435A-B36F-0AC20192236F}" type="pres">
      <dgm:prSet presAssocID="{1EECF531-388A-4EC8-BE29-DF7EA0A78F17}" presName="negativeSpace" presStyleCnt="0"/>
      <dgm:spPr/>
    </dgm:pt>
    <dgm:pt modelId="{72750F94-CE6B-483F-82B2-5A568A224005}" type="pres">
      <dgm:prSet presAssocID="{1EECF531-388A-4EC8-BE29-DF7EA0A78F17}" presName="childText" presStyleLbl="conFgAcc1" presStyleIdx="1" presStyleCnt="2">
        <dgm:presLayoutVars>
          <dgm:bulletEnabled val="1"/>
        </dgm:presLayoutVars>
      </dgm:prSet>
      <dgm:spPr/>
    </dgm:pt>
  </dgm:ptLst>
  <dgm:cxnLst>
    <dgm:cxn modelId="{0A5BA107-4A40-44CC-8A44-C008A5EC78BA}" type="presOf" srcId="{1EECF531-388A-4EC8-BE29-DF7EA0A78F17}" destId="{8024D0F4-19EC-4654-9AC1-FF75B34C2A80}" srcOrd="1" destOrd="0" presId="urn:microsoft.com/office/officeart/2005/8/layout/list1"/>
    <dgm:cxn modelId="{42791B10-3E44-4746-AE72-3EECB0B9DAAF}" type="presOf" srcId="{BEC2F2E2-877B-4B78-96AF-90230923E2F5}" destId="{89887C47-8064-4CC5-BD4D-ADE729CDCF99}" srcOrd="0" destOrd="1" presId="urn:microsoft.com/office/officeart/2005/8/layout/list1"/>
    <dgm:cxn modelId="{D7896741-132B-4E1D-83A5-80CFE9F5B059}" type="presOf" srcId="{DE6538FD-F99F-406D-BA33-8174DEF252E3}" destId="{72750F94-CE6B-483F-82B2-5A568A224005}" srcOrd="0" destOrd="0" presId="urn:microsoft.com/office/officeart/2005/8/layout/list1"/>
    <dgm:cxn modelId="{70897448-2010-4D9D-9B30-89EEF1C529C3}" srcId="{1EECF531-388A-4EC8-BE29-DF7EA0A78F17}" destId="{99AB35B3-1F79-44FA-82E1-59947A2E0FF2}" srcOrd="1" destOrd="0" parTransId="{DF537D1A-777D-44D5-82ED-9BCBBB6FAED6}" sibTransId="{AF80923B-F3A8-40AD-A1F8-F47334D66007}"/>
    <dgm:cxn modelId="{EDF28D61-AA79-4A68-BD8A-E90B3220B764}" srcId="{1AC8A5F0-3E25-4C6A-9F38-2BA6217B6D39}" destId="{C5BC4881-CAAE-4571-B266-CDF18A96586D}" srcOrd="0" destOrd="0" parTransId="{F23EAE8A-903A-4B3C-9F8A-C80D4918CA16}" sibTransId="{7E16671B-02AC-4A12-8806-68C81FEF8E38}"/>
    <dgm:cxn modelId="{202C2D62-F4CF-4EB8-820D-9F16C5320B01}" type="presOf" srcId="{1EECF531-388A-4EC8-BE29-DF7EA0A78F17}" destId="{F4A1B70A-9DEC-427D-AFFF-1E907C71CA7D}" srcOrd="0" destOrd="0" presId="urn:microsoft.com/office/officeart/2005/8/layout/list1"/>
    <dgm:cxn modelId="{46405772-132A-4AC3-80AD-CD037FC7EE21}" type="presOf" srcId="{2BD0D0F0-34C2-4449-999C-2B3C75122EF2}" destId="{89887C47-8064-4CC5-BD4D-ADE729CDCF99}" srcOrd="0" destOrd="2" presId="urn:microsoft.com/office/officeart/2005/8/layout/list1"/>
    <dgm:cxn modelId="{B3696A73-F3BB-4D08-BB5F-266ABCF1BE59}" type="presOf" srcId="{C5BC4881-CAAE-4571-B266-CDF18A96586D}" destId="{89887C47-8064-4CC5-BD4D-ADE729CDCF99}" srcOrd="0" destOrd="0" presId="urn:microsoft.com/office/officeart/2005/8/layout/list1"/>
    <dgm:cxn modelId="{0A8C517A-D159-4CB5-9C8D-45C95DA27980}" type="presOf" srcId="{FA5526B7-1E7F-461F-8C4A-59314C92D8F9}" destId="{304F1B2B-75B8-4103-A113-302EE5DB6DCF}" srcOrd="0" destOrd="0" presId="urn:microsoft.com/office/officeart/2005/8/layout/list1"/>
    <dgm:cxn modelId="{ADB16184-0F3C-4B00-9A26-C95857AED199}" type="presOf" srcId="{1AC8A5F0-3E25-4C6A-9F38-2BA6217B6D39}" destId="{B1301281-BE77-43AE-91F9-80E8D6B027E6}" srcOrd="1" destOrd="0" presId="urn:microsoft.com/office/officeart/2005/8/layout/list1"/>
    <dgm:cxn modelId="{4DF3549B-4E3D-461D-AF46-F9ADED86BA5A}" srcId="{1AC8A5F0-3E25-4C6A-9F38-2BA6217B6D39}" destId="{BEC2F2E2-877B-4B78-96AF-90230923E2F5}" srcOrd="1" destOrd="0" parTransId="{212C2144-2BD1-4744-BBEE-CEBA21B4EDE2}" sibTransId="{B914353E-EB9C-4E43-89CC-C22D3118BE3F}"/>
    <dgm:cxn modelId="{502A75BF-59B7-4216-88AE-8952B608BBCC}" type="presOf" srcId="{0DD5B2F0-021E-4F98-9D3F-2A6B442580FE}" destId="{72750F94-CE6B-483F-82B2-5A568A224005}" srcOrd="0" destOrd="2" presId="urn:microsoft.com/office/officeart/2005/8/layout/list1"/>
    <dgm:cxn modelId="{220CB3D1-EFBA-4E27-B271-50A2D7E9A637}" srcId="{FA5526B7-1E7F-461F-8C4A-59314C92D8F9}" destId="{1EECF531-388A-4EC8-BE29-DF7EA0A78F17}" srcOrd="1" destOrd="0" parTransId="{A3F7781F-D3CC-43DE-8630-9A886A591581}" sibTransId="{CB019134-C628-4E19-8AF9-D4674854ECAD}"/>
    <dgm:cxn modelId="{7B06EADD-CE4D-432B-A074-0076D62459D8}" type="presOf" srcId="{99AB35B3-1F79-44FA-82E1-59947A2E0FF2}" destId="{72750F94-CE6B-483F-82B2-5A568A224005}" srcOrd="0" destOrd="1" presId="urn:microsoft.com/office/officeart/2005/8/layout/list1"/>
    <dgm:cxn modelId="{C731B9E1-905A-4E93-AAA9-5CD404B8ED17}" type="presOf" srcId="{1AC8A5F0-3E25-4C6A-9F38-2BA6217B6D39}" destId="{97ED8B83-764A-475A-8200-F1FFEA2DE057}" srcOrd="0" destOrd="0" presId="urn:microsoft.com/office/officeart/2005/8/layout/list1"/>
    <dgm:cxn modelId="{78E34FE3-C15F-41CE-B20F-AB514D483CA7}" srcId="{FA5526B7-1E7F-461F-8C4A-59314C92D8F9}" destId="{1AC8A5F0-3E25-4C6A-9F38-2BA6217B6D39}" srcOrd="0" destOrd="0" parTransId="{38D101D8-0602-4C6B-ACA8-0E6C3822DF3B}" sibTransId="{875A0B79-B975-4575-B686-ABA0E4248DFC}"/>
    <dgm:cxn modelId="{0F7D6EE4-1E4F-4839-AE14-4CBC35815170}" srcId="{1EECF531-388A-4EC8-BE29-DF7EA0A78F17}" destId="{DE6538FD-F99F-406D-BA33-8174DEF252E3}" srcOrd="0" destOrd="0" parTransId="{2ED07F03-FE25-4134-988F-07DD557A5DE1}" sibTransId="{09F0DBC1-1B72-4EB6-85D6-C89DF797F254}"/>
    <dgm:cxn modelId="{0E31BAE8-0198-4C22-85FC-5CA2925018DA}" srcId="{1EECF531-388A-4EC8-BE29-DF7EA0A78F17}" destId="{0DD5B2F0-021E-4F98-9D3F-2A6B442580FE}" srcOrd="2" destOrd="0" parTransId="{939EE144-8AF7-4643-900A-4AD6167953A3}" sibTransId="{5700E96A-36FF-4544-A41B-96D139617C01}"/>
    <dgm:cxn modelId="{315625F7-42C1-4B4D-92E4-7C3A780229CB}" srcId="{1AC8A5F0-3E25-4C6A-9F38-2BA6217B6D39}" destId="{2BD0D0F0-34C2-4449-999C-2B3C75122EF2}" srcOrd="2" destOrd="0" parTransId="{3C024F05-2076-43F6-A292-54D229391BDE}" sibTransId="{55CEBC23-9442-4A16-8255-0DEF11A4B315}"/>
    <dgm:cxn modelId="{46BC7D72-586D-4FC3-9C14-4D3A315D267D}" type="presParOf" srcId="{304F1B2B-75B8-4103-A113-302EE5DB6DCF}" destId="{66CF0A6A-C95F-4F85-9F55-13573A5FAB6A}" srcOrd="0" destOrd="0" presId="urn:microsoft.com/office/officeart/2005/8/layout/list1"/>
    <dgm:cxn modelId="{CD3A67F2-BD1C-401F-81BE-F9DE4DAE60A9}" type="presParOf" srcId="{66CF0A6A-C95F-4F85-9F55-13573A5FAB6A}" destId="{97ED8B83-764A-475A-8200-F1FFEA2DE057}" srcOrd="0" destOrd="0" presId="urn:microsoft.com/office/officeart/2005/8/layout/list1"/>
    <dgm:cxn modelId="{53C292D1-9C5F-4D20-833E-5A7F531100EB}" type="presParOf" srcId="{66CF0A6A-C95F-4F85-9F55-13573A5FAB6A}" destId="{B1301281-BE77-43AE-91F9-80E8D6B027E6}" srcOrd="1" destOrd="0" presId="urn:microsoft.com/office/officeart/2005/8/layout/list1"/>
    <dgm:cxn modelId="{21954D2F-F7A6-4D78-9376-D68FFD6D356D}" type="presParOf" srcId="{304F1B2B-75B8-4103-A113-302EE5DB6DCF}" destId="{F2E21AAD-1228-4550-A8A0-EAEE729E6FD6}" srcOrd="1" destOrd="0" presId="urn:microsoft.com/office/officeart/2005/8/layout/list1"/>
    <dgm:cxn modelId="{7A75A1A4-281C-454B-8136-35F62CA315BE}" type="presParOf" srcId="{304F1B2B-75B8-4103-A113-302EE5DB6DCF}" destId="{89887C47-8064-4CC5-BD4D-ADE729CDCF99}" srcOrd="2" destOrd="0" presId="urn:microsoft.com/office/officeart/2005/8/layout/list1"/>
    <dgm:cxn modelId="{0EBC483A-42AC-459E-8FFF-CB205888B3E0}" type="presParOf" srcId="{304F1B2B-75B8-4103-A113-302EE5DB6DCF}" destId="{9A94ED79-7BE0-4377-9904-3C3BB98674B2}" srcOrd="3" destOrd="0" presId="urn:microsoft.com/office/officeart/2005/8/layout/list1"/>
    <dgm:cxn modelId="{68E013B6-C562-4D0F-910A-2008E8B49E6B}" type="presParOf" srcId="{304F1B2B-75B8-4103-A113-302EE5DB6DCF}" destId="{52B7A089-9CA0-44D6-9C05-0DEB8CADB541}" srcOrd="4" destOrd="0" presId="urn:microsoft.com/office/officeart/2005/8/layout/list1"/>
    <dgm:cxn modelId="{BB0782D5-1FF5-4D33-9F77-DFE3F3E16A93}" type="presParOf" srcId="{52B7A089-9CA0-44D6-9C05-0DEB8CADB541}" destId="{F4A1B70A-9DEC-427D-AFFF-1E907C71CA7D}" srcOrd="0" destOrd="0" presId="urn:microsoft.com/office/officeart/2005/8/layout/list1"/>
    <dgm:cxn modelId="{20C16AAF-82EC-4DA7-BA2C-F76B9930BF1B}" type="presParOf" srcId="{52B7A089-9CA0-44D6-9C05-0DEB8CADB541}" destId="{8024D0F4-19EC-4654-9AC1-FF75B34C2A80}" srcOrd="1" destOrd="0" presId="urn:microsoft.com/office/officeart/2005/8/layout/list1"/>
    <dgm:cxn modelId="{FE371CEB-25FC-4FC1-8D62-176A8A8A5C00}" type="presParOf" srcId="{304F1B2B-75B8-4103-A113-302EE5DB6DCF}" destId="{EDB0A111-E17C-435A-B36F-0AC20192236F}" srcOrd="5" destOrd="0" presId="urn:microsoft.com/office/officeart/2005/8/layout/list1"/>
    <dgm:cxn modelId="{C5023B28-F598-4DFA-BE4C-01641160D62D}" type="presParOf" srcId="{304F1B2B-75B8-4103-A113-302EE5DB6DCF}" destId="{72750F94-CE6B-483F-82B2-5A568A224005}"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A206B76-1E6D-4BFF-A6A1-A6A4217BE890}" type="doc">
      <dgm:prSet loTypeId="urn:microsoft.com/office/officeart/2005/8/layout/hierarchy1" loCatId="hierarchy" qsTypeId="urn:microsoft.com/office/officeart/2005/8/quickstyle/simple2" qsCatId="simple" csTypeId="urn:microsoft.com/office/officeart/2005/8/colors/accent3_2" csCatId="accent3"/>
      <dgm:spPr/>
      <dgm:t>
        <a:bodyPr/>
        <a:lstStyle/>
        <a:p>
          <a:endParaRPr lang="en-US"/>
        </a:p>
      </dgm:t>
    </dgm:pt>
    <dgm:pt modelId="{EDFA7284-3642-4232-9192-113E8E77DF87}">
      <dgm:prSet/>
      <dgm:spPr/>
      <dgm:t>
        <a:bodyPr/>
        <a:lstStyle/>
        <a:p>
          <a:r>
            <a:rPr lang="da-DK"/>
            <a:t>Danmark</a:t>
          </a:r>
          <a:endParaRPr lang="en-US"/>
        </a:p>
      </dgm:t>
    </dgm:pt>
    <dgm:pt modelId="{512B94C8-F3A1-4AAD-99F4-E904104A856F}" type="parTrans" cxnId="{9C2F49DD-E1B9-4D56-8300-9AC5C1E56818}">
      <dgm:prSet/>
      <dgm:spPr/>
      <dgm:t>
        <a:bodyPr/>
        <a:lstStyle/>
        <a:p>
          <a:endParaRPr lang="en-US"/>
        </a:p>
      </dgm:t>
    </dgm:pt>
    <dgm:pt modelId="{B5174D9F-AB7C-4DDF-BCA1-7DD4F104CB8B}" type="sibTrans" cxnId="{9C2F49DD-E1B9-4D56-8300-9AC5C1E56818}">
      <dgm:prSet/>
      <dgm:spPr/>
      <dgm:t>
        <a:bodyPr/>
        <a:lstStyle/>
        <a:p>
          <a:endParaRPr lang="en-US"/>
        </a:p>
      </dgm:t>
    </dgm:pt>
    <dgm:pt modelId="{AA36A5C3-3808-41D7-ACF1-16D07728C774}">
      <dgm:prSet/>
      <dgm:spPr/>
      <dgm:t>
        <a:bodyPr/>
        <a:lstStyle/>
        <a:p>
          <a:r>
            <a:rPr lang="da-DK"/>
            <a:t>EU </a:t>
          </a:r>
          <a:endParaRPr lang="en-US"/>
        </a:p>
      </dgm:t>
    </dgm:pt>
    <dgm:pt modelId="{CAB42104-23CE-4196-A5DB-F35F17E37B47}" type="parTrans" cxnId="{C4BBC68B-DB5E-45D8-A8B9-4F24FE32FB3A}">
      <dgm:prSet/>
      <dgm:spPr/>
      <dgm:t>
        <a:bodyPr/>
        <a:lstStyle/>
        <a:p>
          <a:endParaRPr lang="en-US"/>
        </a:p>
      </dgm:t>
    </dgm:pt>
    <dgm:pt modelId="{517B914F-87B9-4D71-9BA0-785C251AFC1B}" type="sibTrans" cxnId="{C4BBC68B-DB5E-45D8-A8B9-4F24FE32FB3A}">
      <dgm:prSet/>
      <dgm:spPr/>
      <dgm:t>
        <a:bodyPr/>
        <a:lstStyle/>
        <a:p>
          <a:endParaRPr lang="en-US"/>
        </a:p>
      </dgm:t>
    </dgm:pt>
    <dgm:pt modelId="{B31712C9-7F41-4BB7-8581-CA323693250A}">
      <dgm:prSet/>
      <dgm:spPr/>
      <dgm:t>
        <a:bodyPr/>
        <a:lstStyle/>
        <a:p>
          <a:r>
            <a:rPr lang="da-DK"/>
            <a:t>International</a:t>
          </a:r>
          <a:endParaRPr lang="en-US"/>
        </a:p>
      </dgm:t>
    </dgm:pt>
    <dgm:pt modelId="{63A000C2-2B6F-42CB-8B38-33A7C8C6E6F3}" type="parTrans" cxnId="{49546309-F542-428D-90F4-D9B3320C96CE}">
      <dgm:prSet/>
      <dgm:spPr/>
      <dgm:t>
        <a:bodyPr/>
        <a:lstStyle/>
        <a:p>
          <a:endParaRPr lang="en-US"/>
        </a:p>
      </dgm:t>
    </dgm:pt>
    <dgm:pt modelId="{1C5D4E76-52AC-4E50-99FC-74F983134BB8}" type="sibTrans" cxnId="{49546309-F542-428D-90F4-D9B3320C96CE}">
      <dgm:prSet/>
      <dgm:spPr/>
      <dgm:t>
        <a:bodyPr/>
        <a:lstStyle/>
        <a:p>
          <a:endParaRPr lang="en-US"/>
        </a:p>
      </dgm:t>
    </dgm:pt>
    <dgm:pt modelId="{5B42DC9E-2D3B-4D75-BC55-788E94910EFA}" type="pres">
      <dgm:prSet presAssocID="{0A206B76-1E6D-4BFF-A6A1-A6A4217BE890}" presName="hierChild1" presStyleCnt="0">
        <dgm:presLayoutVars>
          <dgm:chPref val="1"/>
          <dgm:dir/>
          <dgm:animOne val="branch"/>
          <dgm:animLvl val="lvl"/>
          <dgm:resizeHandles/>
        </dgm:presLayoutVars>
      </dgm:prSet>
      <dgm:spPr/>
    </dgm:pt>
    <dgm:pt modelId="{63C61AFC-BF49-4623-8FE3-8687B5FB9BF6}" type="pres">
      <dgm:prSet presAssocID="{EDFA7284-3642-4232-9192-113E8E77DF87}" presName="hierRoot1" presStyleCnt="0"/>
      <dgm:spPr/>
    </dgm:pt>
    <dgm:pt modelId="{FA61F4BE-5472-4F2C-9B8B-ABB152AB1FEC}" type="pres">
      <dgm:prSet presAssocID="{EDFA7284-3642-4232-9192-113E8E77DF87}" presName="composite" presStyleCnt="0"/>
      <dgm:spPr/>
    </dgm:pt>
    <dgm:pt modelId="{63DCAA7C-67A6-481A-9A77-2B89EA5067E1}" type="pres">
      <dgm:prSet presAssocID="{EDFA7284-3642-4232-9192-113E8E77DF87}" presName="background" presStyleLbl="node0" presStyleIdx="0" presStyleCnt="3"/>
      <dgm:spPr/>
    </dgm:pt>
    <dgm:pt modelId="{89BD5A8B-DBDC-4DA0-9913-01B92844F5CF}" type="pres">
      <dgm:prSet presAssocID="{EDFA7284-3642-4232-9192-113E8E77DF87}" presName="text" presStyleLbl="fgAcc0" presStyleIdx="0" presStyleCnt="3">
        <dgm:presLayoutVars>
          <dgm:chPref val="3"/>
        </dgm:presLayoutVars>
      </dgm:prSet>
      <dgm:spPr/>
    </dgm:pt>
    <dgm:pt modelId="{91FCE96F-C549-4D28-B51C-A8A63BEE42E8}" type="pres">
      <dgm:prSet presAssocID="{EDFA7284-3642-4232-9192-113E8E77DF87}" presName="hierChild2" presStyleCnt="0"/>
      <dgm:spPr/>
    </dgm:pt>
    <dgm:pt modelId="{3C9670B5-BDC3-4ACD-92E3-132084C56C15}" type="pres">
      <dgm:prSet presAssocID="{AA36A5C3-3808-41D7-ACF1-16D07728C774}" presName="hierRoot1" presStyleCnt="0"/>
      <dgm:spPr/>
    </dgm:pt>
    <dgm:pt modelId="{DDC4CD1F-C0FF-4278-AE7B-DF457DD7D201}" type="pres">
      <dgm:prSet presAssocID="{AA36A5C3-3808-41D7-ACF1-16D07728C774}" presName="composite" presStyleCnt="0"/>
      <dgm:spPr/>
    </dgm:pt>
    <dgm:pt modelId="{3256D13A-BB54-4E73-BF67-898419441D67}" type="pres">
      <dgm:prSet presAssocID="{AA36A5C3-3808-41D7-ACF1-16D07728C774}" presName="background" presStyleLbl="node0" presStyleIdx="1" presStyleCnt="3"/>
      <dgm:spPr/>
    </dgm:pt>
    <dgm:pt modelId="{A3332E46-32EA-4F55-B82C-E723E9526060}" type="pres">
      <dgm:prSet presAssocID="{AA36A5C3-3808-41D7-ACF1-16D07728C774}" presName="text" presStyleLbl="fgAcc0" presStyleIdx="1" presStyleCnt="3">
        <dgm:presLayoutVars>
          <dgm:chPref val="3"/>
        </dgm:presLayoutVars>
      </dgm:prSet>
      <dgm:spPr/>
    </dgm:pt>
    <dgm:pt modelId="{4C042042-84BD-4DB0-8610-F3CA1EC44107}" type="pres">
      <dgm:prSet presAssocID="{AA36A5C3-3808-41D7-ACF1-16D07728C774}" presName="hierChild2" presStyleCnt="0"/>
      <dgm:spPr/>
    </dgm:pt>
    <dgm:pt modelId="{2B7BA726-FE3F-4519-B435-3ABF2808D43C}" type="pres">
      <dgm:prSet presAssocID="{B31712C9-7F41-4BB7-8581-CA323693250A}" presName="hierRoot1" presStyleCnt="0"/>
      <dgm:spPr/>
    </dgm:pt>
    <dgm:pt modelId="{07C80CE9-21CE-4C74-8946-6FF9CA54E837}" type="pres">
      <dgm:prSet presAssocID="{B31712C9-7F41-4BB7-8581-CA323693250A}" presName="composite" presStyleCnt="0"/>
      <dgm:spPr/>
    </dgm:pt>
    <dgm:pt modelId="{A77C630F-A8A4-42A3-AD0E-89A13DD737CB}" type="pres">
      <dgm:prSet presAssocID="{B31712C9-7F41-4BB7-8581-CA323693250A}" presName="background" presStyleLbl="node0" presStyleIdx="2" presStyleCnt="3"/>
      <dgm:spPr/>
    </dgm:pt>
    <dgm:pt modelId="{8996DE49-2BED-4BA8-81CC-4BF83FA00836}" type="pres">
      <dgm:prSet presAssocID="{B31712C9-7F41-4BB7-8581-CA323693250A}" presName="text" presStyleLbl="fgAcc0" presStyleIdx="2" presStyleCnt="3">
        <dgm:presLayoutVars>
          <dgm:chPref val="3"/>
        </dgm:presLayoutVars>
      </dgm:prSet>
      <dgm:spPr/>
    </dgm:pt>
    <dgm:pt modelId="{48BEF555-C1FA-4535-86F5-FBF878FA53E1}" type="pres">
      <dgm:prSet presAssocID="{B31712C9-7F41-4BB7-8581-CA323693250A}" presName="hierChild2" presStyleCnt="0"/>
      <dgm:spPr/>
    </dgm:pt>
  </dgm:ptLst>
  <dgm:cxnLst>
    <dgm:cxn modelId="{49546309-F542-428D-90F4-D9B3320C96CE}" srcId="{0A206B76-1E6D-4BFF-A6A1-A6A4217BE890}" destId="{B31712C9-7F41-4BB7-8581-CA323693250A}" srcOrd="2" destOrd="0" parTransId="{63A000C2-2B6F-42CB-8B38-33A7C8C6E6F3}" sibTransId="{1C5D4E76-52AC-4E50-99FC-74F983134BB8}"/>
    <dgm:cxn modelId="{D377CA0C-630C-4875-BA2E-B40CB3466D4B}" type="presOf" srcId="{AA36A5C3-3808-41D7-ACF1-16D07728C774}" destId="{A3332E46-32EA-4F55-B82C-E723E9526060}" srcOrd="0" destOrd="0" presId="urn:microsoft.com/office/officeart/2005/8/layout/hierarchy1"/>
    <dgm:cxn modelId="{50193A41-5CF7-4CE6-9AF0-7A0479D0BFF8}" type="presOf" srcId="{B31712C9-7F41-4BB7-8581-CA323693250A}" destId="{8996DE49-2BED-4BA8-81CC-4BF83FA00836}" srcOrd="0" destOrd="0" presId="urn:microsoft.com/office/officeart/2005/8/layout/hierarchy1"/>
    <dgm:cxn modelId="{7D58DA43-2BE7-487B-B95A-2CE9055DDB50}" type="presOf" srcId="{EDFA7284-3642-4232-9192-113E8E77DF87}" destId="{89BD5A8B-DBDC-4DA0-9913-01B92844F5CF}" srcOrd="0" destOrd="0" presId="urn:microsoft.com/office/officeart/2005/8/layout/hierarchy1"/>
    <dgm:cxn modelId="{6CFA6967-E25A-4CDA-929F-91F8F008B67D}" type="presOf" srcId="{0A206B76-1E6D-4BFF-A6A1-A6A4217BE890}" destId="{5B42DC9E-2D3B-4D75-BC55-788E94910EFA}" srcOrd="0" destOrd="0" presId="urn:microsoft.com/office/officeart/2005/8/layout/hierarchy1"/>
    <dgm:cxn modelId="{C4BBC68B-DB5E-45D8-A8B9-4F24FE32FB3A}" srcId="{0A206B76-1E6D-4BFF-A6A1-A6A4217BE890}" destId="{AA36A5C3-3808-41D7-ACF1-16D07728C774}" srcOrd="1" destOrd="0" parTransId="{CAB42104-23CE-4196-A5DB-F35F17E37B47}" sibTransId="{517B914F-87B9-4D71-9BA0-785C251AFC1B}"/>
    <dgm:cxn modelId="{9C2F49DD-E1B9-4D56-8300-9AC5C1E56818}" srcId="{0A206B76-1E6D-4BFF-A6A1-A6A4217BE890}" destId="{EDFA7284-3642-4232-9192-113E8E77DF87}" srcOrd="0" destOrd="0" parTransId="{512B94C8-F3A1-4AAD-99F4-E904104A856F}" sibTransId="{B5174D9F-AB7C-4DDF-BCA1-7DD4F104CB8B}"/>
    <dgm:cxn modelId="{DAEFBE10-980D-4729-98E5-2D2299D754D7}" type="presParOf" srcId="{5B42DC9E-2D3B-4D75-BC55-788E94910EFA}" destId="{63C61AFC-BF49-4623-8FE3-8687B5FB9BF6}" srcOrd="0" destOrd="0" presId="urn:microsoft.com/office/officeart/2005/8/layout/hierarchy1"/>
    <dgm:cxn modelId="{471D391C-D299-4AFE-901B-93EF44152D7B}" type="presParOf" srcId="{63C61AFC-BF49-4623-8FE3-8687B5FB9BF6}" destId="{FA61F4BE-5472-4F2C-9B8B-ABB152AB1FEC}" srcOrd="0" destOrd="0" presId="urn:microsoft.com/office/officeart/2005/8/layout/hierarchy1"/>
    <dgm:cxn modelId="{475B79D0-B0EA-4B6E-A375-C959A6B56878}" type="presParOf" srcId="{FA61F4BE-5472-4F2C-9B8B-ABB152AB1FEC}" destId="{63DCAA7C-67A6-481A-9A77-2B89EA5067E1}" srcOrd="0" destOrd="0" presId="urn:microsoft.com/office/officeart/2005/8/layout/hierarchy1"/>
    <dgm:cxn modelId="{A67EA812-3F5C-4656-A7A2-77C5B0C0BE62}" type="presParOf" srcId="{FA61F4BE-5472-4F2C-9B8B-ABB152AB1FEC}" destId="{89BD5A8B-DBDC-4DA0-9913-01B92844F5CF}" srcOrd="1" destOrd="0" presId="urn:microsoft.com/office/officeart/2005/8/layout/hierarchy1"/>
    <dgm:cxn modelId="{4E1AD413-486E-4C2E-B1DB-C87CF78C22FD}" type="presParOf" srcId="{63C61AFC-BF49-4623-8FE3-8687B5FB9BF6}" destId="{91FCE96F-C549-4D28-B51C-A8A63BEE42E8}" srcOrd="1" destOrd="0" presId="urn:microsoft.com/office/officeart/2005/8/layout/hierarchy1"/>
    <dgm:cxn modelId="{82815274-65F1-4BBA-82FE-BCDC9F051B39}" type="presParOf" srcId="{5B42DC9E-2D3B-4D75-BC55-788E94910EFA}" destId="{3C9670B5-BDC3-4ACD-92E3-132084C56C15}" srcOrd="1" destOrd="0" presId="urn:microsoft.com/office/officeart/2005/8/layout/hierarchy1"/>
    <dgm:cxn modelId="{DAE5742C-E9A6-4C24-9B5B-E9251FEBB7C9}" type="presParOf" srcId="{3C9670B5-BDC3-4ACD-92E3-132084C56C15}" destId="{DDC4CD1F-C0FF-4278-AE7B-DF457DD7D201}" srcOrd="0" destOrd="0" presId="urn:microsoft.com/office/officeart/2005/8/layout/hierarchy1"/>
    <dgm:cxn modelId="{704B03B2-C0B2-4545-94EB-C799443182B7}" type="presParOf" srcId="{DDC4CD1F-C0FF-4278-AE7B-DF457DD7D201}" destId="{3256D13A-BB54-4E73-BF67-898419441D67}" srcOrd="0" destOrd="0" presId="urn:microsoft.com/office/officeart/2005/8/layout/hierarchy1"/>
    <dgm:cxn modelId="{3B72D5C0-D189-41B3-A534-211341108A7E}" type="presParOf" srcId="{DDC4CD1F-C0FF-4278-AE7B-DF457DD7D201}" destId="{A3332E46-32EA-4F55-B82C-E723E9526060}" srcOrd="1" destOrd="0" presId="urn:microsoft.com/office/officeart/2005/8/layout/hierarchy1"/>
    <dgm:cxn modelId="{36A87872-0B1D-4A32-8FBE-2B87A7AABB40}" type="presParOf" srcId="{3C9670B5-BDC3-4ACD-92E3-132084C56C15}" destId="{4C042042-84BD-4DB0-8610-F3CA1EC44107}" srcOrd="1" destOrd="0" presId="urn:microsoft.com/office/officeart/2005/8/layout/hierarchy1"/>
    <dgm:cxn modelId="{20EBF3E7-6EDF-49A7-8C4C-C28324322D29}" type="presParOf" srcId="{5B42DC9E-2D3B-4D75-BC55-788E94910EFA}" destId="{2B7BA726-FE3F-4519-B435-3ABF2808D43C}" srcOrd="2" destOrd="0" presId="urn:microsoft.com/office/officeart/2005/8/layout/hierarchy1"/>
    <dgm:cxn modelId="{43D07617-F0D9-4B2E-827C-3FA4D1EDC7E5}" type="presParOf" srcId="{2B7BA726-FE3F-4519-B435-3ABF2808D43C}" destId="{07C80CE9-21CE-4C74-8946-6FF9CA54E837}" srcOrd="0" destOrd="0" presId="urn:microsoft.com/office/officeart/2005/8/layout/hierarchy1"/>
    <dgm:cxn modelId="{FF34FD1E-8657-4782-978F-D1B6FC041B6D}" type="presParOf" srcId="{07C80CE9-21CE-4C74-8946-6FF9CA54E837}" destId="{A77C630F-A8A4-42A3-AD0E-89A13DD737CB}" srcOrd="0" destOrd="0" presId="urn:microsoft.com/office/officeart/2005/8/layout/hierarchy1"/>
    <dgm:cxn modelId="{888F431A-DA45-42C3-B247-FCBC4141AA7F}" type="presParOf" srcId="{07C80CE9-21CE-4C74-8946-6FF9CA54E837}" destId="{8996DE49-2BED-4BA8-81CC-4BF83FA00836}" srcOrd="1" destOrd="0" presId="urn:microsoft.com/office/officeart/2005/8/layout/hierarchy1"/>
    <dgm:cxn modelId="{CB65C83B-B218-4505-AF13-E54CB71432E8}" type="presParOf" srcId="{2B7BA726-FE3F-4519-B435-3ABF2808D43C}" destId="{48BEF555-C1FA-4535-86F5-FBF878FA53E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86D6088-4C5F-483F-BADF-C4C5D01E6633}" type="doc">
      <dgm:prSet loTypeId="urn:microsoft.com/office/officeart/2005/8/layout/pyramid1" loCatId="pyramid" qsTypeId="urn:microsoft.com/office/officeart/2005/8/quickstyle/simple1" qsCatId="simple" csTypeId="urn:microsoft.com/office/officeart/2005/8/colors/colorful4" csCatId="colorful" phldr="1"/>
      <dgm:spPr/>
      <dgm:t>
        <a:bodyPr/>
        <a:lstStyle/>
        <a:p>
          <a:endParaRPr lang="da-DK"/>
        </a:p>
      </dgm:t>
    </dgm:pt>
    <dgm:pt modelId="{4BE32EF3-F126-48E1-B5B4-B6900038C152}">
      <dgm:prSet phldrT="[Tekst]" phldr="0"/>
      <dgm:spPr/>
      <dgm:t>
        <a:bodyPr/>
        <a:lstStyle/>
        <a:p>
          <a:r>
            <a:rPr lang="da-DK" dirty="0"/>
            <a:t>Traktater</a:t>
          </a:r>
        </a:p>
      </dgm:t>
    </dgm:pt>
    <dgm:pt modelId="{AC797B7E-98B4-4C4F-937F-45256797C474}" type="parTrans" cxnId="{EF54029D-7424-40F3-9CDB-CFC48E843B21}">
      <dgm:prSet/>
      <dgm:spPr/>
      <dgm:t>
        <a:bodyPr/>
        <a:lstStyle/>
        <a:p>
          <a:endParaRPr lang="da-DK"/>
        </a:p>
      </dgm:t>
    </dgm:pt>
    <dgm:pt modelId="{9B0A0BAF-CCC5-4F53-8DE8-1A62279580E3}" type="sibTrans" cxnId="{EF54029D-7424-40F3-9CDB-CFC48E843B21}">
      <dgm:prSet/>
      <dgm:spPr/>
      <dgm:t>
        <a:bodyPr/>
        <a:lstStyle/>
        <a:p>
          <a:endParaRPr lang="da-DK"/>
        </a:p>
      </dgm:t>
    </dgm:pt>
    <dgm:pt modelId="{9A57882F-FD29-4DF9-812C-202DA46B5242}">
      <dgm:prSet phldrT="[Tekst]" phldr="0"/>
      <dgm:spPr/>
      <dgm:t>
        <a:bodyPr/>
        <a:lstStyle/>
        <a:p>
          <a:r>
            <a:rPr lang="da-DK" dirty="0"/>
            <a:t>Forordninger/direktiver</a:t>
          </a:r>
        </a:p>
      </dgm:t>
    </dgm:pt>
    <dgm:pt modelId="{3E4714F8-5589-48F5-8C87-E1762EF9967A}" type="parTrans" cxnId="{5DE96C14-A9A3-4F8F-906F-F8D3E080951C}">
      <dgm:prSet/>
      <dgm:spPr/>
      <dgm:t>
        <a:bodyPr/>
        <a:lstStyle/>
        <a:p>
          <a:endParaRPr lang="da-DK"/>
        </a:p>
      </dgm:t>
    </dgm:pt>
    <dgm:pt modelId="{98A39188-0688-4EA7-90AD-7F559B13FC1C}" type="sibTrans" cxnId="{5DE96C14-A9A3-4F8F-906F-F8D3E080951C}">
      <dgm:prSet/>
      <dgm:spPr/>
      <dgm:t>
        <a:bodyPr/>
        <a:lstStyle/>
        <a:p>
          <a:endParaRPr lang="da-DK"/>
        </a:p>
      </dgm:t>
    </dgm:pt>
    <dgm:pt modelId="{A3F06DCA-49E3-43CB-BFA4-31EB049CCD0F}">
      <dgm:prSet phldrT="[Tekst]" phldr="0"/>
      <dgm:spPr/>
      <dgm:t>
        <a:bodyPr/>
        <a:lstStyle/>
        <a:p>
          <a:r>
            <a:rPr lang="da-DK" dirty="0"/>
            <a:t>Supplerende(udfyldende</a:t>
          </a:r>
        </a:p>
      </dgm:t>
    </dgm:pt>
    <dgm:pt modelId="{1AA28A58-1A6A-42E3-BE34-EC226D3CE2E1}" type="parTrans" cxnId="{429E0621-E82D-441A-9157-4FE3AA2ED5E5}">
      <dgm:prSet/>
      <dgm:spPr/>
      <dgm:t>
        <a:bodyPr/>
        <a:lstStyle/>
        <a:p>
          <a:endParaRPr lang="da-DK"/>
        </a:p>
      </dgm:t>
    </dgm:pt>
    <dgm:pt modelId="{47B0D1E5-4E22-4D67-BE27-2F4998B9099C}" type="sibTrans" cxnId="{429E0621-E82D-441A-9157-4FE3AA2ED5E5}">
      <dgm:prSet/>
      <dgm:spPr/>
      <dgm:t>
        <a:bodyPr/>
        <a:lstStyle/>
        <a:p>
          <a:endParaRPr lang="da-DK"/>
        </a:p>
      </dgm:t>
    </dgm:pt>
    <dgm:pt modelId="{BA88C874-D4CA-4612-9889-D9F90D25FA17}" type="pres">
      <dgm:prSet presAssocID="{B86D6088-4C5F-483F-BADF-C4C5D01E6633}" presName="Name0" presStyleCnt="0">
        <dgm:presLayoutVars>
          <dgm:dir/>
          <dgm:animLvl val="lvl"/>
          <dgm:resizeHandles val="exact"/>
        </dgm:presLayoutVars>
      </dgm:prSet>
      <dgm:spPr/>
    </dgm:pt>
    <dgm:pt modelId="{75A31205-E736-4622-8D14-041E1C42B2FD}" type="pres">
      <dgm:prSet presAssocID="{4BE32EF3-F126-48E1-B5B4-B6900038C152}" presName="Name8" presStyleCnt="0"/>
      <dgm:spPr/>
    </dgm:pt>
    <dgm:pt modelId="{62151C00-5C20-4E62-857B-25310C733D80}" type="pres">
      <dgm:prSet presAssocID="{4BE32EF3-F126-48E1-B5B4-B6900038C152}" presName="level" presStyleLbl="node1" presStyleIdx="0" presStyleCnt="3" custScaleY="75856">
        <dgm:presLayoutVars>
          <dgm:chMax val="1"/>
          <dgm:bulletEnabled val="1"/>
        </dgm:presLayoutVars>
      </dgm:prSet>
      <dgm:spPr/>
    </dgm:pt>
    <dgm:pt modelId="{CDBCD708-7C43-4CCF-BC54-1D69718F5BAE}" type="pres">
      <dgm:prSet presAssocID="{4BE32EF3-F126-48E1-B5B4-B6900038C152}" presName="levelTx" presStyleLbl="revTx" presStyleIdx="0" presStyleCnt="0">
        <dgm:presLayoutVars>
          <dgm:chMax val="1"/>
          <dgm:bulletEnabled val="1"/>
        </dgm:presLayoutVars>
      </dgm:prSet>
      <dgm:spPr/>
    </dgm:pt>
    <dgm:pt modelId="{1A029A7A-19DE-4FF0-A2E7-70849AEB4336}" type="pres">
      <dgm:prSet presAssocID="{9A57882F-FD29-4DF9-812C-202DA46B5242}" presName="Name8" presStyleCnt="0"/>
      <dgm:spPr/>
    </dgm:pt>
    <dgm:pt modelId="{7F0A4FE4-BE4C-463F-9F0E-E5355B8C6592}" type="pres">
      <dgm:prSet presAssocID="{9A57882F-FD29-4DF9-812C-202DA46B5242}" presName="level" presStyleLbl="node1" presStyleIdx="1" presStyleCnt="3">
        <dgm:presLayoutVars>
          <dgm:chMax val="1"/>
          <dgm:bulletEnabled val="1"/>
        </dgm:presLayoutVars>
      </dgm:prSet>
      <dgm:spPr/>
    </dgm:pt>
    <dgm:pt modelId="{C76C83AE-814C-4F8F-B64B-F9A0262A0C76}" type="pres">
      <dgm:prSet presAssocID="{9A57882F-FD29-4DF9-812C-202DA46B5242}" presName="levelTx" presStyleLbl="revTx" presStyleIdx="0" presStyleCnt="0">
        <dgm:presLayoutVars>
          <dgm:chMax val="1"/>
          <dgm:bulletEnabled val="1"/>
        </dgm:presLayoutVars>
      </dgm:prSet>
      <dgm:spPr/>
    </dgm:pt>
    <dgm:pt modelId="{E71AE960-6DEE-4106-BE7E-1C2A89A4F7C7}" type="pres">
      <dgm:prSet presAssocID="{A3F06DCA-49E3-43CB-BFA4-31EB049CCD0F}" presName="Name8" presStyleCnt="0"/>
      <dgm:spPr/>
    </dgm:pt>
    <dgm:pt modelId="{DAE6BAB3-749F-4D1A-BF58-EF118B6779CD}" type="pres">
      <dgm:prSet presAssocID="{A3F06DCA-49E3-43CB-BFA4-31EB049CCD0F}" presName="level" presStyleLbl="node1" presStyleIdx="2" presStyleCnt="3" custScaleY="82796">
        <dgm:presLayoutVars>
          <dgm:chMax val="1"/>
          <dgm:bulletEnabled val="1"/>
        </dgm:presLayoutVars>
      </dgm:prSet>
      <dgm:spPr/>
    </dgm:pt>
    <dgm:pt modelId="{7FE3D4E4-919D-4267-B7EC-6AD00E76B76A}" type="pres">
      <dgm:prSet presAssocID="{A3F06DCA-49E3-43CB-BFA4-31EB049CCD0F}" presName="levelTx" presStyleLbl="revTx" presStyleIdx="0" presStyleCnt="0">
        <dgm:presLayoutVars>
          <dgm:chMax val="1"/>
          <dgm:bulletEnabled val="1"/>
        </dgm:presLayoutVars>
      </dgm:prSet>
      <dgm:spPr/>
    </dgm:pt>
  </dgm:ptLst>
  <dgm:cxnLst>
    <dgm:cxn modelId="{5DE96C14-A9A3-4F8F-906F-F8D3E080951C}" srcId="{B86D6088-4C5F-483F-BADF-C4C5D01E6633}" destId="{9A57882F-FD29-4DF9-812C-202DA46B5242}" srcOrd="1" destOrd="0" parTransId="{3E4714F8-5589-48F5-8C87-E1762EF9967A}" sibTransId="{98A39188-0688-4EA7-90AD-7F559B13FC1C}"/>
    <dgm:cxn modelId="{0D088717-C594-4BAF-AA65-37BA3846D12E}" type="presOf" srcId="{9A57882F-FD29-4DF9-812C-202DA46B5242}" destId="{C76C83AE-814C-4F8F-B64B-F9A0262A0C76}" srcOrd="1" destOrd="0" presId="urn:microsoft.com/office/officeart/2005/8/layout/pyramid1"/>
    <dgm:cxn modelId="{429E0621-E82D-441A-9157-4FE3AA2ED5E5}" srcId="{B86D6088-4C5F-483F-BADF-C4C5D01E6633}" destId="{A3F06DCA-49E3-43CB-BFA4-31EB049CCD0F}" srcOrd="2" destOrd="0" parTransId="{1AA28A58-1A6A-42E3-BE34-EC226D3CE2E1}" sibTransId="{47B0D1E5-4E22-4D67-BE27-2F4998B9099C}"/>
    <dgm:cxn modelId="{E2BF7D2E-FE2A-48C6-8F42-7E3A9512D25A}" type="presOf" srcId="{4BE32EF3-F126-48E1-B5B4-B6900038C152}" destId="{62151C00-5C20-4E62-857B-25310C733D80}" srcOrd="0" destOrd="0" presId="urn:microsoft.com/office/officeart/2005/8/layout/pyramid1"/>
    <dgm:cxn modelId="{8BBA5E3C-AD16-4C4B-A109-E1D5492E6D35}" type="presOf" srcId="{B86D6088-4C5F-483F-BADF-C4C5D01E6633}" destId="{BA88C874-D4CA-4612-9889-D9F90D25FA17}" srcOrd="0" destOrd="0" presId="urn:microsoft.com/office/officeart/2005/8/layout/pyramid1"/>
    <dgm:cxn modelId="{9220AA54-2A74-4709-800A-AFD06C00A286}" type="presOf" srcId="{9A57882F-FD29-4DF9-812C-202DA46B5242}" destId="{7F0A4FE4-BE4C-463F-9F0E-E5355B8C6592}" srcOrd="0" destOrd="0" presId="urn:microsoft.com/office/officeart/2005/8/layout/pyramid1"/>
    <dgm:cxn modelId="{EF54029D-7424-40F3-9CDB-CFC48E843B21}" srcId="{B86D6088-4C5F-483F-BADF-C4C5D01E6633}" destId="{4BE32EF3-F126-48E1-B5B4-B6900038C152}" srcOrd="0" destOrd="0" parTransId="{AC797B7E-98B4-4C4F-937F-45256797C474}" sibTransId="{9B0A0BAF-CCC5-4F53-8DE8-1A62279580E3}"/>
    <dgm:cxn modelId="{CC07C0B1-4695-48EC-98AB-85F2B8C35A1A}" type="presOf" srcId="{4BE32EF3-F126-48E1-B5B4-B6900038C152}" destId="{CDBCD708-7C43-4CCF-BC54-1D69718F5BAE}" srcOrd="1" destOrd="0" presId="urn:microsoft.com/office/officeart/2005/8/layout/pyramid1"/>
    <dgm:cxn modelId="{433FB3D4-C74D-4224-A0CC-22C0B066C2FA}" type="presOf" srcId="{A3F06DCA-49E3-43CB-BFA4-31EB049CCD0F}" destId="{DAE6BAB3-749F-4D1A-BF58-EF118B6779CD}" srcOrd="0" destOrd="0" presId="urn:microsoft.com/office/officeart/2005/8/layout/pyramid1"/>
    <dgm:cxn modelId="{1C0CC1E5-9506-426F-92C2-350560874C17}" type="presOf" srcId="{A3F06DCA-49E3-43CB-BFA4-31EB049CCD0F}" destId="{7FE3D4E4-919D-4267-B7EC-6AD00E76B76A}" srcOrd="1" destOrd="0" presId="urn:microsoft.com/office/officeart/2005/8/layout/pyramid1"/>
    <dgm:cxn modelId="{E353BFFB-94F9-4F25-B326-C401392C3E95}" type="presParOf" srcId="{BA88C874-D4CA-4612-9889-D9F90D25FA17}" destId="{75A31205-E736-4622-8D14-041E1C42B2FD}" srcOrd="0" destOrd="0" presId="urn:microsoft.com/office/officeart/2005/8/layout/pyramid1"/>
    <dgm:cxn modelId="{0C2D11DB-28DE-4158-BDFE-E8987E946BE2}" type="presParOf" srcId="{75A31205-E736-4622-8D14-041E1C42B2FD}" destId="{62151C00-5C20-4E62-857B-25310C733D80}" srcOrd="0" destOrd="0" presId="urn:microsoft.com/office/officeart/2005/8/layout/pyramid1"/>
    <dgm:cxn modelId="{AE767427-BCCB-48FE-AD36-1A0E46ED6936}" type="presParOf" srcId="{75A31205-E736-4622-8D14-041E1C42B2FD}" destId="{CDBCD708-7C43-4CCF-BC54-1D69718F5BAE}" srcOrd="1" destOrd="0" presId="urn:microsoft.com/office/officeart/2005/8/layout/pyramid1"/>
    <dgm:cxn modelId="{4674607A-BA37-456F-ADAB-B72C672E70FE}" type="presParOf" srcId="{BA88C874-D4CA-4612-9889-D9F90D25FA17}" destId="{1A029A7A-19DE-4FF0-A2E7-70849AEB4336}" srcOrd="1" destOrd="0" presId="urn:microsoft.com/office/officeart/2005/8/layout/pyramid1"/>
    <dgm:cxn modelId="{F5320FAF-F421-4663-9C12-5B6D157B1DC9}" type="presParOf" srcId="{1A029A7A-19DE-4FF0-A2E7-70849AEB4336}" destId="{7F0A4FE4-BE4C-463F-9F0E-E5355B8C6592}" srcOrd="0" destOrd="0" presId="urn:microsoft.com/office/officeart/2005/8/layout/pyramid1"/>
    <dgm:cxn modelId="{9041E04B-A880-4DC4-BC95-B72DE888D4A3}" type="presParOf" srcId="{1A029A7A-19DE-4FF0-A2E7-70849AEB4336}" destId="{C76C83AE-814C-4F8F-B64B-F9A0262A0C76}" srcOrd="1" destOrd="0" presId="urn:microsoft.com/office/officeart/2005/8/layout/pyramid1"/>
    <dgm:cxn modelId="{F924CB53-4FF0-42C0-B593-944A98698F51}" type="presParOf" srcId="{BA88C874-D4CA-4612-9889-D9F90D25FA17}" destId="{E71AE960-6DEE-4106-BE7E-1C2A89A4F7C7}" srcOrd="2" destOrd="0" presId="urn:microsoft.com/office/officeart/2005/8/layout/pyramid1"/>
    <dgm:cxn modelId="{4CC57E0D-CAC6-44B6-9BF8-6B980969F899}" type="presParOf" srcId="{E71AE960-6DEE-4106-BE7E-1C2A89A4F7C7}" destId="{DAE6BAB3-749F-4D1A-BF58-EF118B6779CD}" srcOrd="0" destOrd="0" presId="urn:microsoft.com/office/officeart/2005/8/layout/pyramid1"/>
    <dgm:cxn modelId="{3A535EB0-75FB-48C0-BC3C-E0A20C445BFF}" type="presParOf" srcId="{E71AE960-6DEE-4106-BE7E-1C2A89A4F7C7}" destId="{7FE3D4E4-919D-4267-B7EC-6AD00E76B76A}"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EA1BF96-6538-4549-BD40-87CC3EEDD6F3}"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BAB5222F-91B7-4ABD-BCB1-083C324B54BB}">
      <dgm:prSet/>
      <dgm:spPr/>
      <dgm:t>
        <a:bodyPr/>
        <a:lstStyle/>
        <a:p>
          <a:pPr>
            <a:lnSpc>
              <a:spcPct val="100000"/>
            </a:lnSpc>
            <a:defRPr b="1"/>
          </a:pPr>
          <a:r>
            <a:rPr lang="da-DK" dirty="0"/>
            <a:t>Selve retskilden</a:t>
          </a:r>
          <a:endParaRPr lang="en-US" dirty="0"/>
        </a:p>
      </dgm:t>
    </dgm:pt>
    <dgm:pt modelId="{92823C92-0602-4479-8D32-2CC59AA1A9EA}" type="parTrans" cxnId="{F0A722FF-87F4-4285-BF57-DD344CEC61A0}">
      <dgm:prSet/>
      <dgm:spPr/>
      <dgm:t>
        <a:bodyPr/>
        <a:lstStyle/>
        <a:p>
          <a:endParaRPr lang="en-US"/>
        </a:p>
      </dgm:t>
    </dgm:pt>
    <dgm:pt modelId="{FD30E133-0215-46F7-ABBC-01431188B9C8}" type="sibTrans" cxnId="{F0A722FF-87F4-4285-BF57-DD344CEC61A0}">
      <dgm:prSet/>
      <dgm:spPr/>
      <dgm:t>
        <a:bodyPr/>
        <a:lstStyle/>
        <a:p>
          <a:endParaRPr lang="en-US"/>
        </a:p>
      </dgm:t>
    </dgm:pt>
    <dgm:pt modelId="{69F72578-D4B9-4C96-AFAC-B5A8F66811D7}">
      <dgm:prSet/>
      <dgm:spPr/>
      <dgm:t>
        <a:bodyPr/>
        <a:lstStyle/>
        <a:p>
          <a:pPr>
            <a:lnSpc>
              <a:spcPct val="100000"/>
            </a:lnSpc>
          </a:pPr>
          <a:r>
            <a:rPr lang="da-DK" dirty="0"/>
            <a:t>Formål med regulering</a:t>
          </a:r>
          <a:endParaRPr lang="en-US" dirty="0"/>
        </a:p>
      </dgm:t>
    </dgm:pt>
    <dgm:pt modelId="{52B28186-A5C9-4BA3-BA36-214C23F729CD}" type="parTrans" cxnId="{C0F12BFB-59DC-46A7-9817-D9EF2E0DD040}">
      <dgm:prSet/>
      <dgm:spPr/>
      <dgm:t>
        <a:bodyPr/>
        <a:lstStyle/>
        <a:p>
          <a:endParaRPr lang="en-US"/>
        </a:p>
      </dgm:t>
    </dgm:pt>
    <dgm:pt modelId="{B6B10225-9C1C-40AC-93FB-61AAA6D1E739}" type="sibTrans" cxnId="{C0F12BFB-59DC-46A7-9817-D9EF2E0DD040}">
      <dgm:prSet/>
      <dgm:spPr/>
      <dgm:t>
        <a:bodyPr/>
        <a:lstStyle/>
        <a:p>
          <a:endParaRPr lang="en-US"/>
        </a:p>
      </dgm:t>
    </dgm:pt>
    <dgm:pt modelId="{E2629772-87E7-49A4-A018-219D3D4A138E}">
      <dgm:prSet/>
      <dgm:spPr/>
      <dgm:t>
        <a:bodyPr/>
        <a:lstStyle/>
        <a:p>
          <a:pPr>
            <a:lnSpc>
              <a:spcPct val="100000"/>
            </a:lnSpc>
          </a:pPr>
          <a:r>
            <a:rPr lang="da-DK" dirty="0"/>
            <a:t>Placering i tekst (hvilket kapitel?)</a:t>
          </a:r>
          <a:endParaRPr lang="en-US" dirty="0"/>
        </a:p>
      </dgm:t>
    </dgm:pt>
    <dgm:pt modelId="{24F4CB2E-1EAD-4AED-838A-DFBA38D110DD}" type="parTrans" cxnId="{9E92B4F6-EBB6-4848-8595-74A9F7E41C62}">
      <dgm:prSet/>
      <dgm:spPr/>
      <dgm:t>
        <a:bodyPr/>
        <a:lstStyle/>
        <a:p>
          <a:endParaRPr lang="en-US"/>
        </a:p>
      </dgm:t>
    </dgm:pt>
    <dgm:pt modelId="{C286CD0E-7FA2-48E1-BCC3-48D486FF0F52}" type="sibTrans" cxnId="{9E92B4F6-EBB6-4848-8595-74A9F7E41C62}">
      <dgm:prSet/>
      <dgm:spPr/>
      <dgm:t>
        <a:bodyPr/>
        <a:lstStyle/>
        <a:p>
          <a:endParaRPr lang="en-US"/>
        </a:p>
      </dgm:t>
    </dgm:pt>
    <dgm:pt modelId="{DD298EDC-4975-40DD-A30A-A31A6793DD81}">
      <dgm:prSet/>
      <dgm:spPr/>
      <dgm:t>
        <a:bodyPr/>
        <a:lstStyle/>
        <a:p>
          <a:pPr>
            <a:lnSpc>
              <a:spcPct val="100000"/>
            </a:lnSpc>
          </a:pPr>
          <a:r>
            <a:rPr lang="da-DK" dirty="0"/>
            <a:t>Præambel</a:t>
          </a:r>
        </a:p>
        <a:p>
          <a:pPr>
            <a:lnSpc>
              <a:spcPct val="100000"/>
            </a:lnSpc>
          </a:pPr>
          <a:r>
            <a:rPr lang="en-US" dirty="0" err="1"/>
            <a:t>Ordlydsfortolkning</a:t>
          </a:r>
          <a:r>
            <a:rPr lang="en-US" dirty="0"/>
            <a:t> (</a:t>
          </a:r>
          <a:r>
            <a:rPr lang="en-US" dirty="0" err="1"/>
            <a:t>på</a:t>
          </a:r>
          <a:r>
            <a:rPr lang="en-US" dirty="0"/>
            <a:t> alle EU-sprog)</a:t>
          </a:r>
        </a:p>
      </dgm:t>
    </dgm:pt>
    <dgm:pt modelId="{FA9AB925-BA88-4A36-9681-78CDAA103B30}" type="parTrans" cxnId="{2A81F6FC-B5FF-49F3-89FA-2C25BE36BB2C}">
      <dgm:prSet/>
      <dgm:spPr/>
      <dgm:t>
        <a:bodyPr/>
        <a:lstStyle/>
        <a:p>
          <a:endParaRPr lang="en-US"/>
        </a:p>
      </dgm:t>
    </dgm:pt>
    <dgm:pt modelId="{C25E8B25-BC07-429A-82C0-7A4CD1F7C15C}" type="sibTrans" cxnId="{2A81F6FC-B5FF-49F3-89FA-2C25BE36BB2C}">
      <dgm:prSet/>
      <dgm:spPr/>
      <dgm:t>
        <a:bodyPr/>
        <a:lstStyle/>
        <a:p>
          <a:endParaRPr lang="en-US"/>
        </a:p>
      </dgm:t>
    </dgm:pt>
    <dgm:pt modelId="{0D4C46EB-F72E-4C50-9DF7-740CE947C8F3}">
      <dgm:prSet/>
      <dgm:spPr/>
      <dgm:t>
        <a:bodyPr/>
        <a:lstStyle/>
        <a:p>
          <a:pPr>
            <a:lnSpc>
              <a:spcPct val="100000"/>
            </a:lnSpc>
            <a:defRPr b="1"/>
          </a:pPr>
          <a:r>
            <a:rPr lang="en-US" dirty="0"/>
            <a:t>Andre </a:t>
          </a:r>
          <a:r>
            <a:rPr lang="en-US" dirty="0" err="1"/>
            <a:t>bindende</a:t>
          </a:r>
          <a:r>
            <a:rPr lang="en-US" dirty="0"/>
            <a:t> EU-</a:t>
          </a:r>
          <a:r>
            <a:rPr lang="en-US" dirty="0" err="1"/>
            <a:t>retskilder</a:t>
          </a:r>
          <a:endParaRPr lang="en-US" dirty="0"/>
        </a:p>
      </dgm:t>
    </dgm:pt>
    <dgm:pt modelId="{33EF2C26-1A53-4554-A986-EE7721BF5305}" type="parTrans" cxnId="{F5CA8C32-C744-4C6D-A04C-E830A5EEEDCD}">
      <dgm:prSet/>
      <dgm:spPr/>
      <dgm:t>
        <a:bodyPr/>
        <a:lstStyle/>
        <a:p>
          <a:endParaRPr lang="en-US"/>
        </a:p>
      </dgm:t>
    </dgm:pt>
    <dgm:pt modelId="{C8C21BEC-B2B0-46D3-B6F2-BD3E4499D30C}" type="sibTrans" cxnId="{F5CA8C32-C744-4C6D-A04C-E830A5EEEDCD}">
      <dgm:prSet/>
      <dgm:spPr/>
      <dgm:t>
        <a:bodyPr/>
        <a:lstStyle/>
        <a:p>
          <a:endParaRPr lang="en-US"/>
        </a:p>
      </dgm:t>
    </dgm:pt>
    <dgm:pt modelId="{4F16FCF9-D7B9-4C47-8190-3DD7BBB2B0BB}">
      <dgm:prSet/>
      <dgm:spPr/>
      <dgm:t>
        <a:bodyPr/>
        <a:lstStyle/>
        <a:p>
          <a:pPr>
            <a:lnSpc>
              <a:spcPct val="100000"/>
            </a:lnSpc>
          </a:pPr>
          <a:r>
            <a:rPr lang="da-DK" dirty="0"/>
            <a:t>EU Traktater, inkl. Charter</a:t>
          </a:r>
          <a:endParaRPr lang="en-US" dirty="0"/>
        </a:p>
      </dgm:t>
    </dgm:pt>
    <dgm:pt modelId="{64164169-0549-42C2-BD24-FA2F19C66911}" type="parTrans" cxnId="{F4600226-CAC3-43B5-8A27-844166CBA584}">
      <dgm:prSet/>
      <dgm:spPr/>
      <dgm:t>
        <a:bodyPr/>
        <a:lstStyle/>
        <a:p>
          <a:endParaRPr lang="en-US"/>
        </a:p>
      </dgm:t>
    </dgm:pt>
    <dgm:pt modelId="{31FA764D-614C-4291-A1FD-E9F7C353C150}" type="sibTrans" cxnId="{F4600226-CAC3-43B5-8A27-844166CBA584}">
      <dgm:prSet/>
      <dgm:spPr/>
      <dgm:t>
        <a:bodyPr/>
        <a:lstStyle/>
        <a:p>
          <a:endParaRPr lang="en-US"/>
        </a:p>
      </dgm:t>
    </dgm:pt>
    <dgm:pt modelId="{52501B65-816D-415B-926E-54F98EF0666E}">
      <dgm:prSet/>
      <dgm:spPr/>
      <dgm:t>
        <a:bodyPr/>
        <a:lstStyle/>
        <a:p>
          <a:pPr>
            <a:lnSpc>
              <a:spcPct val="100000"/>
            </a:lnSpc>
          </a:pPr>
          <a:r>
            <a:rPr lang="da-DK" dirty="0"/>
            <a:t>Domme fra EU-Domstolen</a:t>
          </a:r>
          <a:endParaRPr lang="en-US" dirty="0"/>
        </a:p>
      </dgm:t>
    </dgm:pt>
    <dgm:pt modelId="{FF80D8A0-B6D7-477E-B859-74E504C39A78}" type="parTrans" cxnId="{080374FF-1E5D-4242-8D61-97303BFAE155}">
      <dgm:prSet/>
      <dgm:spPr/>
      <dgm:t>
        <a:bodyPr/>
        <a:lstStyle/>
        <a:p>
          <a:endParaRPr lang="en-US"/>
        </a:p>
      </dgm:t>
    </dgm:pt>
    <dgm:pt modelId="{5ADB404F-2B10-49CA-96CF-844C2147A490}" type="sibTrans" cxnId="{080374FF-1E5D-4242-8D61-97303BFAE155}">
      <dgm:prSet/>
      <dgm:spPr/>
      <dgm:t>
        <a:bodyPr/>
        <a:lstStyle/>
        <a:p>
          <a:endParaRPr lang="en-US"/>
        </a:p>
      </dgm:t>
    </dgm:pt>
    <dgm:pt modelId="{21608459-19E5-4993-AB33-4DB843A40B69}">
      <dgm:prSet/>
      <dgm:spPr/>
      <dgm:t>
        <a:bodyPr/>
        <a:lstStyle/>
        <a:p>
          <a:pPr>
            <a:lnSpc>
              <a:spcPct val="100000"/>
            </a:lnSpc>
          </a:pPr>
          <a:r>
            <a:rPr lang="da-DK" dirty="0"/>
            <a:t>Anden EU-lovgivning</a:t>
          </a:r>
        </a:p>
        <a:p>
          <a:pPr>
            <a:lnSpc>
              <a:spcPct val="100000"/>
            </a:lnSpc>
          </a:pPr>
          <a:r>
            <a:rPr lang="da-DK" dirty="0"/>
            <a:t>(Domme fra den Europæiske Menneskerettighedsdomstol)</a:t>
          </a:r>
          <a:endParaRPr lang="en-US" dirty="0"/>
        </a:p>
      </dgm:t>
    </dgm:pt>
    <dgm:pt modelId="{F168AADC-4C03-40FD-B452-92318414099C}" type="parTrans" cxnId="{A4EBD7C6-95B1-42CA-AB6A-15406C3E1637}">
      <dgm:prSet/>
      <dgm:spPr/>
      <dgm:t>
        <a:bodyPr/>
        <a:lstStyle/>
        <a:p>
          <a:endParaRPr lang="en-US"/>
        </a:p>
      </dgm:t>
    </dgm:pt>
    <dgm:pt modelId="{5DA08B86-C276-4332-BD83-6245A51952A5}" type="sibTrans" cxnId="{A4EBD7C6-95B1-42CA-AB6A-15406C3E1637}">
      <dgm:prSet/>
      <dgm:spPr/>
      <dgm:t>
        <a:bodyPr/>
        <a:lstStyle/>
        <a:p>
          <a:endParaRPr lang="en-US"/>
        </a:p>
      </dgm:t>
    </dgm:pt>
    <dgm:pt modelId="{BBC9F6CC-F535-4626-B00D-D75BF21A16C0}">
      <dgm:prSet/>
      <dgm:spPr/>
      <dgm:t>
        <a:bodyPr/>
        <a:lstStyle/>
        <a:p>
          <a:pPr>
            <a:lnSpc>
              <a:spcPct val="100000"/>
            </a:lnSpc>
          </a:pPr>
          <a:r>
            <a:rPr lang="da-DK" dirty="0"/>
            <a:t>(</a:t>
          </a:r>
          <a:r>
            <a:rPr lang="da-DK" dirty="0" err="1"/>
            <a:t>FNs</a:t>
          </a:r>
          <a:r>
            <a:rPr lang="da-DK" dirty="0"/>
            <a:t> børnekonvention)</a:t>
          </a:r>
          <a:endParaRPr lang="en-US" dirty="0"/>
        </a:p>
      </dgm:t>
    </dgm:pt>
    <dgm:pt modelId="{4144A683-27BC-4AD8-B5BA-6B0D22271C16}" type="parTrans" cxnId="{D1482A64-783F-4F40-B6AE-DA56FA9C38C3}">
      <dgm:prSet/>
      <dgm:spPr/>
      <dgm:t>
        <a:bodyPr/>
        <a:lstStyle/>
        <a:p>
          <a:endParaRPr lang="en-US"/>
        </a:p>
      </dgm:t>
    </dgm:pt>
    <dgm:pt modelId="{CFAF4EE4-325D-40EA-8B82-8AADFE0C786F}" type="sibTrans" cxnId="{D1482A64-783F-4F40-B6AE-DA56FA9C38C3}">
      <dgm:prSet/>
      <dgm:spPr/>
      <dgm:t>
        <a:bodyPr/>
        <a:lstStyle/>
        <a:p>
          <a:endParaRPr lang="en-US"/>
        </a:p>
      </dgm:t>
    </dgm:pt>
    <dgm:pt modelId="{00A182A0-81B3-4A7D-9FC1-28B65C265EB9}">
      <dgm:prSet/>
      <dgm:spPr/>
      <dgm:t>
        <a:bodyPr/>
        <a:lstStyle/>
        <a:p>
          <a:pPr>
            <a:lnSpc>
              <a:spcPct val="100000"/>
            </a:lnSpc>
            <a:defRPr b="1"/>
          </a:pPr>
          <a:r>
            <a:rPr lang="da-DK" dirty="0"/>
            <a:t>Andre kilder</a:t>
          </a:r>
          <a:endParaRPr lang="en-US" dirty="0"/>
        </a:p>
      </dgm:t>
    </dgm:pt>
    <dgm:pt modelId="{6A115BBC-76E1-444A-BA32-C12E26864FE7}" type="parTrans" cxnId="{21CE6788-9F21-41D5-A803-474A93FEF101}">
      <dgm:prSet/>
      <dgm:spPr/>
      <dgm:t>
        <a:bodyPr/>
        <a:lstStyle/>
        <a:p>
          <a:endParaRPr lang="en-US"/>
        </a:p>
      </dgm:t>
    </dgm:pt>
    <dgm:pt modelId="{41EBC19E-CB5E-43BB-B7B7-40559CA47910}" type="sibTrans" cxnId="{21CE6788-9F21-41D5-A803-474A93FEF101}">
      <dgm:prSet/>
      <dgm:spPr/>
      <dgm:t>
        <a:bodyPr/>
        <a:lstStyle/>
        <a:p>
          <a:endParaRPr lang="en-US"/>
        </a:p>
      </dgm:t>
    </dgm:pt>
    <dgm:pt modelId="{6ED1CE83-6F64-4490-B318-85F47C2A502A}">
      <dgm:prSet/>
      <dgm:spPr/>
      <dgm:t>
        <a:bodyPr/>
        <a:lstStyle/>
        <a:p>
          <a:pPr>
            <a:lnSpc>
              <a:spcPct val="100000"/>
            </a:lnSpc>
          </a:pPr>
          <a:r>
            <a:rPr lang="da-DK" dirty="0"/>
            <a:t>National lovgivning</a:t>
          </a:r>
          <a:endParaRPr lang="en-US" dirty="0"/>
        </a:p>
      </dgm:t>
    </dgm:pt>
    <dgm:pt modelId="{4BE718F1-4AE9-4DEC-A766-92C811CF5163}" type="parTrans" cxnId="{DCD3F86E-94F9-4336-A433-EA7A59C60428}">
      <dgm:prSet/>
      <dgm:spPr/>
      <dgm:t>
        <a:bodyPr/>
        <a:lstStyle/>
        <a:p>
          <a:endParaRPr lang="en-US"/>
        </a:p>
      </dgm:t>
    </dgm:pt>
    <dgm:pt modelId="{CDDA8083-319F-4C1E-940D-F037C44AD8C1}" type="sibTrans" cxnId="{DCD3F86E-94F9-4336-A433-EA7A59C60428}">
      <dgm:prSet/>
      <dgm:spPr/>
      <dgm:t>
        <a:bodyPr/>
        <a:lstStyle/>
        <a:p>
          <a:endParaRPr lang="en-US"/>
        </a:p>
      </dgm:t>
    </dgm:pt>
    <dgm:pt modelId="{31F9BCF3-BA47-4EE1-9F53-5DF525D4D48B}">
      <dgm:prSet/>
      <dgm:spPr/>
      <dgm:t>
        <a:bodyPr/>
        <a:lstStyle/>
        <a:p>
          <a:pPr>
            <a:lnSpc>
              <a:spcPct val="100000"/>
            </a:lnSpc>
          </a:pPr>
          <a:r>
            <a:rPr lang="da-DK" dirty="0"/>
            <a:t>Soft law, f.eks. adfærdskodeks</a:t>
          </a:r>
        </a:p>
        <a:p>
          <a:pPr>
            <a:lnSpc>
              <a:spcPct val="100000"/>
            </a:lnSpc>
          </a:pPr>
          <a:r>
            <a:rPr lang="en-US" dirty="0" err="1"/>
            <a:t>Retningslinjer</a:t>
          </a:r>
          <a:r>
            <a:rPr lang="en-US" dirty="0"/>
            <a:t> </a:t>
          </a:r>
          <a:r>
            <a:rPr lang="en-US" dirty="0" err="1"/>
            <a:t>fra</a:t>
          </a:r>
          <a:r>
            <a:rPr lang="en-US" dirty="0"/>
            <a:t> </a:t>
          </a:r>
          <a:r>
            <a:rPr lang="en-US" dirty="0" err="1"/>
            <a:t>Kommissionen</a:t>
          </a:r>
          <a:endParaRPr lang="en-US" dirty="0"/>
        </a:p>
        <a:p>
          <a:pPr>
            <a:lnSpc>
              <a:spcPct val="100000"/>
            </a:lnSpc>
          </a:pPr>
          <a:r>
            <a:rPr lang="da-DK" dirty="0"/>
            <a:t>Litteratur</a:t>
          </a:r>
          <a:endParaRPr lang="en-US" dirty="0"/>
        </a:p>
      </dgm:t>
    </dgm:pt>
    <dgm:pt modelId="{0D4965EC-3D93-490E-9833-EE1AFC82F770}" type="parTrans" cxnId="{762D4230-3C60-46C7-9781-5A571E942A66}">
      <dgm:prSet/>
      <dgm:spPr/>
      <dgm:t>
        <a:bodyPr/>
        <a:lstStyle/>
        <a:p>
          <a:endParaRPr lang="en-US"/>
        </a:p>
      </dgm:t>
    </dgm:pt>
    <dgm:pt modelId="{A299EB2A-3E47-4495-93DD-AD7BDB58D7D4}" type="sibTrans" cxnId="{762D4230-3C60-46C7-9781-5A571E942A66}">
      <dgm:prSet/>
      <dgm:spPr/>
      <dgm:t>
        <a:bodyPr/>
        <a:lstStyle/>
        <a:p>
          <a:endParaRPr lang="en-US"/>
        </a:p>
      </dgm:t>
    </dgm:pt>
    <dgm:pt modelId="{5E393785-1E76-40AB-B1B6-1C1FFE949BA7}" type="pres">
      <dgm:prSet presAssocID="{0EA1BF96-6538-4549-BD40-87CC3EEDD6F3}" presName="root" presStyleCnt="0">
        <dgm:presLayoutVars>
          <dgm:dir/>
          <dgm:resizeHandles val="exact"/>
        </dgm:presLayoutVars>
      </dgm:prSet>
      <dgm:spPr/>
    </dgm:pt>
    <dgm:pt modelId="{89FD6E08-1812-4F89-AE9B-D4AD7627E6FD}" type="pres">
      <dgm:prSet presAssocID="{BAB5222F-91B7-4ABD-BCB1-083C324B54BB}" presName="compNode" presStyleCnt="0"/>
      <dgm:spPr/>
    </dgm:pt>
    <dgm:pt modelId="{6967CDF1-7397-4F72-AC7A-18FD73E8E284}" type="pres">
      <dgm:prSet presAssocID="{BAB5222F-91B7-4ABD-BCB1-083C324B54BB}"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t="-2000" b="-2000"/>
          </a:stretch>
        </a:blipFill>
        <a:ln>
          <a:noFill/>
        </a:ln>
      </dgm:spPr>
      <dgm:extLst>
        <a:ext uri="{E40237B7-FDA0-4F09-8148-C483321AD2D9}">
          <dgm14:cNvPr xmlns:dgm14="http://schemas.microsoft.com/office/drawing/2010/diagram" id="0" name="" descr="Anchor with solid fill"/>
        </a:ext>
      </dgm:extLst>
    </dgm:pt>
    <dgm:pt modelId="{65DBA9F0-90F2-4B49-816E-1D04A3AB4ADD}" type="pres">
      <dgm:prSet presAssocID="{BAB5222F-91B7-4ABD-BCB1-083C324B54BB}" presName="iconSpace" presStyleCnt="0"/>
      <dgm:spPr/>
    </dgm:pt>
    <dgm:pt modelId="{59DC0186-A718-4D1A-879A-F10CA4B03DB7}" type="pres">
      <dgm:prSet presAssocID="{BAB5222F-91B7-4ABD-BCB1-083C324B54BB}" presName="parTx" presStyleLbl="revTx" presStyleIdx="0" presStyleCnt="6">
        <dgm:presLayoutVars>
          <dgm:chMax val="0"/>
          <dgm:chPref val="0"/>
        </dgm:presLayoutVars>
      </dgm:prSet>
      <dgm:spPr/>
    </dgm:pt>
    <dgm:pt modelId="{BB65B58B-47D7-40CF-85AA-2128D3BCEEF0}" type="pres">
      <dgm:prSet presAssocID="{BAB5222F-91B7-4ABD-BCB1-083C324B54BB}" presName="txSpace" presStyleCnt="0"/>
      <dgm:spPr/>
    </dgm:pt>
    <dgm:pt modelId="{6861CA12-1CFA-467F-9A02-76DDD34FE50A}" type="pres">
      <dgm:prSet presAssocID="{BAB5222F-91B7-4ABD-BCB1-083C324B54BB}" presName="desTx" presStyleLbl="revTx" presStyleIdx="1" presStyleCnt="6">
        <dgm:presLayoutVars/>
      </dgm:prSet>
      <dgm:spPr/>
    </dgm:pt>
    <dgm:pt modelId="{A9448FA8-4826-4BE0-880A-D6FB240AEA0E}" type="pres">
      <dgm:prSet presAssocID="{FD30E133-0215-46F7-ABBC-01431188B9C8}" presName="sibTrans" presStyleCnt="0"/>
      <dgm:spPr/>
    </dgm:pt>
    <dgm:pt modelId="{FADD7B48-2D16-4A1E-BEB4-DE986B3672AF}" type="pres">
      <dgm:prSet presAssocID="{0D4C46EB-F72E-4C50-9DF7-740CE947C8F3}" presName="compNode" presStyleCnt="0"/>
      <dgm:spPr/>
    </dgm:pt>
    <dgm:pt modelId="{89F4B44F-DD9A-441B-99BC-D483FAE13E99}" type="pres">
      <dgm:prSet presAssocID="{0D4C46EB-F72E-4C50-9DF7-740CE947C8F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vel"/>
        </a:ext>
      </dgm:extLst>
    </dgm:pt>
    <dgm:pt modelId="{0A4BC07D-9E21-42A4-86FA-37A12C1464A0}" type="pres">
      <dgm:prSet presAssocID="{0D4C46EB-F72E-4C50-9DF7-740CE947C8F3}" presName="iconSpace" presStyleCnt="0"/>
      <dgm:spPr/>
    </dgm:pt>
    <dgm:pt modelId="{B4F51555-D384-4DBC-9AA0-14E703D10384}" type="pres">
      <dgm:prSet presAssocID="{0D4C46EB-F72E-4C50-9DF7-740CE947C8F3}" presName="parTx" presStyleLbl="revTx" presStyleIdx="2" presStyleCnt="6">
        <dgm:presLayoutVars>
          <dgm:chMax val="0"/>
          <dgm:chPref val="0"/>
        </dgm:presLayoutVars>
      </dgm:prSet>
      <dgm:spPr/>
    </dgm:pt>
    <dgm:pt modelId="{2584BD00-B502-4C0E-99F3-E68B9E07B17C}" type="pres">
      <dgm:prSet presAssocID="{0D4C46EB-F72E-4C50-9DF7-740CE947C8F3}" presName="txSpace" presStyleCnt="0"/>
      <dgm:spPr/>
    </dgm:pt>
    <dgm:pt modelId="{79EF8BF6-11A1-423B-ACA8-01594EA86F57}" type="pres">
      <dgm:prSet presAssocID="{0D4C46EB-F72E-4C50-9DF7-740CE947C8F3}" presName="desTx" presStyleLbl="revTx" presStyleIdx="3" presStyleCnt="6">
        <dgm:presLayoutVars/>
      </dgm:prSet>
      <dgm:spPr/>
    </dgm:pt>
    <dgm:pt modelId="{DC9780FA-827C-4CBD-AE5D-78954F79C39F}" type="pres">
      <dgm:prSet presAssocID="{C8C21BEC-B2B0-46D3-B6F2-BD3E4499D30C}" presName="sibTrans" presStyleCnt="0"/>
      <dgm:spPr/>
    </dgm:pt>
    <dgm:pt modelId="{0DB62E6F-E42E-4C08-9484-AA580B4FF61C}" type="pres">
      <dgm:prSet presAssocID="{00A182A0-81B3-4A7D-9FC1-28B65C265EB9}" presName="compNode" presStyleCnt="0"/>
      <dgm:spPr/>
    </dgm:pt>
    <dgm:pt modelId="{646F2830-81AA-4AC4-8C07-C93EDBD4B46E}" type="pres">
      <dgm:prSet presAssocID="{00A182A0-81B3-4A7D-9FC1-28B65C265EB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Judge"/>
        </a:ext>
      </dgm:extLst>
    </dgm:pt>
    <dgm:pt modelId="{AAA33CD4-BD13-4CDF-AF7A-795F23D4184E}" type="pres">
      <dgm:prSet presAssocID="{00A182A0-81B3-4A7D-9FC1-28B65C265EB9}" presName="iconSpace" presStyleCnt="0"/>
      <dgm:spPr/>
    </dgm:pt>
    <dgm:pt modelId="{6C786B3E-1BBF-466C-B607-BF70C1056C0F}" type="pres">
      <dgm:prSet presAssocID="{00A182A0-81B3-4A7D-9FC1-28B65C265EB9}" presName="parTx" presStyleLbl="revTx" presStyleIdx="4" presStyleCnt="6">
        <dgm:presLayoutVars>
          <dgm:chMax val="0"/>
          <dgm:chPref val="0"/>
        </dgm:presLayoutVars>
      </dgm:prSet>
      <dgm:spPr/>
    </dgm:pt>
    <dgm:pt modelId="{0A766ABD-1FBC-44E2-B0CC-CAAB1E90C006}" type="pres">
      <dgm:prSet presAssocID="{00A182A0-81B3-4A7D-9FC1-28B65C265EB9}" presName="txSpace" presStyleCnt="0"/>
      <dgm:spPr/>
    </dgm:pt>
    <dgm:pt modelId="{795C69B2-A8E4-4D60-8CBC-B10C07E7F7FB}" type="pres">
      <dgm:prSet presAssocID="{00A182A0-81B3-4A7D-9FC1-28B65C265EB9}" presName="desTx" presStyleLbl="revTx" presStyleIdx="5" presStyleCnt="6">
        <dgm:presLayoutVars/>
      </dgm:prSet>
      <dgm:spPr/>
    </dgm:pt>
  </dgm:ptLst>
  <dgm:cxnLst>
    <dgm:cxn modelId="{2726990F-36CF-4181-AD96-2DA4870426C5}" type="presOf" srcId="{0EA1BF96-6538-4549-BD40-87CC3EEDD6F3}" destId="{5E393785-1E76-40AB-B1B6-1C1FFE949BA7}" srcOrd="0" destOrd="0" presId="urn:microsoft.com/office/officeart/2018/2/layout/IconLabelDescriptionList"/>
    <dgm:cxn modelId="{A0529913-6728-4955-B182-FA62C6762E76}" type="presOf" srcId="{BAB5222F-91B7-4ABD-BCB1-083C324B54BB}" destId="{59DC0186-A718-4D1A-879A-F10CA4B03DB7}" srcOrd="0" destOrd="0" presId="urn:microsoft.com/office/officeart/2018/2/layout/IconLabelDescriptionList"/>
    <dgm:cxn modelId="{29B7BC22-E46C-4524-9D59-26D880FB31FE}" type="presOf" srcId="{00A182A0-81B3-4A7D-9FC1-28B65C265EB9}" destId="{6C786B3E-1BBF-466C-B607-BF70C1056C0F}" srcOrd="0" destOrd="0" presId="urn:microsoft.com/office/officeart/2018/2/layout/IconLabelDescriptionList"/>
    <dgm:cxn modelId="{F4600226-CAC3-43B5-8A27-844166CBA584}" srcId="{0D4C46EB-F72E-4C50-9DF7-740CE947C8F3}" destId="{4F16FCF9-D7B9-4C47-8190-3DD7BBB2B0BB}" srcOrd="0" destOrd="0" parTransId="{64164169-0549-42C2-BD24-FA2F19C66911}" sibTransId="{31FA764D-614C-4291-A1FD-E9F7C353C150}"/>
    <dgm:cxn modelId="{762D4230-3C60-46C7-9781-5A571E942A66}" srcId="{00A182A0-81B3-4A7D-9FC1-28B65C265EB9}" destId="{31F9BCF3-BA47-4EE1-9F53-5DF525D4D48B}" srcOrd="1" destOrd="0" parTransId="{0D4965EC-3D93-490E-9833-EE1AFC82F770}" sibTransId="{A299EB2A-3E47-4495-93DD-AD7BDB58D7D4}"/>
    <dgm:cxn modelId="{F5CA8C32-C744-4C6D-A04C-E830A5EEEDCD}" srcId="{0EA1BF96-6538-4549-BD40-87CC3EEDD6F3}" destId="{0D4C46EB-F72E-4C50-9DF7-740CE947C8F3}" srcOrd="1" destOrd="0" parTransId="{33EF2C26-1A53-4554-A986-EE7721BF5305}" sibTransId="{C8C21BEC-B2B0-46D3-B6F2-BD3E4499D30C}"/>
    <dgm:cxn modelId="{C591F94D-FC2E-4744-AF7D-9DD8B9C646E6}" type="presOf" srcId="{E2629772-87E7-49A4-A018-219D3D4A138E}" destId="{6861CA12-1CFA-467F-9A02-76DDD34FE50A}" srcOrd="0" destOrd="1" presId="urn:microsoft.com/office/officeart/2018/2/layout/IconLabelDescriptionList"/>
    <dgm:cxn modelId="{5E895B52-64EA-4AC5-A9CB-9C941C6A31EF}" type="presOf" srcId="{31F9BCF3-BA47-4EE1-9F53-5DF525D4D48B}" destId="{795C69B2-A8E4-4D60-8CBC-B10C07E7F7FB}" srcOrd="0" destOrd="1" presId="urn:microsoft.com/office/officeart/2018/2/layout/IconLabelDescriptionList"/>
    <dgm:cxn modelId="{D1482A64-783F-4F40-B6AE-DA56FA9C38C3}" srcId="{0D4C46EB-F72E-4C50-9DF7-740CE947C8F3}" destId="{BBC9F6CC-F535-4626-B00D-D75BF21A16C0}" srcOrd="3" destOrd="0" parTransId="{4144A683-27BC-4AD8-B5BA-6B0D22271C16}" sibTransId="{CFAF4EE4-325D-40EA-8B82-8AADFE0C786F}"/>
    <dgm:cxn modelId="{DCD3F86E-94F9-4336-A433-EA7A59C60428}" srcId="{00A182A0-81B3-4A7D-9FC1-28B65C265EB9}" destId="{6ED1CE83-6F64-4490-B318-85F47C2A502A}" srcOrd="0" destOrd="0" parTransId="{4BE718F1-4AE9-4DEC-A766-92C811CF5163}" sibTransId="{CDDA8083-319F-4C1E-940D-F037C44AD8C1}"/>
    <dgm:cxn modelId="{E52D7975-169D-4ED7-A529-5CFB1E61EBD6}" type="presOf" srcId="{DD298EDC-4975-40DD-A30A-A31A6793DD81}" destId="{6861CA12-1CFA-467F-9A02-76DDD34FE50A}" srcOrd="0" destOrd="2" presId="urn:microsoft.com/office/officeart/2018/2/layout/IconLabelDescriptionList"/>
    <dgm:cxn modelId="{5F1C4978-F362-4630-8467-4BF20EE304E0}" type="presOf" srcId="{4F16FCF9-D7B9-4C47-8190-3DD7BBB2B0BB}" destId="{79EF8BF6-11A1-423B-ACA8-01594EA86F57}" srcOrd="0" destOrd="0" presId="urn:microsoft.com/office/officeart/2018/2/layout/IconLabelDescriptionList"/>
    <dgm:cxn modelId="{2313B678-6CAC-425C-AB6F-2A7AF2B2C77A}" type="presOf" srcId="{69F72578-D4B9-4C96-AFAC-B5A8F66811D7}" destId="{6861CA12-1CFA-467F-9A02-76DDD34FE50A}" srcOrd="0" destOrd="0" presId="urn:microsoft.com/office/officeart/2018/2/layout/IconLabelDescriptionList"/>
    <dgm:cxn modelId="{21CE6788-9F21-41D5-A803-474A93FEF101}" srcId="{0EA1BF96-6538-4549-BD40-87CC3EEDD6F3}" destId="{00A182A0-81B3-4A7D-9FC1-28B65C265EB9}" srcOrd="2" destOrd="0" parTransId="{6A115BBC-76E1-444A-BA32-C12E26864FE7}" sibTransId="{41EBC19E-CB5E-43BB-B7B7-40559CA47910}"/>
    <dgm:cxn modelId="{0A2AE99C-4732-412B-B7A2-73A751A63776}" type="presOf" srcId="{BBC9F6CC-F535-4626-B00D-D75BF21A16C0}" destId="{79EF8BF6-11A1-423B-ACA8-01594EA86F57}" srcOrd="0" destOrd="3" presId="urn:microsoft.com/office/officeart/2018/2/layout/IconLabelDescriptionList"/>
    <dgm:cxn modelId="{95BEE89F-9716-4EC5-93AE-65D01ADCFEB1}" type="presOf" srcId="{21608459-19E5-4993-AB33-4DB843A40B69}" destId="{79EF8BF6-11A1-423B-ACA8-01594EA86F57}" srcOrd="0" destOrd="2" presId="urn:microsoft.com/office/officeart/2018/2/layout/IconLabelDescriptionList"/>
    <dgm:cxn modelId="{A4EBD7C6-95B1-42CA-AB6A-15406C3E1637}" srcId="{0D4C46EB-F72E-4C50-9DF7-740CE947C8F3}" destId="{21608459-19E5-4993-AB33-4DB843A40B69}" srcOrd="2" destOrd="0" parTransId="{F168AADC-4C03-40FD-B452-92318414099C}" sibTransId="{5DA08B86-C276-4332-BD83-6245A51952A5}"/>
    <dgm:cxn modelId="{575245D8-95BB-4854-9B51-52F6268A8E0F}" type="presOf" srcId="{52501B65-816D-415B-926E-54F98EF0666E}" destId="{79EF8BF6-11A1-423B-ACA8-01594EA86F57}" srcOrd="0" destOrd="1" presId="urn:microsoft.com/office/officeart/2018/2/layout/IconLabelDescriptionList"/>
    <dgm:cxn modelId="{2FAEDCDD-797D-4415-BE48-F7D39B082135}" type="presOf" srcId="{6ED1CE83-6F64-4490-B318-85F47C2A502A}" destId="{795C69B2-A8E4-4D60-8CBC-B10C07E7F7FB}" srcOrd="0" destOrd="0" presId="urn:microsoft.com/office/officeart/2018/2/layout/IconLabelDescriptionList"/>
    <dgm:cxn modelId="{245E9BE4-98B5-4662-9BAA-C968469AF6A1}" type="presOf" srcId="{0D4C46EB-F72E-4C50-9DF7-740CE947C8F3}" destId="{B4F51555-D384-4DBC-9AA0-14E703D10384}" srcOrd="0" destOrd="0" presId="urn:microsoft.com/office/officeart/2018/2/layout/IconLabelDescriptionList"/>
    <dgm:cxn modelId="{9E92B4F6-EBB6-4848-8595-74A9F7E41C62}" srcId="{BAB5222F-91B7-4ABD-BCB1-083C324B54BB}" destId="{E2629772-87E7-49A4-A018-219D3D4A138E}" srcOrd="1" destOrd="0" parTransId="{24F4CB2E-1EAD-4AED-838A-DFBA38D110DD}" sibTransId="{C286CD0E-7FA2-48E1-BCC3-48D486FF0F52}"/>
    <dgm:cxn modelId="{C0F12BFB-59DC-46A7-9817-D9EF2E0DD040}" srcId="{BAB5222F-91B7-4ABD-BCB1-083C324B54BB}" destId="{69F72578-D4B9-4C96-AFAC-B5A8F66811D7}" srcOrd="0" destOrd="0" parTransId="{52B28186-A5C9-4BA3-BA36-214C23F729CD}" sibTransId="{B6B10225-9C1C-40AC-93FB-61AAA6D1E739}"/>
    <dgm:cxn modelId="{2A81F6FC-B5FF-49F3-89FA-2C25BE36BB2C}" srcId="{BAB5222F-91B7-4ABD-BCB1-083C324B54BB}" destId="{DD298EDC-4975-40DD-A30A-A31A6793DD81}" srcOrd="2" destOrd="0" parTransId="{FA9AB925-BA88-4A36-9681-78CDAA103B30}" sibTransId="{C25E8B25-BC07-429A-82C0-7A4CD1F7C15C}"/>
    <dgm:cxn modelId="{F0A722FF-87F4-4285-BF57-DD344CEC61A0}" srcId="{0EA1BF96-6538-4549-BD40-87CC3EEDD6F3}" destId="{BAB5222F-91B7-4ABD-BCB1-083C324B54BB}" srcOrd="0" destOrd="0" parTransId="{92823C92-0602-4479-8D32-2CC59AA1A9EA}" sibTransId="{FD30E133-0215-46F7-ABBC-01431188B9C8}"/>
    <dgm:cxn modelId="{080374FF-1E5D-4242-8D61-97303BFAE155}" srcId="{0D4C46EB-F72E-4C50-9DF7-740CE947C8F3}" destId="{52501B65-816D-415B-926E-54F98EF0666E}" srcOrd="1" destOrd="0" parTransId="{FF80D8A0-B6D7-477E-B859-74E504C39A78}" sibTransId="{5ADB404F-2B10-49CA-96CF-844C2147A490}"/>
    <dgm:cxn modelId="{3ECB4EC8-CE3B-4C2D-B198-94E0FE425B73}" type="presParOf" srcId="{5E393785-1E76-40AB-B1B6-1C1FFE949BA7}" destId="{89FD6E08-1812-4F89-AE9B-D4AD7627E6FD}" srcOrd="0" destOrd="0" presId="urn:microsoft.com/office/officeart/2018/2/layout/IconLabelDescriptionList"/>
    <dgm:cxn modelId="{DEA456B1-4C00-4354-ACE8-74913058E325}" type="presParOf" srcId="{89FD6E08-1812-4F89-AE9B-D4AD7627E6FD}" destId="{6967CDF1-7397-4F72-AC7A-18FD73E8E284}" srcOrd="0" destOrd="0" presId="urn:microsoft.com/office/officeart/2018/2/layout/IconLabelDescriptionList"/>
    <dgm:cxn modelId="{15B1A56A-5DD5-417C-A1AF-7686609955CA}" type="presParOf" srcId="{89FD6E08-1812-4F89-AE9B-D4AD7627E6FD}" destId="{65DBA9F0-90F2-4B49-816E-1D04A3AB4ADD}" srcOrd="1" destOrd="0" presId="urn:microsoft.com/office/officeart/2018/2/layout/IconLabelDescriptionList"/>
    <dgm:cxn modelId="{7E1FE6FE-85AA-4C24-A841-E99771CA1357}" type="presParOf" srcId="{89FD6E08-1812-4F89-AE9B-D4AD7627E6FD}" destId="{59DC0186-A718-4D1A-879A-F10CA4B03DB7}" srcOrd="2" destOrd="0" presId="urn:microsoft.com/office/officeart/2018/2/layout/IconLabelDescriptionList"/>
    <dgm:cxn modelId="{9A50FBB4-DE33-42BE-B454-B444338B13D4}" type="presParOf" srcId="{89FD6E08-1812-4F89-AE9B-D4AD7627E6FD}" destId="{BB65B58B-47D7-40CF-85AA-2128D3BCEEF0}" srcOrd="3" destOrd="0" presId="urn:microsoft.com/office/officeart/2018/2/layout/IconLabelDescriptionList"/>
    <dgm:cxn modelId="{CCE782FD-B308-48DA-BEF5-D212179B5600}" type="presParOf" srcId="{89FD6E08-1812-4F89-AE9B-D4AD7627E6FD}" destId="{6861CA12-1CFA-467F-9A02-76DDD34FE50A}" srcOrd="4" destOrd="0" presId="urn:microsoft.com/office/officeart/2018/2/layout/IconLabelDescriptionList"/>
    <dgm:cxn modelId="{4162A4F3-CFED-48F7-BE2A-7079B2DA56A7}" type="presParOf" srcId="{5E393785-1E76-40AB-B1B6-1C1FFE949BA7}" destId="{A9448FA8-4826-4BE0-880A-D6FB240AEA0E}" srcOrd="1" destOrd="0" presId="urn:microsoft.com/office/officeart/2018/2/layout/IconLabelDescriptionList"/>
    <dgm:cxn modelId="{FE4EB7A4-32B5-4075-B96C-67632D9AE953}" type="presParOf" srcId="{5E393785-1E76-40AB-B1B6-1C1FFE949BA7}" destId="{FADD7B48-2D16-4A1E-BEB4-DE986B3672AF}" srcOrd="2" destOrd="0" presId="urn:microsoft.com/office/officeart/2018/2/layout/IconLabelDescriptionList"/>
    <dgm:cxn modelId="{58071C1C-0254-41EB-A869-E9585D207DE9}" type="presParOf" srcId="{FADD7B48-2D16-4A1E-BEB4-DE986B3672AF}" destId="{89F4B44F-DD9A-441B-99BC-D483FAE13E99}" srcOrd="0" destOrd="0" presId="urn:microsoft.com/office/officeart/2018/2/layout/IconLabelDescriptionList"/>
    <dgm:cxn modelId="{8C438B1B-C93F-4D50-9BDE-B06F2E822A1B}" type="presParOf" srcId="{FADD7B48-2D16-4A1E-BEB4-DE986B3672AF}" destId="{0A4BC07D-9E21-42A4-86FA-37A12C1464A0}" srcOrd="1" destOrd="0" presId="urn:microsoft.com/office/officeart/2018/2/layout/IconLabelDescriptionList"/>
    <dgm:cxn modelId="{82C96AAE-75A1-4AA8-B9A2-DEBAA55B8CA9}" type="presParOf" srcId="{FADD7B48-2D16-4A1E-BEB4-DE986B3672AF}" destId="{B4F51555-D384-4DBC-9AA0-14E703D10384}" srcOrd="2" destOrd="0" presId="urn:microsoft.com/office/officeart/2018/2/layout/IconLabelDescriptionList"/>
    <dgm:cxn modelId="{408D5E98-78F0-428D-A4EE-904D0F8A6193}" type="presParOf" srcId="{FADD7B48-2D16-4A1E-BEB4-DE986B3672AF}" destId="{2584BD00-B502-4C0E-99F3-E68B9E07B17C}" srcOrd="3" destOrd="0" presId="urn:microsoft.com/office/officeart/2018/2/layout/IconLabelDescriptionList"/>
    <dgm:cxn modelId="{9D3A75E0-9AF8-4C87-97EA-AB5FA7C9842A}" type="presParOf" srcId="{FADD7B48-2D16-4A1E-BEB4-DE986B3672AF}" destId="{79EF8BF6-11A1-423B-ACA8-01594EA86F57}" srcOrd="4" destOrd="0" presId="urn:microsoft.com/office/officeart/2018/2/layout/IconLabelDescriptionList"/>
    <dgm:cxn modelId="{ACFFA396-AF26-4BDB-BC85-F70946CA0178}" type="presParOf" srcId="{5E393785-1E76-40AB-B1B6-1C1FFE949BA7}" destId="{DC9780FA-827C-4CBD-AE5D-78954F79C39F}" srcOrd="3" destOrd="0" presId="urn:microsoft.com/office/officeart/2018/2/layout/IconLabelDescriptionList"/>
    <dgm:cxn modelId="{0D667E29-A50B-471A-9C1D-48CAF92EF257}" type="presParOf" srcId="{5E393785-1E76-40AB-B1B6-1C1FFE949BA7}" destId="{0DB62E6F-E42E-4C08-9484-AA580B4FF61C}" srcOrd="4" destOrd="0" presId="urn:microsoft.com/office/officeart/2018/2/layout/IconLabelDescriptionList"/>
    <dgm:cxn modelId="{7939B9C7-675E-486E-AB5E-439313A39F37}" type="presParOf" srcId="{0DB62E6F-E42E-4C08-9484-AA580B4FF61C}" destId="{646F2830-81AA-4AC4-8C07-C93EDBD4B46E}" srcOrd="0" destOrd="0" presId="urn:microsoft.com/office/officeart/2018/2/layout/IconLabelDescriptionList"/>
    <dgm:cxn modelId="{A40E6826-77D7-42F3-8E25-4CEEC53D0CA9}" type="presParOf" srcId="{0DB62E6F-E42E-4C08-9484-AA580B4FF61C}" destId="{AAA33CD4-BD13-4CDF-AF7A-795F23D4184E}" srcOrd="1" destOrd="0" presId="urn:microsoft.com/office/officeart/2018/2/layout/IconLabelDescriptionList"/>
    <dgm:cxn modelId="{7324CD15-8D7A-48C1-B2F9-D54F855E8586}" type="presParOf" srcId="{0DB62E6F-E42E-4C08-9484-AA580B4FF61C}" destId="{6C786B3E-1BBF-466C-B607-BF70C1056C0F}" srcOrd="2" destOrd="0" presId="urn:microsoft.com/office/officeart/2018/2/layout/IconLabelDescriptionList"/>
    <dgm:cxn modelId="{24702376-9751-419C-9358-EF9682E145DD}" type="presParOf" srcId="{0DB62E6F-E42E-4C08-9484-AA580B4FF61C}" destId="{0A766ABD-1FBC-44E2-B0CC-CAAB1E90C006}" srcOrd="3" destOrd="0" presId="urn:microsoft.com/office/officeart/2018/2/layout/IconLabelDescriptionList"/>
    <dgm:cxn modelId="{770647C1-AAD0-4D29-A06B-69A632F2038C}" type="presParOf" srcId="{0DB62E6F-E42E-4C08-9484-AA580B4FF61C}" destId="{795C69B2-A8E4-4D60-8CBC-B10C07E7F7FB}"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A68A6A-C976-483D-BD47-C6FD3DBAF589}">
      <dsp:nvSpPr>
        <dsp:cNvPr id="0" name=""/>
        <dsp:cNvSpPr/>
      </dsp:nvSpPr>
      <dsp:spPr>
        <a:xfrm>
          <a:off x="0" y="181393"/>
          <a:ext cx="10961237" cy="724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0714" tIns="208280" rIns="850714" bIns="71120" numCol="1" spcCol="1270" anchor="t" anchorCtr="0">
          <a:noAutofit/>
        </a:bodyPr>
        <a:lstStyle/>
        <a:p>
          <a:pPr marL="57150" lvl="1" indent="-57150" algn="l" defTabSz="444500">
            <a:lnSpc>
              <a:spcPct val="90000"/>
            </a:lnSpc>
            <a:spcBef>
              <a:spcPct val="0"/>
            </a:spcBef>
            <a:spcAft>
              <a:spcPct val="15000"/>
            </a:spcAft>
            <a:buChar char="•"/>
          </a:pPr>
          <a:r>
            <a:rPr lang="da-DK" sz="1000" kern="1200"/>
            <a:t>Lektor på Juridisk Institut</a:t>
          </a:r>
          <a:endParaRPr lang="en-US" sz="1000" kern="1200"/>
        </a:p>
        <a:p>
          <a:pPr marL="57150" lvl="1" indent="-57150" algn="l" defTabSz="444500">
            <a:lnSpc>
              <a:spcPct val="90000"/>
            </a:lnSpc>
            <a:spcBef>
              <a:spcPct val="0"/>
            </a:spcBef>
            <a:spcAft>
              <a:spcPct val="15000"/>
            </a:spcAft>
            <a:buChar char="•"/>
          </a:pPr>
          <a:r>
            <a:rPr lang="da-DK" sz="1000" kern="1200"/>
            <a:t>Fagansvarlig</a:t>
          </a:r>
          <a:endParaRPr lang="en-US" sz="1000" kern="1200"/>
        </a:p>
        <a:p>
          <a:pPr marL="57150" lvl="1" indent="-57150" algn="l" defTabSz="444500">
            <a:lnSpc>
              <a:spcPct val="90000"/>
            </a:lnSpc>
            <a:spcBef>
              <a:spcPct val="0"/>
            </a:spcBef>
            <a:spcAft>
              <a:spcPct val="15000"/>
            </a:spcAft>
            <a:buChar char="•"/>
          </a:pPr>
          <a:r>
            <a:rPr lang="da-DK" sz="1000" kern="1200"/>
            <a:t>Forsker i mødet mellem ny teknologi og menneskerettigheder</a:t>
          </a:r>
          <a:endParaRPr lang="en-US" sz="1000" kern="1200"/>
        </a:p>
      </dsp:txBody>
      <dsp:txXfrm>
        <a:off x="0" y="181393"/>
        <a:ext cx="10961237" cy="724500"/>
      </dsp:txXfrm>
    </dsp:sp>
    <dsp:sp modelId="{6E55083E-81DE-4DF3-8156-7140426E4735}">
      <dsp:nvSpPr>
        <dsp:cNvPr id="0" name=""/>
        <dsp:cNvSpPr/>
      </dsp:nvSpPr>
      <dsp:spPr>
        <a:xfrm>
          <a:off x="548061" y="33793"/>
          <a:ext cx="7672865" cy="2951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016" tIns="0" rIns="290016" bIns="0" numCol="1" spcCol="1270" anchor="ctr" anchorCtr="0">
          <a:noAutofit/>
        </a:bodyPr>
        <a:lstStyle/>
        <a:p>
          <a:pPr marL="0" lvl="0" indent="0" algn="l" defTabSz="444500">
            <a:lnSpc>
              <a:spcPct val="90000"/>
            </a:lnSpc>
            <a:spcBef>
              <a:spcPct val="0"/>
            </a:spcBef>
            <a:spcAft>
              <a:spcPct val="35000"/>
            </a:spcAft>
            <a:buNone/>
          </a:pPr>
          <a:r>
            <a:rPr lang="da-DK" sz="1000" kern="1200"/>
            <a:t>Ayo Næsborg-Andersen, </a:t>
          </a:r>
          <a:r>
            <a:rPr lang="da-DK" sz="1000" kern="1200">
              <a:hlinkClick xmlns:r="http://schemas.openxmlformats.org/officeDocument/2006/relationships" r:id="rId1"/>
            </a:rPr>
            <a:t>ayo@sam.sdu.dk</a:t>
          </a:r>
          <a:endParaRPr lang="en-US" sz="1000" kern="1200"/>
        </a:p>
      </dsp:txBody>
      <dsp:txXfrm>
        <a:off x="562471" y="48203"/>
        <a:ext cx="7644045" cy="266379"/>
      </dsp:txXfrm>
    </dsp:sp>
    <dsp:sp modelId="{68480EF4-D13D-4105-A144-6E18BC6FB2CB}">
      <dsp:nvSpPr>
        <dsp:cNvPr id="0" name=""/>
        <dsp:cNvSpPr/>
      </dsp:nvSpPr>
      <dsp:spPr>
        <a:xfrm>
          <a:off x="0" y="1107493"/>
          <a:ext cx="10961237" cy="567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0714" tIns="208280" rIns="850714" bIns="71120" numCol="1" spcCol="1270" anchor="t" anchorCtr="0">
          <a:noAutofit/>
        </a:bodyPr>
        <a:lstStyle/>
        <a:p>
          <a:pPr marL="57150" lvl="1" indent="-57150" algn="l" defTabSz="444500">
            <a:lnSpc>
              <a:spcPct val="90000"/>
            </a:lnSpc>
            <a:spcBef>
              <a:spcPct val="0"/>
            </a:spcBef>
            <a:spcAft>
              <a:spcPct val="15000"/>
            </a:spcAft>
            <a:buChar char="•"/>
          </a:pPr>
          <a:r>
            <a:rPr lang="da-DK" sz="1000" kern="1200"/>
            <a:t>Lektor på Juridisk Institut og advokat hos Focus Advokater</a:t>
          </a:r>
          <a:endParaRPr lang="en-US" sz="1000" kern="1200"/>
        </a:p>
        <a:p>
          <a:pPr marL="57150" lvl="1" indent="-57150" algn="l" defTabSz="444500">
            <a:lnSpc>
              <a:spcPct val="90000"/>
            </a:lnSpc>
            <a:spcBef>
              <a:spcPct val="0"/>
            </a:spcBef>
            <a:spcAft>
              <a:spcPct val="15000"/>
            </a:spcAft>
            <a:buChar char="•"/>
          </a:pPr>
          <a:r>
            <a:rPr lang="da-DK" sz="1000" kern="1200"/>
            <a:t>Specialist i teknologi og jura</a:t>
          </a:r>
          <a:endParaRPr lang="en-US" sz="1000" kern="1200"/>
        </a:p>
      </dsp:txBody>
      <dsp:txXfrm>
        <a:off x="0" y="1107493"/>
        <a:ext cx="10961237" cy="567000"/>
      </dsp:txXfrm>
    </dsp:sp>
    <dsp:sp modelId="{D3822B9E-A2A8-4DED-9EBE-81C6E700B772}">
      <dsp:nvSpPr>
        <dsp:cNvPr id="0" name=""/>
        <dsp:cNvSpPr/>
      </dsp:nvSpPr>
      <dsp:spPr>
        <a:xfrm>
          <a:off x="548061" y="959893"/>
          <a:ext cx="7672865" cy="2951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016" tIns="0" rIns="290016" bIns="0" numCol="1" spcCol="1270" anchor="ctr" anchorCtr="0">
          <a:noAutofit/>
        </a:bodyPr>
        <a:lstStyle/>
        <a:p>
          <a:pPr marL="0" lvl="0" indent="0" algn="l" defTabSz="444500">
            <a:lnSpc>
              <a:spcPct val="90000"/>
            </a:lnSpc>
            <a:spcBef>
              <a:spcPct val="0"/>
            </a:spcBef>
            <a:spcAft>
              <a:spcPct val="35000"/>
            </a:spcAft>
            <a:buNone/>
          </a:pPr>
          <a:r>
            <a:rPr lang="da-DK" sz="1000" kern="1200"/>
            <a:t>Jesper Løffler-Nielsen</a:t>
          </a:r>
          <a:endParaRPr lang="en-US" sz="1000" kern="1200"/>
        </a:p>
      </dsp:txBody>
      <dsp:txXfrm>
        <a:off x="562471" y="974303"/>
        <a:ext cx="7644045" cy="266379"/>
      </dsp:txXfrm>
    </dsp:sp>
    <dsp:sp modelId="{745921C2-34EC-4CB6-AC81-97F8099C1DD7}">
      <dsp:nvSpPr>
        <dsp:cNvPr id="0" name=""/>
        <dsp:cNvSpPr/>
      </dsp:nvSpPr>
      <dsp:spPr>
        <a:xfrm>
          <a:off x="0" y="1876093"/>
          <a:ext cx="10961237" cy="567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0714" tIns="208280" rIns="850714" bIns="71120" numCol="1" spcCol="1270" anchor="t" anchorCtr="0">
          <a:noAutofit/>
        </a:bodyPr>
        <a:lstStyle/>
        <a:p>
          <a:pPr marL="57150" lvl="1" indent="-57150" algn="l" defTabSz="444500">
            <a:lnSpc>
              <a:spcPct val="90000"/>
            </a:lnSpc>
            <a:spcBef>
              <a:spcPct val="0"/>
            </a:spcBef>
            <a:spcAft>
              <a:spcPct val="15000"/>
            </a:spcAft>
            <a:buChar char="•"/>
          </a:pPr>
          <a:r>
            <a:rPr lang="da-DK" sz="1000" kern="1200"/>
            <a:t>Ph.d. studerende på Juridisk Institut</a:t>
          </a:r>
          <a:endParaRPr lang="en-US" sz="1000" kern="1200"/>
        </a:p>
        <a:p>
          <a:pPr marL="57150" lvl="1" indent="-57150" algn="l" defTabSz="444500">
            <a:lnSpc>
              <a:spcPct val="90000"/>
            </a:lnSpc>
            <a:spcBef>
              <a:spcPct val="0"/>
            </a:spcBef>
            <a:spcAft>
              <a:spcPct val="15000"/>
            </a:spcAft>
            <a:buChar char="•"/>
          </a:pPr>
          <a:r>
            <a:rPr lang="da-DK" sz="1000" kern="1200"/>
            <a:t>Forsker i dataregulering</a:t>
          </a:r>
          <a:endParaRPr lang="en-US" sz="1000" kern="1200"/>
        </a:p>
      </dsp:txBody>
      <dsp:txXfrm>
        <a:off x="0" y="1876093"/>
        <a:ext cx="10961237" cy="567000"/>
      </dsp:txXfrm>
    </dsp:sp>
    <dsp:sp modelId="{808763D4-F0C7-43C6-A797-6BBCEAE2BEE2}">
      <dsp:nvSpPr>
        <dsp:cNvPr id="0" name=""/>
        <dsp:cNvSpPr/>
      </dsp:nvSpPr>
      <dsp:spPr>
        <a:xfrm>
          <a:off x="548061" y="1728493"/>
          <a:ext cx="7672865" cy="2951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016" tIns="0" rIns="290016" bIns="0" numCol="1" spcCol="1270" anchor="ctr" anchorCtr="0">
          <a:noAutofit/>
        </a:bodyPr>
        <a:lstStyle/>
        <a:p>
          <a:pPr marL="0" lvl="0" indent="0" algn="l" defTabSz="444500">
            <a:lnSpc>
              <a:spcPct val="90000"/>
            </a:lnSpc>
            <a:spcBef>
              <a:spcPct val="0"/>
            </a:spcBef>
            <a:spcAft>
              <a:spcPct val="35000"/>
            </a:spcAft>
            <a:buNone/>
          </a:pPr>
          <a:r>
            <a:rPr lang="da-DK" sz="1000" kern="1200"/>
            <a:t>Jakub Skorczynski</a:t>
          </a:r>
          <a:endParaRPr lang="en-US" sz="1000" kern="1200"/>
        </a:p>
      </dsp:txBody>
      <dsp:txXfrm>
        <a:off x="562471" y="1742903"/>
        <a:ext cx="7644045" cy="266379"/>
      </dsp:txXfrm>
    </dsp:sp>
    <dsp:sp modelId="{47ADD4EF-F1C4-4D92-8BDB-44ABBDAF0886}">
      <dsp:nvSpPr>
        <dsp:cNvPr id="0" name=""/>
        <dsp:cNvSpPr/>
      </dsp:nvSpPr>
      <dsp:spPr>
        <a:xfrm>
          <a:off x="0" y="2644693"/>
          <a:ext cx="10961237" cy="4173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0714" tIns="208280" rIns="850714" bIns="71120" numCol="1" spcCol="1270" anchor="t" anchorCtr="0">
          <a:noAutofit/>
        </a:bodyPr>
        <a:lstStyle/>
        <a:p>
          <a:pPr marL="57150" lvl="1" indent="-57150" algn="l" defTabSz="444500">
            <a:lnSpc>
              <a:spcPct val="90000"/>
            </a:lnSpc>
            <a:spcBef>
              <a:spcPct val="0"/>
            </a:spcBef>
            <a:spcAft>
              <a:spcPct val="15000"/>
            </a:spcAft>
            <a:buChar char="•"/>
          </a:pPr>
          <a:r>
            <a:rPr lang="da-DK" sz="1000" kern="1200"/>
            <a:t>Legal tech-ansvarlig hos Focus Advokater</a:t>
          </a:r>
          <a:endParaRPr lang="en-US" sz="1000" kern="1200"/>
        </a:p>
      </dsp:txBody>
      <dsp:txXfrm>
        <a:off x="0" y="2644693"/>
        <a:ext cx="10961237" cy="417375"/>
      </dsp:txXfrm>
    </dsp:sp>
    <dsp:sp modelId="{961125A1-FA0F-4276-BB46-875DB06DC894}">
      <dsp:nvSpPr>
        <dsp:cNvPr id="0" name=""/>
        <dsp:cNvSpPr/>
      </dsp:nvSpPr>
      <dsp:spPr>
        <a:xfrm>
          <a:off x="548061" y="2497093"/>
          <a:ext cx="7672865" cy="2951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016" tIns="0" rIns="290016" bIns="0" numCol="1" spcCol="1270" anchor="ctr" anchorCtr="0">
          <a:noAutofit/>
        </a:bodyPr>
        <a:lstStyle/>
        <a:p>
          <a:pPr marL="0" lvl="0" indent="0" algn="l" defTabSz="444500">
            <a:lnSpc>
              <a:spcPct val="90000"/>
            </a:lnSpc>
            <a:spcBef>
              <a:spcPct val="0"/>
            </a:spcBef>
            <a:spcAft>
              <a:spcPct val="35000"/>
            </a:spcAft>
            <a:buNone/>
          </a:pPr>
          <a:r>
            <a:rPr lang="da-DK" sz="1000" kern="1200"/>
            <a:t>Stefan Juval Stade</a:t>
          </a:r>
          <a:endParaRPr lang="en-US" sz="1000" kern="1200"/>
        </a:p>
      </dsp:txBody>
      <dsp:txXfrm>
        <a:off x="562471" y="2511503"/>
        <a:ext cx="7644045" cy="266379"/>
      </dsp:txXfrm>
    </dsp:sp>
    <dsp:sp modelId="{D5DCB286-68C2-45A3-9209-47E59C5F992F}">
      <dsp:nvSpPr>
        <dsp:cNvPr id="0" name=""/>
        <dsp:cNvSpPr/>
      </dsp:nvSpPr>
      <dsp:spPr>
        <a:xfrm>
          <a:off x="0" y="3263668"/>
          <a:ext cx="10961237" cy="567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0714" tIns="208280" rIns="850714" bIns="71120" numCol="1" spcCol="1270" anchor="t" anchorCtr="0">
          <a:noAutofit/>
        </a:bodyPr>
        <a:lstStyle/>
        <a:p>
          <a:pPr marL="57150" lvl="1" indent="-57150" algn="l" defTabSz="444500">
            <a:lnSpc>
              <a:spcPct val="90000"/>
            </a:lnSpc>
            <a:spcBef>
              <a:spcPct val="0"/>
            </a:spcBef>
            <a:spcAft>
              <a:spcPct val="15000"/>
            </a:spcAft>
            <a:buChar char="•"/>
          </a:pPr>
          <a:r>
            <a:rPr lang="da-DK" sz="1000" kern="1200"/>
            <a:t>Ekstern lektor på Juridisk Institut</a:t>
          </a:r>
          <a:endParaRPr lang="en-US" sz="1000" kern="1200"/>
        </a:p>
        <a:p>
          <a:pPr marL="57150" lvl="1" indent="-57150" algn="l" defTabSz="444500">
            <a:lnSpc>
              <a:spcPct val="90000"/>
            </a:lnSpc>
            <a:spcBef>
              <a:spcPct val="0"/>
            </a:spcBef>
            <a:spcAft>
              <a:spcPct val="15000"/>
            </a:spcAft>
            <a:buChar char="•"/>
          </a:pPr>
          <a:r>
            <a:rPr lang="da-DK" sz="1000" kern="1200"/>
            <a:t>Ekspert i privacy, cybersikkerhed og meget mere</a:t>
          </a:r>
          <a:endParaRPr lang="en-US" sz="1000" kern="1200"/>
        </a:p>
      </dsp:txBody>
      <dsp:txXfrm>
        <a:off x="0" y="3263668"/>
        <a:ext cx="10961237" cy="567000"/>
      </dsp:txXfrm>
    </dsp:sp>
    <dsp:sp modelId="{611FDCCC-8218-4FD1-9FB1-8311D1FD9C3C}">
      <dsp:nvSpPr>
        <dsp:cNvPr id="0" name=""/>
        <dsp:cNvSpPr/>
      </dsp:nvSpPr>
      <dsp:spPr>
        <a:xfrm>
          <a:off x="548061" y="3116068"/>
          <a:ext cx="7672865" cy="2951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016" tIns="0" rIns="290016" bIns="0" numCol="1" spcCol="1270" anchor="ctr" anchorCtr="0">
          <a:noAutofit/>
        </a:bodyPr>
        <a:lstStyle/>
        <a:p>
          <a:pPr marL="0" lvl="0" indent="0" algn="l" defTabSz="444500">
            <a:lnSpc>
              <a:spcPct val="90000"/>
            </a:lnSpc>
            <a:spcBef>
              <a:spcPct val="0"/>
            </a:spcBef>
            <a:spcAft>
              <a:spcPct val="35000"/>
            </a:spcAft>
            <a:buNone/>
          </a:pPr>
          <a:r>
            <a:rPr lang="da-DK" sz="1000" kern="1200"/>
            <a:t>Daniel Hartfield-Traun</a:t>
          </a:r>
          <a:endParaRPr lang="en-US" sz="1000" kern="1200"/>
        </a:p>
      </dsp:txBody>
      <dsp:txXfrm>
        <a:off x="562471" y="3130478"/>
        <a:ext cx="7644045" cy="2663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7B5E1F-0381-4674-8485-9207DAD96C21}">
      <dsp:nvSpPr>
        <dsp:cNvPr id="0" name=""/>
        <dsp:cNvSpPr/>
      </dsp:nvSpPr>
      <dsp:spPr>
        <a:xfrm>
          <a:off x="0" y="471"/>
          <a:ext cx="10961237" cy="11038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06394C-F04C-4A00-915E-8D5D50868028}">
      <dsp:nvSpPr>
        <dsp:cNvPr id="0" name=""/>
        <dsp:cNvSpPr/>
      </dsp:nvSpPr>
      <dsp:spPr>
        <a:xfrm>
          <a:off x="333918" y="248840"/>
          <a:ext cx="607124" cy="6071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AC68DB-27AA-46D2-B6AE-26D532C18242}">
      <dsp:nvSpPr>
        <dsp:cNvPr id="0" name=""/>
        <dsp:cNvSpPr/>
      </dsp:nvSpPr>
      <dsp:spPr>
        <a:xfrm>
          <a:off x="1274961" y="471"/>
          <a:ext cx="9686275" cy="1103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25" tIns="116825" rIns="116825" bIns="116825" numCol="1" spcCol="1270" anchor="ctr" anchorCtr="0">
          <a:noAutofit/>
        </a:bodyPr>
        <a:lstStyle/>
        <a:p>
          <a:pPr marL="0" lvl="0" indent="0" algn="l" defTabSz="1111250">
            <a:lnSpc>
              <a:spcPct val="90000"/>
            </a:lnSpc>
            <a:spcBef>
              <a:spcPct val="0"/>
            </a:spcBef>
            <a:spcAft>
              <a:spcPct val="35000"/>
            </a:spcAft>
            <a:buNone/>
          </a:pPr>
          <a:r>
            <a:rPr lang="da-DK" sz="2500" kern="1200"/>
            <a:t>Hvad er retten?</a:t>
          </a:r>
          <a:endParaRPr lang="en-US" sz="2500" kern="1200"/>
        </a:p>
      </dsp:txBody>
      <dsp:txXfrm>
        <a:off x="1274961" y="471"/>
        <a:ext cx="9686275" cy="1103862"/>
      </dsp:txXfrm>
    </dsp:sp>
    <dsp:sp modelId="{3C2D91B1-6D1A-4FB2-A237-0D87719AE553}">
      <dsp:nvSpPr>
        <dsp:cNvPr id="0" name=""/>
        <dsp:cNvSpPr/>
      </dsp:nvSpPr>
      <dsp:spPr>
        <a:xfrm>
          <a:off x="0" y="1380299"/>
          <a:ext cx="10961237" cy="11038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154A98-7160-4141-88BD-CC344FBACA95}">
      <dsp:nvSpPr>
        <dsp:cNvPr id="0" name=""/>
        <dsp:cNvSpPr/>
      </dsp:nvSpPr>
      <dsp:spPr>
        <a:xfrm>
          <a:off x="333918" y="1628668"/>
          <a:ext cx="607124" cy="6071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DB4087-F537-4EDC-B87F-A42729F0E9EB}">
      <dsp:nvSpPr>
        <dsp:cNvPr id="0" name=""/>
        <dsp:cNvSpPr/>
      </dsp:nvSpPr>
      <dsp:spPr>
        <a:xfrm>
          <a:off x="1274961" y="1380299"/>
          <a:ext cx="9686275" cy="1103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25" tIns="116825" rIns="116825" bIns="116825" numCol="1" spcCol="1270" anchor="ctr" anchorCtr="0">
          <a:noAutofit/>
        </a:bodyPr>
        <a:lstStyle/>
        <a:p>
          <a:pPr marL="0" lvl="0" indent="0" algn="l" defTabSz="1111250">
            <a:lnSpc>
              <a:spcPct val="90000"/>
            </a:lnSpc>
            <a:spcBef>
              <a:spcPct val="0"/>
            </a:spcBef>
            <a:spcAft>
              <a:spcPct val="35000"/>
            </a:spcAft>
            <a:buNone/>
          </a:pPr>
          <a:r>
            <a:rPr lang="da-DK" sz="2500" kern="1200"/>
            <a:t>Er ret=retfærdighed?</a:t>
          </a:r>
          <a:endParaRPr lang="en-US" sz="2500" kern="1200"/>
        </a:p>
      </dsp:txBody>
      <dsp:txXfrm>
        <a:off x="1274961" y="1380299"/>
        <a:ext cx="9686275" cy="1103862"/>
      </dsp:txXfrm>
    </dsp:sp>
    <dsp:sp modelId="{D002433C-DA00-4A6F-8AE0-59A394DB059A}">
      <dsp:nvSpPr>
        <dsp:cNvPr id="0" name=""/>
        <dsp:cNvSpPr/>
      </dsp:nvSpPr>
      <dsp:spPr>
        <a:xfrm>
          <a:off x="0" y="2760127"/>
          <a:ext cx="10961237" cy="11038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F3F619-2920-47CB-8420-7D54B2FC080F}">
      <dsp:nvSpPr>
        <dsp:cNvPr id="0" name=""/>
        <dsp:cNvSpPr/>
      </dsp:nvSpPr>
      <dsp:spPr>
        <a:xfrm>
          <a:off x="333918" y="3008496"/>
          <a:ext cx="607124" cy="6071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68E8DB-E872-4231-A1FD-C7D336304051}">
      <dsp:nvSpPr>
        <dsp:cNvPr id="0" name=""/>
        <dsp:cNvSpPr/>
      </dsp:nvSpPr>
      <dsp:spPr>
        <a:xfrm>
          <a:off x="1274961" y="2760127"/>
          <a:ext cx="9686275" cy="1103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25" tIns="116825" rIns="116825" bIns="116825" numCol="1" spcCol="1270" anchor="ctr" anchorCtr="0">
          <a:noAutofit/>
        </a:bodyPr>
        <a:lstStyle/>
        <a:p>
          <a:pPr marL="0" lvl="0" indent="0" algn="l" defTabSz="1111250">
            <a:lnSpc>
              <a:spcPct val="90000"/>
            </a:lnSpc>
            <a:spcBef>
              <a:spcPct val="0"/>
            </a:spcBef>
            <a:spcAft>
              <a:spcPct val="35000"/>
            </a:spcAft>
            <a:buNone/>
          </a:pPr>
          <a:r>
            <a:rPr lang="da-DK" sz="2500" kern="1200"/>
            <a:t>Hvilke udfordringer kan reguleringen af kunstig intelligens medføre?</a:t>
          </a:r>
          <a:endParaRPr lang="en-US" sz="2500" kern="1200"/>
        </a:p>
      </dsp:txBody>
      <dsp:txXfrm>
        <a:off x="1274961" y="2760127"/>
        <a:ext cx="9686275" cy="11038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478C80-ABAB-4935-B0BE-490198D649C8}">
      <dsp:nvSpPr>
        <dsp:cNvPr id="0" name=""/>
        <dsp:cNvSpPr/>
      </dsp:nvSpPr>
      <dsp:spPr>
        <a:xfrm>
          <a:off x="1970618" y="364966"/>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5B5095-9606-4EEE-AE5E-953AF8EC0C29}">
      <dsp:nvSpPr>
        <dsp:cNvPr id="0" name=""/>
        <dsp:cNvSpPr/>
      </dsp:nvSpPr>
      <dsp:spPr>
        <a:xfrm>
          <a:off x="782618" y="277949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da-DK" sz="2700" kern="1200"/>
            <a:t>Hvilke metoder arbejder I med? </a:t>
          </a:r>
          <a:endParaRPr lang="en-US" sz="2700" kern="1200"/>
        </a:p>
      </dsp:txBody>
      <dsp:txXfrm>
        <a:off x="782618" y="2779495"/>
        <a:ext cx="4320000" cy="720000"/>
      </dsp:txXfrm>
    </dsp:sp>
    <dsp:sp modelId="{FD2B18B0-7D4A-4D4D-A9CF-7D8894931E0B}">
      <dsp:nvSpPr>
        <dsp:cNvPr id="0" name=""/>
        <dsp:cNvSpPr/>
      </dsp:nvSpPr>
      <dsp:spPr>
        <a:xfrm>
          <a:off x="7046618" y="364966"/>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737113-B644-4C83-B4EB-772E3AC39A12}">
      <dsp:nvSpPr>
        <dsp:cNvPr id="0" name=""/>
        <dsp:cNvSpPr/>
      </dsp:nvSpPr>
      <dsp:spPr>
        <a:xfrm>
          <a:off x="5858618" y="277949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da-DK" sz="2700" kern="1200"/>
            <a:t>Hvad adskiller dem fra den juridiske metode?</a:t>
          </a:r>
          <a:endParaRPr lang="en-US" sz="2700" kern="1200"/>
        </a:p>
      </dsp:txBody>
      <dsp:txXfrm>
        <a:off x="5858618" y="2779495"/>
        <a:ext cx="432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7D95B0-C22E-4D28-9521-97062C9BFD9B}">
      <dsp:nvSpPr>
        <dsp:cNvPr id="0" name=""/>
        <dsp:cNvSpPr/>
      </dsp:nvSpPr>
      <dsp:spPr>
        <a:xfrm>
          <a:off x="373544" y="879721"/>
          <a:ext cx="2639164" cy="2639164"/>
        </a:xfrm>
        <a:prstGeom prst="ellipse">
          <a:avLst/>
        </a:prstGeom>
        <a:solidFill>
          <a:schemeClr val="accent3">
            <a:hueOff val="-1119227"/>
            <a:satOff val="-12661"/>
            <a:lumOff val="-98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4B2EF9-2BEE-433D-971C-52F437ADE073}">
      <dsp:nvSpPr>
        <dsp:cNvPr id="0" name=""/>
        <dsp:cNvSpPr/>
      </dsp:nvSpPr>
      <dsp:spPr>
        <a:xfrm>
          <a:off x="750724" y="1256902"/>
          <a:ext cx="1884803" cy="1884803"/>
        </a:xfrm>
        <a:prstGeom prst="ellipse">
          <a:avLst/>
        </a:prstGeom>
        <a:solidFill>
          <a:schemeClr val="accent3">
            <a:hueOff val="-746151"/>
            <a:satOff val="-8441"/>
            <a:lumOff val="-65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DFB74A-4EBF-4955-8E81-BB1EE43BE673}">
      <dsp:nvSpPr>
        <dsp:cNvPr id="0" name=""/>
        <dsp:cNvSpPr/>
      </dsp:nvSpPr>
      <dsp:spPr>
        <a:xfrm>
          <a:off x="1127685" y="1633862"/>
          <a:ext cx="1130881" cy="1130881"/>
        </a:xfrm>
        <a:prstGeom prst="ellipse">
          <a:avLst/>
        </a:prstGeom>
        <a:solidFill>
          <a:schemeClr val="accent3">
            <a:hueOff val="-373076"/>
            <a:satOff val="-4220"/>
            <a:lumOff val="-326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C9829D-89EF-4CC8-8ABE-298BD02FAA3E}">
      <dsp:nvSpPr>
        <dsp:cNvPr id="0" name=""/>
        <dsp:cNvSpPr/>
      </dsp:nvSpPr>
      <dsp:spPr>
        <a:xfrm>
          <a:off x="1504646" y="2010823"/>
          <a:ext cx="376960" cy="376960"/>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F484D8-41FE-434C-8CCA-69D7CACAFA0B}">
      <dsp:nvSpPr>
        <dsp:cNvPr id="0" name=""/>
        <dsp:cNvSpPr/>
      </dsp:nvSpPr>
      <dsp:spPr>
        <a:xfrm>
          <a:off x="3452569" y="0"/>
          <a:ext cx="1319582" cy="63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12700" rIns="12700" bIns="12700" numCol="1" spcCol="1270" anchor="ctr" anchorCtr="0">
          <a:noAutofit/>
        </a:bodyPr>
        <a:lstStyle/>
        <a:p>
          <a:pPr marL="0" lvl="0" indent="0" algn="l" defTabSz="444500">
            <a:lnSpc>
              <a:spcPct val="90000"/>
            </a:lnSpc>
            <a:spcBef>
              <a:spcPct val="0"/>
            </a:spcBef>
            <a:spcAft>
              <a:spcPct val="35000"/>
            </a:spcAft>
            <a:buNone/>
          </a:pPr>
          <a:r>
            <a:rPr lang="da-DK" sz="1000" kern="1200" dirty="0"/>
            <a:t>GDPR art. 25</a:t>
          </a:r>
        </a:p>
      </dsp:txBody>
      <dsp:txXfrm>
        <a:off x="3452569" y="0"/>
        <a:ext cx="1319582" cy="631200"/>
      </dsp:txXfrm>
    </dsp:sp>
    <dsp:sp modelId="{1CEA429E-C5B4-40A1-AA4B-5F29CDA766E4}">
      <dsp:nvSpPr>
        <dsp:cNvPr id="0" name=""/>
        <dsp:cNvSpPr/>
      </dsp:nvSpPr>
      <dsp:spPr>
        <a:xfrm>
          <a:off x="3122673" y="315600"/>
          <a:ext cx="329895"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11009C2-087E-450B-8221-EB3F21A247DE}">
      <dsp:nvSpPr>
        <dsp:cNvPr id="0" name=""/>
        <dsp:cNvSpPr/>
      </dsp:nvSpPr>
      <dsp:spPr>
        <a:xfrm rot="5400000">
          <a:off x="1464398" y="523434"/>
          <a:ext cx="1865009" cy="145154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98CE7A0-8348-48D9-908E-587F65CE10C8}">
      <dsp:nvSpPr>
        <dsp:cNvPr id="0" name=""/>
        <dsp:cNvSpPr/>
      </dsp:nvSpPr>
      <dsp:spPr>
        <a:xfrm>
          <a:off x="3452569" y="631200"/>
          <a:ext cx="1319582" cy="63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12700" rIns="12700" bIns="12700" numCol="1" spcCol="1270" anchor="ctr" anchorCtr="0">
          <a:noAutofit/>
        </a:bodyPr>
        <a:lstStyle/>
        <a:p>
          <a:pPr marL="0" lvl="0" indent="0" algn="l" defTabSz="444500">
            <a:lnSpc>
              <a:spcPct val="90000"/>
            </a:lnSpc>
            <a:spcBef>
              <a:spcPct val="0"/>
            </a:spcBef>
            <a:spcAft>
              <a:spcPct val="35000"/>
            </a:spcAft>
            <a:buNone/>
          </a:pPr>
          <a:r>
            <a:rPr lang="da-DK" sz="1000" kern="1200"/>
            <a:t>GDPR</a:t>
          </a:r>
          <a:endParaRPr lang="da-DK" sz="1000" kern="1200" dirty="0"/>
        </a:p>
      </dsp:txBody>
      <dsp:txXfrm>
        <a:off x="3452569" y="631200"/>
        <a:ext cx="1319582" cy="631200"/>
      </dsp:txXfrm>
    </dsp:sp>
    <dsp:sp modelId="{F4DE4DBA-DFCF-4693-9566-5EBB1393437A}">
      <dsp:nvSpPr>
        <dsp:cNvPr id="0" name=""/>
        <dsp:cNvSpPr/>
      </dsp:nvSpPr>
      <dsp:spPr>
        <a:xfrm>
          <a:off x="3122673" y="946800"/>
          <a:ext cx="329895"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1B790BC-EEE2-46B7-A83D-9F0055B44ABF}">
      <dsp:nvSpPr>
        <dsp:cNvPr id="0" name=""/>
        <dsp:cNvSpPr/>
      </dsp:nvSpPr>
      <dsp:spPr>
        <a:xfrm rot="5400000">
          <a:off x="1787256" y="1144297"/>
          <a:ext cx="1531595" cy="113704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A4A980D-8C14-416F-8076-329CF63CC9C1}">
      <dsp:nvSpPr>
        <dsp:cNvPr id="0" name=""/>
        <dsp:cNvSpPr/>
      </dsp:nvSpPr>
      <dsp:spPr>
        <a:xfrm>
          <a:off x="3452569" y="1262400"/>
          <a:ext cx="1319582" cy="63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12700" rIns="12700" bIns="12700" numCol="1" spcCol="1270" anchor="ctr" anchorCtr="0">
          <a:noAutofit/>
        </a:bodyPr>
        <a:lstStyle/>
        <a:p>
          <a:pPr marL="0" lvl="0" indent="0" algn="l" defTabSz="444500">
            <a:lnSpc>
              <a:spcPct val="90000"/>
            </a:lnSpc>
            <a:spcBef>
              <a:spcPct val="0"/>
            </a:spcBef>
            <a:spcAft>
              <a:spcPct val="35000"/>
            </a:spcAft>
            <a:buNone/>
          </a:pPr>
          <a:r>
            <a:rPr lang="da-DK" sz="1000" kern="1200" dirty="0" err="1"/>
            <a:t>Dataret</a:t>
          </a:r>
          <a:r>
            <a:rPr lang="da-DK" sz="1000" kern="1200" dirty="0"/>
            <a:t>, menneskerettigheder</a:t>
          </a:r>
        </a:p>
      </dsp:txBody>
      <dsp:txXfrm>
        <a:off x="3452569" y="1262400"/>
        <a:ext cx="1319582" cy="631200"/>
      </dsp:txXfrm>
    </dsp:sp>
    <dsp:sp modelId="{DA556FE3-5A90-4A92-AC3E-23881F2D771C}">
      <dsp:nvSpPr>
        <dsp:cNvPr id="0" name=""/>
        <dsp:cNvSpPr/>
      </dsp:nvSpPr>
      <dsp:spPr>
        <a:xfrm>
          <a:off x="3122673" y="1578000"/>
          <a:ext cx="329895"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2814DBB-572A-468E-AB1C-2B1BC544351D}">
      <dsp:nvSpPr>
        <dsp:cNvPr id="0" name=""/>
        <dsp:cNvSpPr/>
      </dsp:nvSpPr>
      <dsp:spPr>
        <a:xfrm rot="5400000">
          <a:off x="2099777" y="1722934"/>
          <a:ext cx="1168270" cy="877522"/>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8FA4CE-7170-4019-8C28-E92F54F62795}">
      <dsp:nvSpPr>
        <dsp:cNvPr id="0" name=""/>
        <dsp:cNvSpPr/>
      </dsp:nvSpPr>
      <dsp:spPr>
        <a:xfrm>
          <a:off x="3452569" y="1893600"/>
          <a:ext cx="1319582" cy="63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12700" rIns="12700" bIns="12700" numCol="1" spcCol="1270" anchor="ctr" anchorCtr="0">
          <a:noAutofit/>
        </a:bodyPr>
        <a:lstStyle/>
        <a:p>
          <a:pPr marL="0" lvl="0" indent="0" algn="l" defTabSz="444500">
            <a:lnSpc>
              <a:spcPct val="90000"/>
            </a:lnSpc>
            <a:spcBef>
              <a:spcPct val="0"/>
            </a:spcBef>
            <a:spcAft>
              <a:spcPct val="35000"/>
            </a:spcAft>
            <a:buNone/>
          </a:pPr>
          <a:r>
            <a:rPr lang="da-DK" sz="1000" kern="1200" dirty="0"/>
            <a:t>Offentlig ret</a:t>
          </a:r>
        </a:p>
      </dsp:txBody>
      <dsp:txXfrm>
        <a:off x="3452569" y="1893600"/>
        <a:ext cx="1319582" cy="631200"/>
      </dsp:txXfrm>
    </dsp:sp>
    <dsp:sp modelId="{0CF619AC-42AB-4694-9288-6E7E4F7CCC57}">
      <dsp:nvSpPr>
        <dsp:cNvPr id="0" name=""/>
        <dsp:cNvSpPr/>
      </dsp:nvSpPr>
      <dsp:spPr>
        <a:xfrm>
          <a:off x="3122673" y="2209200"/>
          <a:ext cx="329895"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A95A4A-30BF-47B3-A5F0-C66D9F030F7C}">
      <dsp:nvSpPr>
        <dsp:cNvPr id="0" name=""/>
        <dsp:cNvSpPr/>
      </dsp:nvSpPr>
      <dsp:spPr>
        <a:xfrm rot="5400000">
          <a:off x="2413046" y="2303858"/>
          <a:ext cx="803009" cy="613165"/>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9AAF64-4C78-4363-BFBC-B2B13C8B89CE}">
      <dsp:nvSpPr>
        <dsp:cNvPr id="0" name=""/>
        <dsp:cNvSpPr/>
      </dsp:nvSpPr>
      <dsp:spPr>
        <a:xfrm>
          <a:off x="0" y="1603"/>
          <a:ext cx="10961237" cy="8128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CB21D1-F32B-4764-8570-EC582E6CA18A}">
      <dsp:nvSpPr>
        <dsp:cNvPr id="0" name=""/>
        <dsp:cNvSpPr/>
      </dsp:nvSpPr>
      <dsp:spPr>
        <a:xfrm>
          <a:off x="245900" y="184505"/>
          <a:ext cx="447092" cy="4470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33FC30-B998-482C-94DA-43FFB120C9FE}">
      <dsp:nvSpPr>
        <dsp:cNvPr id="0" name=""/>
        <dsp:cNvSpPr/>
      </dsp:nvSpPr>
      <dsp:spPr>
        <a:xfrm>
          <a:off x="938894" y="1603"/>
          <a:ext cx="4932556" cy="812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31" tIns="86031" rIns="86031" bIns="86031" numCol="1" spcCol="1270" anchor="ctr" anchorCtr="0">
          <a:noAutofit/>
        </a:bodyPr>
        <a:lstStyle/>
        <a:p>
          <a:pPr marL="0" lvl="0" indent="0" algn="l" defTabSz="977900">
            <a:lnSpc>
              <a:spcPct val="90000"/>
            </a:lnSpc>
            <a:spcBef>
              <a:spcPct val="0"/>
            </a:spcBef>
            <a:spcAft>
              <a:spcPct val="35000"/>
            </a:spcAft>
            <a:buNone/>
          </a:pPr>
          <a:r>
            <a:rPr lang="da-DK" sz="2200" b="1" kern="1200"/>
            <a:t>Retsforskrifter</a:t>
          </a:r>
          <a:endParaRPr lang="en-US" sz="2200" kern="1200"/>
        </a:p>
      </dsp:txBody>
      <dsp:txXfrm>
        <a:off x="938894" y="1603"/>
        <a:ext cx="4932556" cy="812895"/>
      </dsp:txXfrm>
    </dsp:sp>
    <dsp:sp modelId="{D16546D5-5725-4E2A-82A3-33D3A4E2AE0B}">
      <dsp:nvSpPr>
        <dsp:cNvPr id="0" name=""/>
        <dsp:cNvSpPr/>
      </dsp:nvSpPr>
      <dsp:spPr>
        <a:xfrm>
          <a:off x="5871451" y="1603"/>
          <a:ext cx="5089785" cy="812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31" tIns="86031" rIns="86031" bIns="86031" numCol="1" spcCol="1270" anchor="ctr" anchorCtr="0">
          <a:noAutofit/>
        </a:bodyPr>
        <a:lstStyle/>
        <a:p>
          <a:pPr marL="0" lvl="0" indent="0" algn="l" defTabSz="755650">
            <a:lnSpc>
              <a:spcPct val="90000"/>
            </a:lnSpc>
            <a:spcBef>
              <a:spcPct val="0"/>
            </a:spcBef>
            <a:spcAft>
              <a:spcPct val="35000"/>
            </a:spcAft>
            <a:buNone/>
          </a:pPr>
          <a:r>
            <a:rPr lang="da-DK" sz="1700" kern="1200"/>
            <a:t>Traktater mellem stater, love, direktiver, forordninger, bekendtgørelser m.v.</a:t>
          </a:r>
          <a:endParaRPr lang="en-US" sz="1700" kern="1200"/>
        </a:p>
      </dsp:txBody>
      <dsp:txXfrm>
        <a:off x="5871451" y="1603"/>
        <a:ext cx="5089785" cy="812895"/>
      </dsp:txXfrm>
    </dsp:sp>
    <dsp:sp modelId="{A13B6FCD-5063-4FC0-A3A8-EC1BF0DAF97E}">
      <dsp:nvSpPr>
        <dsp:cNvPr id="0" name=""/>
        <dsp:cNvSpPr/>
      </dsp:nvSpPr>
      <dsp:spPr>
        <a:xfrm>
          <a:off x="0" y="1017723"/>
          <a:ext cx="10961237" cy="8128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2CEDDE-1EF1-42EC-BC73-689127340DF1}">
      <dsp:nvSpPr>
        <dsp:cNvPr id="0" name=""/>
        <dsp:cNvSpPr/>
      </dsp:nvSpPr>
      <dsp:spPr>
        <a:xfrm>
          <a:off x="245900" y="1200624"/>
          <a:ext cx="447092" cy="4470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F73649-3F2B-4280-BB72-22F66CE6DD90}">
      <dsp:nvSpPr>
        <dsp:cNvPr id="0" name=""/>
        <dsp:cNvSpPr/>
      </dsp:nvSpPr>
      <dsp:spPr>
        <a:xfrm>
          <a:off x="938894" y="1017723"/>
          <a:ext cx="4932556" cy="812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31" tIns="86031" rIns="86031" bIns="86031" numCol="1" spcCol="1270" anchor="ctr" anchorCtr="0">
          <a:noAutofit/>
        </a:bodyPr>
        <a:lstStyle/>
        <a:p>
          <a:pPr marL="0" lvl="0" indent="0" algn="l" defTabSz="977900">
            <a:lnSpc>
              <a:spcPct val="90000"/>
            </a:lnSpc>
            <a:spcBef>
              <a:spcPct val="0"/>
            </a:spcBef>
            <a:spcAft>
              <a:spcPct val="35000"/>
            </a:spcAft>
            <a:buNone/>
          </a:pPr>
          <a:r>
            <a:rPr lang="da-DK" sz="2200" b="1" kern="1200"/>
            <a:t>Afgørelser</a:t>
          </a:r>
          <a:endParaRPr lang="en-US" sz="2200" kern="1200"/>
        </a:p>
      </dsp:txBody>
      <dsp:txXfrm>
        <a:off x="938894" y="1017723"/>
        <a:ext cx="4932556" cy="812895"/>
      </dsp:txXfrm>
    </dsp:sp>
    <dsp:sp modelId="{70A195D7-181C-4792-A107-3EA7E4E5187A}">
      <dsp:nvSpPr>
        <dsp:cNvPr id="0" name=""/>
        <dsp:cNvSpPr/>
      </dsp:nvSpPr>
      <dsp:spPr>
        <a:xfrm>
          <a:off x="5871451" y="1017723"/>
          <a:ext cx="5089785" cy="812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31" tIns="86031" rIns="86031" bIns="86031" numCol="1" spcCol="1270" anchor="ctr" anchorCtr="0">
          <a:noAutofit/>
        </a:bodyPr>
        <a:lstStyle/>
        <a:p>
          <a:pPr marL="0" lvl="0" indent="0" algn="l" defTabSz="755650">
            <a:lnSpc>
              <a:spcPct val="90000"/>
            </a:lnSpc>
            <a:spcBef>
              <a:spcPct val="0"/>
            </a:spcBef>
            <a:spcAft>
              <a:spcPct val="35000"/>
            </a:spcAft>
            <a:buNone/>
          </a:pPr>
          <a:r>
            <a:rPr lang="da-DK" sz="1700" kern="1200"/>
            <a:t>Domstolene i Danmark, europæiske domstole og tribunaler, internationale domstole og tribunaler.</a:t>
          </a:r>
          <a:endParaRPr lang="en-US" sz="1700" kern="1200"/>
        </a:p>
      </dsp:txBody>
      <dsp:txXfrm>
        <a:off x="5871451" y="1017723"/>
        <a:ext cx="5089785" cy="812895"/>
      </dsp:txXfrm>
    </dsp:sp>
    <dsp:sp modelId="{D22690A8-2CE7-49D7-BF26-E78CF0D452BE}">
      <dsp:nvSpPr>
        <dsp:cNvPr id="0" name=""/>
        <dsp:cNvSpPr/>
      </dsp:nvSpPr>
      <dsp:spPr>
        <a:xfrm>
          <a:off x="0" y="2033842"/>
          <a:ext cx="10961237" cy="8128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8DA821-603C-4133-A575-197F943CD748}">
      <dsp:nvSpPr>
        <dsp:cNvPr id="0" name=""/>
        <dsp:cNvSpPr/>
      </dsp:nvSpPr>
      <dsp:spPr>
        <a:xfrm>
          <a:off x="245900" y="2216744"/>
          <a:ext cx="447092" cy="4470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B51BA8-28F5-4640-A63C-B19CD7ED06C8}">
      <dsp:nvSpPr>
        <dsp:cNvPr id="0" name=""/>
        <dsp:cNvSpPr/>
      </dsp:nvSpPr>
      <dsp:spPr>
        <a:xfrm>
          <a:off x="938894" y="2033842"/>
          <a:ext cx="4932556" cy="812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31" tIns="86031" rIns="86031" bIns="86031" numCol="1" spcCol="1270" anchor="ctr" anchorCtr="0">
          <a:noAutofit/>
        </a:bodyPr>
        <a:lstStyle/>
        <a:p>
          <a:pPr marL="0" lvl="0" indent="0" algn="l" defTabSz="977900">
            <a:lnSpc>
              <a:spcPct val="90000"/>
            </a:lnSpc>
            <a:spcBef>
              <a:spcPct val="0"/>
            </a:spcBef>
            <a:spcAft>
              <a:spcPct val="35000"/>
            </a:spcAft>
            <a:buNone/>
          </a:pPr>
          <a:r>
            <a:rPr lang="da-DK" sz="2200" b="1" kern="1200"/>
            <a:t>Juridisk litteratur</a:t>
          </a:r>
          <a:endParaRPr lang="en-US" sz="2200" kern="1200"/>
        </a:p>
      </dsp:txBody>
      <dsp:txXfrm>
        <a:off x="938894" y="2033842"/>
        <a:ext cx="4932556" cy="812895"/>
      </dsp:txXfrm>
    </dsp:sp>
    <dsp:sp modelId="{720EF2FD-76F1-4833-930F-3D4CC64F8FBC}">
      <dsp:nvSpPr>
        <dsp:cNvPr id="0" name=""/>
        <dsp:cNvSpPr/>
      </dsp:nvSpPr>
      <dsp:spPr>
        <a:xfrm>
          <a:off x="5871451" y="2033842"/>
          <a:ext cx="5089785" cy="812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31" tIns="86031" rIns="86031" bIns="86031" numCol="1" spcCol="1270" anchor="ctr" anchorCtr="0">
          <a:noAutofit/>
        </a:bodyPr>
        <a:lstStyle/>
        <a:p>
          <a:pPr marL="0" lvl="0" indent="0" algn="l" defTabSz="755650">
            <a:lnSpc>
              <a:spcPct val="90000"/>
            </a:lnSpc>
            <a:spcBef>
              <a:spcPct val="0"/>
            </a:spcBef>
            <a:spcAft>
              <a:spcPct val="35000"/>
            </a:spcAft>
            <a:buNone/>
          </a:pPr>
          <a:r>
            <a:rPr lang="da-DK" sz="1700" kern="1200"/>
            <a:t>Artikler, bøger mv.</a:t>
          </a:r>
          <a:endParaRPr lang="en-US" sz="1700" kern="1200"/>
        </a:p>
      </dsp:txBody>
      <dsp:txXfrm>
        <a:off x="5871451" y="2033842"/>
        <a:ext cx="5089785" cy="812895"/>
      </dsp:txXfrm>
    </dsp:sp>
    <dsp:sp modelId="{7A74E02D-92C7-4C36-AD0A-6B122672D741}">
      <dsp:nvSpPr>
        <dsp:cNvPr id="0" name=""/>
        <dsp:cNvSpPr/>
      </dsp:nvSpPr>
      <dsp:spPr>
        <a:xfrm>
          <a:off x="0" y="3049962"/>
          <a:ext cx="10961237" cy="8128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2C716A-507E-4F19-A3CB-51C5ED601D08}">
      <dsp:nvSpPr>
        <dsp:cNvPr id="0" name=""/>
        <dsp:cNvSpPr/>
      </dsp:nvSpPr>
      <dsp:spPr>
        <a:xfrm>
          <a:off x="245900" y="3232863"/>
          <a:ext cx="447092" cy="44709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76C501-B995-4B6E-B21F-F616A9408E1F}">
      <dsp:nvSpPr>
        <dsp:cNvPr id="0" name=""/>
        <dsp:cNvSpPr/>
      </dsp:nvSpPr>
      <dsp:spPr>
        <a:xfrm>
          <a:off x="938894" y="3049962"/>
          <a:ext cx="4932556" cy="812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31" tIns="86031" rIns="86031" bIns="86031" numCol="1" spcCol="1270" anchor="ctr" anchorCtr="0">
          <a:noAutofit/>
        </a:bodyPr>
        <a:lstStyle/>
        <a:p>
          <a:pPr marL="0" lvl="0" indent="0" algn="l" defTabSz="977900">
            <a:lnSpc>
              <a:spcPct val="90000"/>
            </a:lnSpc>
            <a:spcBef>
              <a:spcPct val="0"/>
            </a:spcBef>
            <a:spcAft>
              <a:spcPct val="35000"/>
            </a:spcAft>
            <a:buNone/>
          </a:pPr>
          <a:r>
            <a:rPr lang="da-DK" sz="2200" b="1" kern="1200"/>
            <a:t>Andet:</a:t>
          </a:r>
          <a:endParaRPr lang="en-US" sz="2200" kern="1200"/>
        </a:p>
      </dsp:txBody>
      <dsp:txXfrm>
        <a:off x="938894" y="3049962"/>
        <a:ext cx="4932556" cy="812895"/>
      </dsp:txXfrm>
    </dsp:sp>
    <dsp:sp modelId="{75651574-8961-4BA7-AA2B-D131A28104CB}">
      <dsp:nvSpPr>
        <dsp:cNvPr id="0" name=""/>
        <dsp:cNvSpPr/>
      </dsp:nvSpPr>
      <dsp:spPr>
        <a:xfrm>
          <a:off x="5871451" y="3049962"/>
          <a:ext cx="5089785" cy="812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31" tIns="86031" rIns="86031" bIns="86031" numCol="1" spcCol="1270" anchor="ctr" anchorCtr="0">
          <a:noAutofit/>
        </a:bodyPr>
        <a:lstStyle/>
        <a:p>
          <a:pPr marL="0" lvl="0" indent="0" algn="l" defTabSz="755650">
            <a:lnSpc>
              <a:spcPct val="90000"/>
            </a:lnSpc>
            <a:spcBef>
              <a:spcPct val="0"/>
            </a:spcBef>
            <a:spcAft>
              <a:spcPct val="35000"/>
            </a:spcAft>
            <a:buNone/>
          </a:pPr>
          <a:r>
            <a:rPr lang="da-DK" sz="1700" kern="1200"/>
            <a:t>Retssædvaner, kutymer m.v. </a:t>
          </a:r>
          <a:endParaRPr lang="en-US" sz="1700" kern="1200"/>
        </a:p>
      </dsp:txBody>
      <dsp:txXfrm>
        <a:off x="5871451" y="3049962"/>
        <a:ext cx="5089785" cy="8128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A7CC9D-E6DE-4038-813F-E452246A7883}">
      <dsp:nvSpPr>
        <dsp:cNvPr id="0" name=""/>
        <dsp:cNvSpPr/>
      </dsp:nvSpPr>
      <dsp:spPr>
        <a:xfrm>
          <a:off x="0" y="471"/>
          <a:ext cx="10961237" cy="11038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0BBA7A-9467-4401-9A9E-A3819A0E5548}">
      <dsp:nvSpPr>
        <dsp:cNvPr id="0" name=""/>
        <dsp:cNvSpPr/>
      </dsp:nvSpPr>
      <dsp:spPr>
        <a:xfrm>
          <a:off x="333918" y="248840"/>
          <a:ext cx="607124" cy="6071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233BD7-ACE3-4A9C-AFDD-C1DC0DC590FD}">
      <dsp:nvSpPr>
        <dsp:cNvPr id="0" name=""/>
        <dsp:cNvSpPr/>
      </dsp:nvSpPr>
      <dsp:spPr>
        <a:xfrm>
          <a:off x="1274961" y="471"/>
          <a:ext cx="9686275" cy="1103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25" tIns="116825" rIns="116825" bIns="116825" numCol="1" spcCol="1270" anchor="ctr" anchorCtr="0">
          <a:noAutofit/>
        </a:bodyPr>
        <a:lstStyle/>
        <a:p>
          <a:pPr marL="0" lvl="0" indent="0" algn="l" defTabSz="1111250">
            <a:lnSpc>
              <a:spcPct val="90000"/>
            </a:lnSpc>
            <a:spcBef>
              <a:spcPct val="0"/>
            </a:spcBef>
            <a:spcAft>
              <a:spcPct val="35000"/>
            </a:spcAft>
            <a:buNone/>
          </a:pPr>
          <a:r>
            <a:rPr lang="da-DK" sz="2500" kern="1200"/>
            <a:t>Er der et retskildehierarki? Har nogle af retskilderne højere værdi end andre?</a:t>
          </a:r>
          <a:endParaRPr lang="en-US" sz="2500" kern="1200"/>
        </a:p>
      </dsp:txBody>
      <dsp:txXfrm>
        <a:off x="1274961" y="471"/>
        <a:ext cx="9686275" cy="1103862"/>
      </dsp:txXfrm>
    </dsp:sp>
    <dsp:sp modelId="{44AD008C-C4F5-4D5E-B098-332F38C80178}">
      <dsp:nvSpPr>
        <dsp:cNvPr id="0" name=""/>
        <dsp:cNvSpPr/>
      </dsp:nvSpPr>
      <dsp:spPr>
        <a:xfrm>
          <a:off x="0" y="1380299"/>
          <a:ext cx="10961237" cy="11038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45E809-7EC5-478B-B9F6-33F0F51C451B}">
      <dsp:nvSpPr>
        <dsp:cNvPr id="0" name=""/>
        <dsp:cNvSpPr/>
      </dsp:nvSpPr>
      <dsp:spPr>
        <a:xfrm>
          <a:off x="333918" y="1628668"/>
          <a:ext cx="607124" cy="6071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083271-4C0D-40B4-AAC1-22B45677F9EC}">
      <dsp:nvSpPr>
        <dsp:cNvPr id="0" name=""/>
        <dsp:cNvSpPr/>
      </dsp:nvSpPr>
      <dsp:spPr>
        <a:xfrm>
          <a:off x="1274961" y="1380299"/>
          <a:ext cx="9686275" cy="1103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25" tIns="116825" rIns="116825" bIns="116825" numCol="1" spcCol="1270" anchor="ctr" anchorCtr="0">
          <a:noAutofit/>
        </a:bodyPr>
        <a:lstStyle/>
        <a:p>
          <a:pPr marL="0" lvl="0" indent="0" algn="l" defTabSz="1111250">
            <a:lnSpc>
              <a:spcPct val="90000"/>
            </a:lnSpc>
            <a:spcBef>
              <a:spcPct val="0"/>
            </a:spcBef>
            <a:spcAft>
              <a:spcPct val="35000"/>
            </a:spcAft>
            <a:buNone/>
          </a:pPr>
          <a:r>
            <a:rPr lang="da-DK" sz="2500" kern="1200"/>
            <a:t>Hvis ja – hvad er så hierarkiet?</a:t>
          </a:r>
          <a:endParaRPr lang="en-US" sz="2500" kern="1200"/>
        </a:p>
      </dsp:txBody>
      <dsp:txXfrm>
        <a:off x="1274961" y="1380299"/>
        <a:ext cx="9686275" cy="1103862"/>
      </dsp:txXfrm>
    </dsp:sp>
    <dsp:sp modelId="{C19B5872-E948-40B9-9ABB-3E6653095D64}">
      <dsp:nvSpPr>
        <dsp:cNvPr id="0" name=""/>
        <dsp:cNvSpPr/>
      </dsp:nvSpPr>
      <dsp:spPr>
        <a:xfrm>
          <a:off x="0" y="2760127"/>
          <a:ext cx="10961237" cy="11038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477FD8-484B-4198-8669-9E8B44AE56E6}">
      <dsp:nvSpPr>
        <dsp:cNvPr id="0" name=""/>
        <dsp:cNvSpPr/>
      </dsp:nvSpPr>
      <dsp:spPr>
        <a:xfrm>
          <a:off x="333918" y="3008496"/>
          <a:ext cx="607124" cy="6071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7AA03E-3358-42E6-B6EE-C8DAB8B3F6E1}">
      <dsp:nvSpPr>
        <dsp:cNvPr id="0" name=""/>
        <dsp:cNvSpPr/>
      </dsp:nvSpPr>
      <dsp:spPr>
        <a:xfrm>
          <a:off x="1274961" y="2760127"/>
          <a:ext cx="9686275" cy="1103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25" tIns="116825" rIns="116825" bIns="116825" numCol="1" spcCol="1270" anchor="ctr" anchorCtr="0">
          <a:noAutofit/>
        </a:bodyPr>
        <a:lstStyle/>
        <a:p>
          <a:pPr marL="0" lvl="0" indent="0" algn="l" defTabSz="1111250">
            <a:lnSpc>
              <a:spcPct val="90000"/>
            </a:lnSpc>
            <a:spcBef>
              <a:spcPct val="0"/>
            </a:spcBef>
            <a:spcAft>
              <a:spcPct val="35000"/>
            </a:spcAft>
            <a:buNone/>
          </a:pPr>
          <a:r>
            <a:rPr lang="da-DK" sz="2500" kern="1200"/>
            <a:t>Hvis nej – hvorfor ikke?</a:t>
          </a:r>
          <a:endParaRPr lang="en-US" sz="2500" kern="1200"/>
        </a:p>
      </dsp:txBody>
      <dsp:txXfrm>
        <a:off x="1274961" y="2760127"/>
        <a:ext cx="9686275" cy="110386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887C47-8064-4CC5-BD4D-ADE729CDCF99}">
      <dsp:nvSpPr>
        <dsp:cNvPr id="0" name=""/>
        <dsp:cNvSpPr/>
      </dsp:nvSpPr>
      <dsp:spPr>
        <a:xfrm>
          <a:off x="0" y="0"/>
          <a:ext cx="10961237" cy="21498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0714" tIns="1353820" rIns="850714" bIns="128016" numCol="1" spcCol="1270" anchor="t" anchorCtr="0">
          <a:noAutofit/>
        </a:bodyPr>
        <a:lstStyle/>
        <a:p>
          <a:pPr marL="171450" lvl="1" indent="-171450" algn="l" defTabSz="800100">
            <a:lnSpc>
              <a:spcPct val="90000"/>
            </a:lnSpc>
            <a:spcBef>
              <a:spcPct val="0"/>
            </a:spcBef>
            <a:spcAft>
              <a:spcPct val="15000"/>
            </a:spcAft>
            <a:buChar char="•"/>
          </a:pPr>
          <a:r>
            <a:rPr lang="da-DK" sz="1800" b="1" kern="1200" dirty="0"/>
            <a:t>Regel på højere niveau går (som udgangspunkt) forud for regel på lavere niveau</a:t>
          </a:r>
          <a:r>
            <a:rPr lang="da-DK" sz="1800" kern="1200" dirty="0"/>
            <a:t>.</a:t>
          </a:r>
          <a:endParaRPr lang="en-US" sz="1800" kern="1200" dirty="0"/>
        </a:p>
        <a:p>
          <a:pPr marL="171450" lvl="1" indent="-171450" algn="l" defTabSz="800100">
            <a:lnSpc>
              <a:spcPct val="90000"/>
            </a:lnSpc>
            <a:spcBef>
              <a:spcPct val="0"/>
            </a:spcBef>
            <a:spcAft>
              <a:spcPct val="15000"/>
            </a:spcAft>
            <a:buChar char="•"/>
          </a:pPr>
          <a:r>
            <a:rPr lang="da-DK" sz="1800" kern="1200" dirty="0"/>
            <a:t>Grundlov trumfer lov, som igen trumfer bekendtgørelse</a:t>
          </a:r>
          <a:r>
            <a:rPr lang="da-DK" sz="2800" kern="1200" dirty="0"/>
            <a:t> </a:t>
          </a:r>
          <a:endParaRPr lang="en-US" sz="2800" kern="1200" dirty="0"/>
        </a:p>
      </dsp:txBody>
      <dsp:txXfrm>
        <a:off x="0" y="0"/>
        <a:ext cx="10961237" cy="2149875"/>
      </dsp:txXfrm>
    </dsp:sp>
    <dsp:sp modelId="{B1301281-BE77-43AE-91F9-80E8D6B027E6}">
      <dsp:nvSpPr>
        <dsp:cNvPr id="0" name=""/>
        <dsp:cNvSpPr/>
      </dsp:nvSpPr>
      <dsp:spPr>
        <a:xfrm>
          <a:off x="348227" y="0"/>
          <a:ext cx="6876499" cy="79522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016" tIns="0" rIns="290016" bIns="0" numCol="1" spcCol="1270" anchor="ctr" anchorCtr="0">
          <a:noAutofit/>
        </a:bodyPr>
        <a:lstStyle/>
        <a:p>
          <a:pPr marL="0" lvl="0" indent="0" algn="l" defTabSz="1244600">
            <a:lnSpc>
              <a:spcPct val="90000"/>
            </a:lnSpc>
            <a:spcBef>
              <a:spcPct val="0"/>
            </a:spcBef>
            <a:spcAft>
              <a:spcPct val="35000"/>
            </a:spcAft>
            <a:buNone/>
          </a:pPr>
          <a:r>
            <a:rPr lang="da-DK" sz="2800" b="1" kern="1200" dirty="0"/>
            <a:t>Lex </a:t>
          </a:r>
          <a:r>
            <a:rPr lang="da-DK" sz="2800" b="1" kern="1200" dirty="0" err="1"/>
            <a:t>superior</a:t>
          </a:r>
          <a:endParaRPr lang="en-US" sz="2800" kern="1200" dirty="0"/>
        </a:p>
      </dsp:txBody>
      <dsp:txXfrm>
        <a:off x="387047" y="38820"/>
        <a:ext cx="6798859" cy="71758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4C5B4B-D659-4CEE-80CE-28F8F788A31C}">
      <dsp:nvSpPr>
        <dsp:cNvPr id="0" name=""/>
        <dsp:cNvSpPr/>
      </dsp:nvSpPr>
      <dsp:spPr>
        <a:xfrm>
          <a:off x="1506759" y="0"/>
          <a:ext cx="1506759" cy="1019804"/>
        </a:xfrm>
        <a:prstGeom prst="trapezoid">
          <a:avLst>
            <a:gd name="adj" fmla="val 73875"/>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da-DK" sz="2700" kern="1200" dirty="0"/>
            <a:t>Grundlov</a:t>
          </a:r>
        </a:p>
      </dsp:txBody>
      <dsp:txXfrm>
        <a:off x="1506759" y="0"/>
        <a:ext cx="1506759" cy="1019804"/>
      </dsp:txXfrm>
    </dsp:sp>
    <dsp:sp modelId="{5D07C98F-596B-44F3-9C90-4E9ED125AE59}">
      <dsp:nvSpPr>
        <dsp:cNvPr id="0" name=""/>
        <dsp:cNvSpPr/>
      </dsp:nvSpPr>
      <dsp:spPr>
        <a:xfrm>
          <a:off x="753379" y="1019804"/>
          <a:ext cx="3013518" cy="1019804"/>
        </a:xfrm>
        <a:prstGeom prst="trapezoid">
          <a:avLst>
            <a:gd name="adj" fmla="val 73875"/>
          </a:avLst>
        </a:prstGeom>
        <a:solidFill>
          <a:schemeClr val="accent4">
            <a:hueOff val="-444397"/>
            <a:satOff val="-14855"/>
            <a:lumOff val="118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da-DK" sz="2700" kern="1200" dirty="0"/>
            <a:t>Lov</a:t>
          </a:r>
        </a:p>
      </dsp:txBody>
      <dsp:txXfrm>
        <a:off x="1280745" y="1019804"/>
        <a:ext cx="1958787" cy="1019804"/>
      </dsp:txXfrm>
    </dsp:sp>
    <dsp:sp modelId="{0D23A6BB-96BC-4F02-8A3B-CE25C3308E93}">
      <dsp:nvSpPr>
        <dsp:cNvPr id="0" name=""/>
        <dsp:cNvSpPr/>
      </dsp:nvSpPr>
      <dsp:spPr>
        <a:xfrm>
          <a:off x="0" y="2039608"/>
          <a:ext cx="4520278" cy="1019804"/>
        </a:xfrm>
        <a:prstGeom prst="trapezoid">
          <a:avLst>
            <a:gd name="adj" fmla="val 73875"/>
          </a:avLst>
        </a:prstGeom>
        <a:solidFill>
          <a:schemeClr val="accent4">
            <a:hueOff val="-888795"/>
            <a:satOff val="-29709"/>
            <a:lumOff val="2372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da-DK" sz="2700" kern="1200" dirty="0"/>
            <a:t>Bekendtgørelse</a:t>
          </a:r>
        </a:p>
      </dsp:txBody>
      <dsp:txXfrm>
        <a:off x="791048" y="2039608"/>
        <a:ext cx="2938180" cy="101980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887C47-8064-4CC5-BD4D-ADE729CDCF99}">
      <dsp:nvSpPr>
        <dsp:cNvPr id="0" name=""/>
        <dsp:cNvSpPr/>
      </dsp:nvSpPr>
      <dsp:spPr>
        <a:xfrm>
          <a:off x="0" y="338555"/>
          <a:ext cx="10961237" cy="13041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0714" tIns="374904" rIns="850714" bIns="128016" numCol="1" spcCol="1270" anchor="t" anchorCtr="0">
          <a:noAutofit/>
        </a:bodyPr>
        <a:lstStyle/>
        <a:p>
          <a:pPr marL="171450" lvl="1" indent="-171450" algn="l" defTabSz="800100">
            <a:lnSpc>
              <a:spcPct val="90000"/>
            </a:lnSpc>
            <a:spcBef>
              <a:spcPct val="0"/>
            </a:spcBef>
            <a:spcAft>
              <a:spcPct val="15000"/>
            </a:spcAft>
            <a:buChar char="•"/>
          </a:pPr>
          <a:r>
            <a:rPr lang="da-DK" sz="1800" b="1" kern="1200"/>
            <a:t>Nyere lov går forud for ældre lov </a:t>
          </a:r>
          <a:endParaRPr lang="en-US" sz="1800" kern="1200"/>
        </a:p>
        <a:p>
          <a:pPr marL="171450" lvl="1" indent="-171450" algn="l" defTabSz="800100">
            <a:lnSpc>
              <a:spcPct val="90000"/>
            </a:lnSpc>
            <a:spcBef>
              <a:spcPct val="0"/>
            </a:spcBef>
            <a:spcAft>
              <a:spcPct val="15000"/>
            </a:spcAft>
            <a:buChar char="•"/>
          </a:pPr>
          <a:r>
            <a:rPr lang="da-DK" sz="1800" kern="1200"/>
            <a:t>Udtryk for lovgivers (seneste) intention</a:t>
          </a:r>
          <a:endParaRPr lang="en-US" sz="1800" kern="1200"/>
        </a:p>
        <a:p>
          <a:pPr marL="171450" lvl="1" indent="-171450" algn="l" defTabSz="800100">
            <a:lnSpc>
              <a:spcPct val="90000"/>
            </a:lnSpc>
            <a:spcBef>
              <a:spcPct val="0"/>
            </a:spcBef>
            <a:spcAft>
              <a:spcPct val="15000"/>
            </a:spcAft>
            <a:buChar char="•"/>
          </a:pPr>
          <a:r>
            <a:rPr lang="da-DK" sz="1800" kern="1200"/>
            <a:t>I harmoni med de aktuelle samfundsmæssige forhold. </a:t>
          </a:r>
          <a:endParaRPr lang="en-US" sz="1800" kern="1200"/>
        </a:p>
      </dsp:txBody>
      <dsp:txXfrm>
        <a:off x="0" y="338555"/>
        <a:ext cx="10961237" cy="1304100"/>
      </dsp:txXfrm>
    </dsp:sp>
    <dsp:sp modelId="{B1301281-BE77-43AE-91F9-80E8D6B027E6}">
      <dsp:nvSpPr>
        <dsp:cNvPr id="0" name=""/>
        <dsp:cNvSpPr/>
      </dsp:nvSpPr>
      <dsp:spPr>
        <a:xfrm>
          <a:off x="548061" y="72875"/>
          <a:ext cx="7672865"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016" tIns="0" rIns="290016" bIns="0" numCol="1" spcCol="1270" anchor="ctr" anchorCtr="0">
          <a:noAutofit/>
        </a:bodyPr>
        <a:lstStyle/>
        <a:p>
          <a:pPr marL="0" lvl="0" indent="0" algn="l" defTabSz="800100">
            <a:lnSpc>
              <a:spcPct val="90000"/>
            </a:lnSpc>
            <a:spcBef>
              <a:spcPct val="0"/>
            </a:spcBef>
            <a:spcAft>
              <a:spcPct val="35000"/>
            </a:spcAft>
            <a:buNone/>
          </a:pPr>
          <a:r>
            <a:rPr lang="da-DK" sz="1800" b="1" kern="1200" dirty="0"/>
            <a:t>Lex </a:t>
          </a:r>
          <a:r>
            <a:rPr lang="da-DK" sz="1800" b="1" kern="1200" dirty="0" err="1"/>
            <a:t>posterior</a:t>
          </a:r>
          <a:endParaRPr lang="en-US" sz="1800" kern="1200" dirty="0"/>
        </a:p>
      </dsp:txBody>
      <dsp:txXfrm>
        <a:off x="574000" y="98814"/>
        <a:ext cx="7620987" cy="479482"/>
      </dsp:txXfrm>
    </dsp:sp>
    <dsp:sp modelId="{72750F94-CE6B-483F-82B2-5A568A224005}">
      <dsp:nvSpPr>
        <dsp:cNvPr id="0" name=""/>
        <dsp:cNvSpPr/>
      </dsp:nvSpPr>
      <dsp:spPr>
        <a:xfrm>
          <a:off x="0" y="2005536"/>
          <a:ext cx="10961237" cy="17860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0714" tIns="374904" rIns="850714" bIns="128016" numCol="1" spcCol="1270" anchor="t" anchorCtr="0">
          <a:noAutofit/>
        </a:bodyPr>
        <a:lstStyle/>
        <a:p>
          <a:pPr marL="171450" lvl="1" indent="-171450" algn="l" defTabSz="800100">
            <a:lnSpc>
              <a:spcPct val="90000"/>
            </a:lnSpc>
            <a:spcBef>
              <a:spcPct val="0"/>
            </a:spcBef>
            <a:spcAft>
              <a:spcPct val="15000"/>
            </a:spcAft>
            <a:buChar char="•"/>
          </a:pPr>
          <a:r>
            <a:rPr lang="da-DK" sz="1800" b="1" kern="1200" dirty="0"/>
            <a:t>Den specielle lov går forud for almindelig lovgivning</a:t>
          </a:r>
          <a:endParaRPr lang="en-US" sz="1800" kern="1200" dirty="0"/>
        </a:p>
        <a:p>
          <a:pPr marL="171450" lvl="1" indent="-171450" algn="l" defTabSz="800100">
            <a:lnSpc>
              <a:spcPct val="90000"/>
            </a:lnSpc>
            <a:spcBef>
              <a:spcPct val="0"/>
            </a:spcBef>
            <a:spcAft>
              <a:spcPct val="15000"/>
            </a:spcAft>
            <a:buChar char="•"/>
          </a:pPr>
          <a:r>
            <a:rPr lang="da-DK" sz="1800" kern="1200"/>
            <a:t>Den særlige regel skal foretrækkes frem for den almindelige regel.</a:t>
          </a:r>
          <a:endParaRPr lang="en-US" sz="1800" kern="1200"/>
        </a:p>
        <a:p>
          <a:pPr marL="171450" lvl="1" indent="-171450" algn="l" defTabSz="800100">
            <a:lnSpc>
              <a:spcPct val="90000"/>
            </a:lnSpc>
            <a:spcBef>
              <a:spcPct val="0"/>
            </a:spcBef>
            <a:spcAft>
              <a:spcPct val="15000"/>
            </a:spcAft>
            <a:buChar char="•"/>
          </a:pPr>
          <a:r>
            <a:rPr lang="da-DK" sz="1800" kern="1200" dirty="0"/>
            <a:t>F.eks. hvis man har en problemstilling der knytter sig til en kontrakt om data. Man kan som udgangspunkt anvende en lov der generelt vedrører aftaler f.eks. aftaleloven. Men hvis der findes en særlig lov om datakontrakter vil denne være ”lex </a:t>
          </a:r>
          <a:r>
            <a:rPr lang="da-DK" sz="1800" kern="1200" dirty="0" err="1"/>
            <a:t>specialis</a:t>
          </a:r>
          <a:r>
            <a:rPr lang="da-DK" sz="1800" kern="1200" dirty="0"/>
            <a:t>”.</a:t>
          </a:r>
          <a:endParaRPr lang="en-US" sz="1800" kern="1200" dirty="0"/>
        </a:p>
      </dsp:txBody>
      <dsp:txXfrm>
        <a:off x="0" y="2005536"/>
        <a:ext cx="10961237" cy="1786050"/>
      </dsp:txXfrm>
    </dsp:sp>
    <dsp:sp modelId="{8024D0F4-19EC-4654-9AC1-FF75B34C2A80}">
      <dsp:nvSpPr>
        <dsp:cNvPr id="0" name=""/>
        <dsp:cNvSpPr/>
      </dsp:nvSpPr>
      <dsp:spPr>
        <a:xfrm>
          <a:off x="548061" y="1739856"/>
          <a:ext cx="7672865"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016" tIns="0" rIns="290016" bIns="0" numCol="1" spcCol="1270" anchor="ctr" anchorCtr="0">
          <a:noAutofit/>
        </a:bodyPr>
        <a:lstStyle/>
        <a:p>
          <a:pPr marL="0" lvl="0" indent="0" algn="l" defTabSz="800100">
            <a:lnSpc>
              <a:spcPct val="90000"/>
            </a:lnSpc>
            <a:spcBef>
              <a:spcPct val="0"/>
            </a:spcBef>
            <a:spcAft>
              <a:spcPct val="35000"/>
            </a:spcAft>
            <a:buNone/>
          </a:pPr>
          <a:r>
            <a:rPr lang="da-DK" sz="1800" b="1" kern="1200"/>
            <a:t>Lex specialis</a:t>
          </a:r>
          <a:endParaRPr lang="en-US" sz="1800" kern="1200"/>
        </a:p>
      </dsp:txBody>
      <dsp:txXfrm>
        <a:off x="574000" y="1765795"/>
        <a:ext cx="7620987" cy="47948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DCAA7C-67A6-481A-9A77-2B89EA5067E1}">
      <dsp:nvSpPr>
        <dsp:cNvPr id="0" name=""/>
        <dsp:cNvSpPr/>
      </dsp:nvSpPr>
      <dsp:spPr>
        <a:xfrm>
          <a:off x="0" y="790720"/>
          <a:ext cx="3082847" cy="1957608"/>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89BD5A8B-DBDC-4DA0-9913-01B92844F5CF}">
      <dsp:nvSpPr>
        <dsp:cNvPr id="0" name=""/>
        <dsp:cNvSpPr/>
      </dsp:nvSpPr>
      <dsp:spPr>
        <a:xfrm>
          <a:off x="342538" y="1116132"/>
          <a:ext cx="3082847" cy="1957608"/>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da-DK" sz="3800" kern="1200"/>
            <a:t>Danmark</a:t>
          </a:r>
          <a:endParaRPr lang="en-US" sz="3800" kern="1200"/>
        </a:p>
      </dsp:txBody>
      <dsp:txXfrm>
        <a:off x="399874" y="1173468"/>
        <a:ext cx="2968175" cy="1842936"/>
      </dsp:txXfrm>
    </dsp:sp>
    <dsp:sp modelId="{3256D13A-BB54-4E73-BF67-898419441D67}">
      <dsp:nvSpPr>
        <dsp:cNvPr id="0" name=""/>
        <dsp:cNvSpPr/>
      </dsp:nvSpPr>
      <dsp:spPr>
        <a:xfrm>
          <a:off x="3767925" y="790720"/>
          <a:ext cx="3082847" cy="1957608"/>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A3332E46-32EA-4F55-B82C-E723E9526060}">
      <dsp:nvSpPr>
        <dsp:cNvPr id="0" name=""/>
        <dsp:cNvSpPr/>
      </dsp:nvSpPr>
      <dsp:spPr>
        <a:xfrm>
          <a:off x="4110463" y="1116132"/>
          <a:ext cx="3082847" cy="1957608"/>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da-DK" sz="3800" kern="1200"/>
            <a:t>EU </a:t>
          </a:r>
          <a:endParaRPr lang="en-US" sz="3800" kern="1200"/>
        </a:p>
      </dsp:txBody>
      <dsp:txXfrm>
        <a:off x="4167799" y="1173468"/>
        <a:ext cx="2968175" cy="1842936"/>
      </dsp:txXfrm>
    </dsp:sp>
    <dsp:sp modelId="{A77C630F-A8A4-42A3-AD0E-89A13DD737CB}">
      <dsp:nvSpPr>
        <dsp:cNvPr id="0" name=""/>
        <dsp:cNvSpPr/>
      </dsp:nvSpPr>
      <dsp:spPr>
        <a:xfrm>
          <a:off x="7535850" y="790720"/>
          <a:ext cx="3082847" cy="1957608"/>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8996DE49-2BED-4BA8-81CC-4BF83FA00836}">
      <dsp:nvSpPr>
        <dsp:cNvPr id="0" name=""/>
        <dsp:cNvSpPr/>
      </dsp:nvSpPr>
      <dsp:spPr>
        <a:xfrm>
          <a:off x="7878389" y="1116132"/>
          <a:ext cx="3082847" cy="1957608"/>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da-DK" sz="3800" kern="1200"/>
            <a:t>International</a:t>
          </a:r>
          <a:endParaRPr lang="en-US" sz="3800" kern="1200"/>
        </a:p>
      </dsp:txBody>
      <dsp:txXfrm>
        <a:off x="7935725" y="1173468"/>
        <a:ext cx="2968175" cy="184293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151C00-5C20-4E62-857B-25310C733D80}">
      <dsp:nvSpPr>
        <dsp:cNvPr id="0" name=""/>
        <dsp:cNvSpPr/>
      </dsp:nvSpPr>
      <dsp:spPr>
        <a:xfrm>
          <a:off x="1593529" y="0"/>
          <a:ext cx="1322554" cy="1358997"/>
        </a:xfrm>
        <a:prstGeom prst="trapezoid">
          <a:avLst>
            <a:gd name="adj" fmla="val 5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da-DK" sz="1500" kern="1200" dirty="0"/>
            <a:t>Traktater</a:t>
          </a:r>
        </a:p>
      </dsp:txBody>
      <dsp:txXfrm>
        <a:off x="1593529" y="0"/>
        <a:ext cx="1322554" cy="1358997"/>
      </dsp:txXfrm>
    </dsp:sp>
    <dsp:sp modelId="{7F0A4FE4-BE4C-463F-9F0E-E5355B8C6592}">
      <dsp:nvSpPr>
        <dsp:cNvPr id="0" name=""/>
        <dsp:cNvSpPr/>
      </dsp:nvSpPr>
      <dsp:spPr>
        <a:xfrm>
          <a:off x="721776" y="1358997"/>
          <a:ext cx="3066060" cy="1791548"/>
        </a:xfrm>
        <a:prstGeom prst="trapezoid">
          <a:avLst>
            <a:gd name="adj" fmla="val 48659"/>
          </a:avLst>
        </a:prstGeom>
        <a:solidFill>
          <a:schemeClr val="accent4">
            <a:hueOff val="-444397"/>
            <a:satOff val="-14855"/>
            <a:lumOff val="118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da-DK" sz="1500" kern="1200" dirty="0"/>
            <a:t>Forordninger/direktiver</a:t>
          </a:r>
        </a:p>
      </dsp:txBody>
      <dsp:txXfrm>
        <a:off x="1258337" y="1358997"/>
        <a:ext cx="1992939" cy="1791548"/>
      </dsp:txXfrm>
    </dsp:sp>
    <dsp:sp modelId="{DAE6BAB3-749F-4D1A-BF58-EF118B6779CD}">
      <dsp:nvSpPr>
        <dsp:cNvPr id="0" name=""/>
        <dsp:cNvSpPr/>
      </dsp:nvSpPr>
      <dsp:spPr>
        <a:xfrm>
          <a:off x="0" y="3150546"/>
          <a:ext cx="4509614" cy="1483330"/>
        </a:xfrm>
        <a:prstGeom prst="trapezoid">
          <a:avLst>
            <a:gd name="adj" fmla="val 48659"/>
          </a:avLst>
        </a:prstGeom>
        <a:solidFill>
          <a:schemeClr val="accent4">
            <a:hueOff val="-888795"/>
            <a:satOff val="-29709"/>
            <a:lumOff val="2372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da-DK" sz="1500" kern="1200" dirty="0"/>
            <a:t>Supplerende(udfyldende</a:t>
          </a:r>
        </a:p>
      </dsp:txBody>
      <dsp:txXfrm>
        <a:off x="789182" y="3150546"/>
        <a:ext cx="2931249" cy="148333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67CDF1-7397-4F72-AC7A-18FD73E8E284}">
      <dsp:nvSpPr>
        <dsp:cNvPr id="0" name=""/>
        <dsp:cNvSpPr/>
      </dsp:nvSpPr>
      <dsp:spPr>
        <a:xfrm>
          <a:off x="9501" y="301651"/>
          <a:ext cx="1143218" cy="114321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2000" b="-2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DC0186-A718-4D1A-879A-F10CA4B03DB7}">
      <dsp:nvSpPr>
        <dsp:cNvPr id="0" name=""/>
        <dsp:cNvSpPr/>
      </dsp:nvSpPr>
      <dsp:spPr>
        <a:xfrm>
          <a:off x="9501" y="1585099"/>
          <a:ext cx="3266338" cy="489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da-DK" sz="1800" kern="1200" dirty="0"/>
            <a:t>Selve retskilden</a:t>
          </a:r>
          <a:endParaRPr lang="en-US" sz="1800" kern="1200" dirty="0"/>
        </a:p>
      </dsp:txBody>
      <dsp:txXfrm>
        <a:off x="9501" y="1585099"/>
        <a:ext cx="3266338" cy="489950"/>
      </dsp:txXfrm>
    </dsp:sp>
    <dsp:sp modelId="{6861CA12-1CFA-467F-9A02-76DDD34FE50A}">
      <dsp:nvSpPr>
        <dsp:cNvPr id="0" name=""/>
        <dsp:cNvSpPr/>
      </dsp:nvSpPr>
      <dsp:spPr>
        <a:xfrm>
          <a:off x="9501" y="2140273"/>
          <a:ext cx="3266338" cy="1422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da-DK" sz="1300" kern="1200" dirty="0"/>
            <a:t>Formål med regulering</a:t>
          </a:r>
          <a:endParaRPr lang="en-US" sz="1300" kern="1200" dirty="0"/>
        </a:p>
        <a:p>
          <a:pPr marL="0" lvl="0" indent="0" algn="l" defTabSz="577850">
            <a:lnSpc>
              <a:spcPct val="100000"/>
            </a:lnSpc>
            <a:spcBef>
              <a:spcPct val="0"/>
            </a:spcBef>
            <a:spcAft>
              <a:spcPct val="35000"/>
            </a:spcAft>
            <a:buNone/>
          </a:pPr>
          <a:r>
            <a:rPr lang="da-DK" sz="1300" kern="1200" dirty="0"/>
            <a:t>Placering i tekst (hvilket kapitel?)</a:t>
          </a:r>
          <a:endParaRPr lang="en-US" sz="1300" kern="1200" dirty="0"/>
        </a:p>
        <a:p>
          <a:pPr marL="0" lvl="0" indent="0" algn="l" defTabSz="577850">
            <a:lnSpc>
              <a:spcPct val="100000"/>
            </a:lnSpc>
            <a:spcBef>
              <a:spcPct val="0"/>
            </a:spcBef>
            <a:spcAft>
              <a:spcPct val="35000"/>
            </a:spcAft>
            <a:buNone/>
          </a:pPr>
          <a:r>
            <a:rPr lang="da-DK" sz="1300" kern="1200" dirty="0"/>
            <a:t>Præambel</a:t>
          </a:r>
        </a:p>
        <a:p>
          <a:pPr marL="0" lvl="0" indent="0" algn="l" defTabSz="577850">
            <a:lnSpc>
              <a:spcPct val="100000"/>
            </a:lnSpc>
            <a:spcBef>
              <a:spcPct val="0"/>
            </a:spcBef>
            <a:spcAft>
              <a:spcPct val="35000"/>
            </a:spcAft>
            <a:buNone/>
          </a:pPr>
          <a:r>
            <a:rPr lang="en-US" sz="1300" kern="1200" dirty="0" err="1"/>
            <a:t>Ordlydsfortolkning</a:t>
          </a:r>
          <a:r>
            <a:rPr lang="en-US" sz="1300" kern="1200" dirty="0"/>
            <a:t> (</a:t>
          </a:r>
          <a:r>
            <a:rPr lang="en-US" sz="1300" kern="1200" dirty="0" err="1"/>
            <a:t>på</a:t>
          </a:r>
          <a:r>
            <a:rPr lang="en-US" sz="1300" kern="1200" dirty="0"/>
            <a:t> alle EU-sprog)</a:t>
          </a:r>
        </a:p>
      </dsp:txBody>
      <dsp:txXfrm>
        <a:off x="9501" y="2140273"/>
        <a:ext cx="3266338" cy="1422536"/>
      </dsp:txXfrm>
    </dsp:sp>
    <dsp:sp modelId="{89F4B44F-DD9A-441B-99BC-D483FAE13E99}">
      <dsp:nvSpPr>
        <dsp:cNvPr id="0" name=""/>
        <dsp:cNvSpPr/>
      </dsp:nvSpPr>
      <dsp:spPr>
        <a:xfrm>
          <a:off x="3847449" y="301651"/>
          <a:ext cx="1143218" cy="11432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F51555-D384-4DBC-9AA0-14E703D10384}">
      <dsp:nvSpPr>
        <dsp:cNvPr id="0" name=""/>
        <dsp:cNvSpPr/>
      </dsp:nvSpPr>
      <dsp:spPr>
        <a:xfrm>
          <a:off x="3847449" y="1585099"/>
          <a:ext cx="3266338" cy="489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kern="1200" dirty="0"/>
            <a:t>Andre </a:t>
          </a:r>
          <a:r>
            <a:rPr lang="en-US" sz="1800" kern="1200" dirty="0" err="1"/>
            <a:t>bindende</a:t>
          </a:r>
          <a:r>
            <a:rPr lang="en-US" sz="1800" kern="1200" dirty="0"/>
            <a:t> EU-</a:t>
          </a:r>
          <a:r>
            <a:rPr lang="en-US" sz="1800" kern="1200" dirty="0" err="1"/>
            <a:t>retskilder</a:t>
          </a:r>
          <a:endParaRPr lang="en-US" sz="1800" kern="1200" dirty="0"/>
        </a:p>
      </dsp:txBody>
      <dsp:txXfrm>
        <a:off x="3847449" y="1585099"/>
        <a:ext cx="3266338" cy="489950"/>
      </dsp:txXfrm>
    </dsp:sp>
    <dsp:sp modelId="{79EF8BF6-11A1-423B-ACA8-01594EA86F57}">
      <dsp:nvSpPr>
        <dsp:cNvPr id="0" name=""/>
        <dsp:cNvSpPr/>
      </dsp:nvSpPr>
      <dsp:spPr>
        <a:xfrm>
          <a:off x="3847449" y="2140273"/>
          <a:ext cx="3266338" cy="1422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da-DK" sz="1300" kern="1200" dirty="0"/>
            <a:t>EU Traktater, inkl. Charter</a:t>
          </a:r>
          <a:endParaRPr lang="en-US" sz="1300" kern="1200" dirty="0"/>
        </a:p>
        <a:p>
          <a:pPr marL="0" lvl="0" indent="0" algn="l" defTabSz="577850">
            <a:lnSpc>
              <a:spcPct val="100000"/>
            </a:lnSpc>
            <a:spcBef>
              <a:spcPct val="0"/>
            </a:spcBef>
            <a:spcAft>
              <a:spcPct val="35000"/>
            </a:spcAft>
            <a:buNone/>
          </a:pPr>
          <a:r>
            <a:rPr lang="da-DK" sz="1300" kern="1200" dirty="0"/>
            <a:t>Domme fra EU-Domstolen</a:t>
          </a:r>
          <a:endParaRPr lang="en-US" sz="1300" kern="1200" dirty="0"/>
        </a:p>
        <a:p>
          <a:pPr marL="0" lvl="0" indent="0" algn="l" defTabSz="577850">
            <a:lnSpc>
              <a:spcPct val="100000"/>
            </a:lnSpc>
            <a:spcBef>
              <a:spcPct val="0"/>
            </a:spcBef>
            <a:spcAft>
              <a:spcPct val="35000"/>
            </a:spcAft>
            <a:buNone/>
          </a:pPr>
          <a:r>
            <a:rPr lang="da-DK" sz="1300" kern="1200" dirty="0"/>
            <a:t>Anden EU-lovgivning</a:t>
          </a:r>
        </a:p>
        <a:p>
          <a:pPr marL="0" lvl="0" indent="0" algn="l" defTabSz="577850">
            <a:lnSpc>
              <a:spcPct val="100000"/>
            </a:lnSpc>
            <a:spcBef>
              <a:spcPct val="0"/>
            </a:spcBef>
            <a:spcAft>
              <a:spcPct val="35000"/>
            </a:spcAft>
            <a:buNone/>
          </a:pPr>
          <a:r>
            <a:rPr lang="da-DK" sz="1300" kern="1200" dirty="0"/>
            <a:t>(Domme fra den Europæiske Menneskerettighedsdomstol)</a:t>
          </a:r>
          <a:endParaRPr lang="en-US" sz="1300" kern="1200" dirty="0"/>
        </a:p>
        <a:p>
          <a:pPr marL="0" lvl="0" indent="0" algn="l" defTabSz="577850">
            <a:lnSpc>
              <a:spcPct val="100000"/>
            </a:lnSpc>
            <a:spcBef>
              <a:spcPct val="0"/>
            </a:spcBef>
            <a:spcAft>
              <a:spcPct val="35000"/>
            </a:spcAft>
            <a:buNone/>
          </a:pPr>
          <a:r>
            <a:rPr lang="da-DK" sz="1300" kern="1200" dirty="0"/>
            <a:t>(</a:t>
          </a:r>
          <a:r>
            <a:rPr lang="da-DK" sz="1300" kern="1200" dirty="0" err="1"/>
            <a:t>FNs</a:t>
          </a:r>
          <a:r>
            <a:rPr lang="da-DK" sz="1300" kern="1200" dirty="0"/>
            <a:t> børnekonvention)</a:t>
          </a:r>
          <a:endParaRPr lang="en-US" sz="1300" kern="1200" dirty="0"/>
        </a:p>
      </dsp:txBody>
      <dsp:txXfrm>
        <a:off x="3847449" y="2140273"/>
        <a:ext cx="3266338" cy="1422536"/>
      </dsp:txXfrm>
    </dsp:sp>
    <dsp:sp modelId="{646F2830-81AA-4AC4-8C07-C93EDBD4B46E}">
      <dsp:nvSpPr>
        <dsp:cNvPr id="0" name=""/>
        <dsp:cNvSpPr/>
      </dsp:nvSpPr>
      <dsp:spPr>
        <a:xfrm>
          <a:off x="7685396" y="301651"/>
          <a:ext cx="1143218" cy="11432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786B3E-1BBF-466C-B607-BF70C1056C0F}">
      <dsp:nvSpPr>
        <dsp:cNvPr id="0" name=""/>
        <dsp:cNvSpPr/>
      </dsp:nvSpPr>
      <dsp:spPr>
        <a:xfrm>
          <a:off x="7685396" y="1585099"/>
          <a:ext cx="3266338" cy="489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da-DK" sz="1800" kern="1200" dirty="0"/>
            <a:t>Andre kilder</a:t>
          </a:r>
          <a:endParaRPr lang="en-US" sz="1800" kern="1200" dirty="0"/>
        </a:p>
      </dsp:txBody>
      <dsp:txXfrm>
        <a:off x="7685396" y="1585099"/>
        <a:ext cx="3266338" cy="489950"/>
      </dsp:txXfrm>
    </dsp:sp>
    <dsp:sp modelId="{795C69B2-A8E4-4D60-8CBC-B10C07E7F7FB}">
      <dsp:nvSpPr>
        <dsp:cNvPr id="0" name=""/>
        <dsp:cNvSpPr/>
      </dsp:nvSpPr>
      <dsp:spPr>
        <a:xfrm>
          <a:off x="7685396" y="2140273"/>
          <a:ext cx="3266338" cy="1422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da-DK" sz="1300" kern="1200" dirty="0"/>
            <a:t>National lovgivning</a:t>
          </a:r>
          <a:endParaRPr lang="en-US" sz="1300" kern="1200" dirty="0"/>
        </a:p>
        <a:p>
          <a:pPr marL="0" lvl="0" indent="0" algn="l" defTabSz="577850">
            <a:lnSpc>
              <a:spcPct val="100000"/>
            </a:lnSpc>
            <a:spcBef>
              <a:spcPct val="0"/>
            </a:spcBef>
            <a:spcAft>
              <a:spcPct val="35000"/>
            </a:spcAft>
            <a:buNone/>
          </a:pPr>
          <a:r>
            <a:rPr lang="da-DK" sz="1300" kern="1200" dirty="0"/>
            <a:t>Soft law, f.eks. adfærdskodeks</a:t>
          </a:r>
        </a:p>
        <a:p>
          <a:pPr marL="0" lvl="0" indent="0" algn="l" defTabSz="577850">
            <a:lnSpc>
              <a:spcPct val="100000"/>
            </a:lnSpc>
            <a:spcBef>
              <a:spcPct val="0"/>
            </a:spcBef>
            <a:spcAft>
              <a:spcPct val="35000"/>
            </a:spcAft>
            <a:buNone/>
          </a:pPr>
          <a:r>
            <a:rPr lang="en-US" sz="1300" kern="1200" dirty="0" err="1"/>
            <a:t>Retningslinjer</a:t>
          </a:r>
          <a:r>
            <a:rPr lang="en-US" sz="1300" kern="1200" dirty="0"/>
            <a:t> </a:t>
          </a:r>
          <a:r>
            <a:rPr lang="en-US" sz="1300" kern="1200" dirty="0" err="1"/>
            <a:t>fra</a:t>
          </a:r>
          <a:r>
            <a:rPr lang="en-US" sz="1300" kern="1200" dirty="0"/>
            <a:t> </a:t>
          </a:r>
          <a:r>
            <a:rPr lang="en-US" sz="1300" kern="1200" dirty="0" err="1"/>
            <a:t>Kommissionen</a:t>
          </a:r>
          <a:endParaRPr lang="en-US" sz="1300" kern="1200" dirty="0"/>
        </a:p>
        <a:p>
          <a:pPr marL="0" lvl="0" indent="0" algn="l" defTabSz="577850">
            <a:lnSpc>
              <a:spcPct val="100000"/>
            </a:lnSpc>
            <a:spcBef>
              <a:spcPct val="0"/>
            </a:spcBef>
            <a:spcAft>
              <a:spcPct val="35000"/>
            </a:spcAft>
            <a:buNone/>
          </a:pPr>
          <a:r>
            <a:rPr lang="da-DK" sz="1300" kern="1200" dirty="0"/>
            <a:t>Litteratur</a:t>
          </a:r>
          <a:endParaRPr lang="en-US" sz="1300" kern="1200" dirty="0"/>
        </a:p>
      </dsp:txBody>
      <dsp:txXfrm>
        <a:off x="7685396" y="2140273"/>
        <a:ext cx="3266338" cy="142253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31T11:49:37.41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0,'847'0,"-821"2,-1 1,1 1,-1 1,0 1,27 11,-17-6,64 12,11-3,-58-10,0-2,80 2,-112-10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31T11:49:41.37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1,'316'3,"459"64,17 10,3-60,-225 11,214-7,-566-23,73-10,18 0,277-6,76 10,-384 11,2162-3,-2416-1,0-2,0 0,44-14,-44 11,0 0,1 2,40-3,37 6,366-12,-397 9,697-24,-735 28,58-1,0 4,109 19,-14 8,1-7,2-9,255-12,-211-25,86-2,-294 25,3 1,0-1,-1-1,1-2,-1-1,45-11,-37 2,-4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31T11:49:46.04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49,'2111'0,"-1953"12,-19-1,-36-6,0 5,167 38,-232-42,0-2,1-1,74-5,-34-1,91 1,215 4,-291 10,-62-7,51 2,75 5,17-1,-8-15,0-7,174-36,-282 40,1 2,112 6,-60 1,75-14,-65 1,298 8,-210 5,22 10,17 1,540 17,-317 15,-117-1,-275-33,-45-6,48 2,1094-8,-1018 13,7 0,601-13,-724-1,45-8,37-2,-85 10,-1-2,0-1,1-2,39-13,146-60,-155 52,1 3,1 3,74-12,-38 18,113 0,-197 16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31T11:50:01.59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31T11:50:21.59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CD72A38B-F9FA-4036-A084-652409E98F08}" type="datetimeFigureOut">
              <a:rPr lang="en-GB"/>
              <a:pPr/>
              <a:t>08/01/2026</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49436F85-577F-4A92-A47F-D540A2BCC821}" type="slidenum">
              <a:rPr lang="en-GB"/>
              <a:pPr/>
              <a:t>‹nr.›</a:t>
            </a:fld>
            <a:endParaRPr lang="en-GB" dirty="0"/>
          </a:p>
        </p:txBody>
      </p:sp>
    </p:spTree>
    <p:extLst>
      <p:ext uri="{BB962C8B-B14F-4D97-AF65-F5344CB8AC3E}">
        <p14:creationId xmlns:p14="http://schemas.microsoft.com/office/powerpoint/2010/main" val="337809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Sort forside">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BBCAF46D-9983-4AEE-9B8A-24654CDEDDB0}"/>
              </a:ext>
            </a:extLst>
          </p:cNvPr>
          <p:cNvSpPr/>
          <p:nvPr/>
        </p:nvSpPr>
        <p:spPr>
          <a:xfrm>
            <a:off x="0" y="0"/>
            <a:ext cx="121896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a-DK" sz="1600" dirty="0" err="1"/>
          </a:p>
        </p:txBody>
      </p:sp>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bg1"/>
                </a:solidFill>
              </a:defRPr>
            </a:lvl1pPr>
          </a:lstStyle>
          <a:p>
            <a:r>
              <a:rPr lang="da-DK" dirty="0"/>
              <a:t>Klik for at tilføje overskrift</a:t>
            </a:r>
            <a:endParaRPr lang="da-DK"/>
          </a:p>
        </p:txBody>
      </p:sp>
      <p:pic>
        <p:nvPicPr>
          <p:cNvPr id="7" name="Logo black">
            <a:extLst>
              <a:ext uri="{FF2B5EF4-FFF2-40B4-BE49-F238E27FC236}">
                <a16:creationId xmlns:a16="http://schemas.microsoft.com/office/drawing/2014/main" id="{E6E48129-FB3C-4F39-A5A1-63313B41D3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200" y="6296400"/>
            <a:ext cx="786874" cy="212400"/>
          </a:xfrm>
          <a:prstGeom prst="rect">
            <a:avLst/>
          </a:prstGeom>
        </p:spPr>
      </p:pic>
      <p:sp>
        <p:nvSpPr>
          <p:cNvPr id="11" name="Date Placeholder 14">
            <a:extLst>
              <a:ext uri="{FF2B5EF4-FFF2-40B4-BE49-F238E27FC236}">
                <a16:creationId xmlns:a16="http://schemas.microsoft.com/office/drawing/2014/main" id="{D4E1389B-CA3B-4709-956D-F396D960BBC8}"/>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da-DK" smtClean="0"/>
              <a:pPr/>
              <a:t>08.01.2026</a:t>
            </a:fld>
            <a:endParaRPr lang="da-DK" dirty="0"/>
          </a:p>
        </p:txBody>
      </p:sp>
      <p:sp>
        <p:nvSpPr>
          <p:cNvPr id="14" name="Date Placeholder 14">
            <a:extLst>
              <a:ext uri="{FF2B5EF4-FFF2-40B4-BE49-F238E27FC236}">
                <a16:creationId xmlns:a16="http://schemas.microsoft.com/office/drawing/2014/main" id="{8A94F1C1-AE36-4BBA-B958-8FC614A9472A}"/>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pic>
        <p:nvPicPr>
          <p:cNvPr id="9" name="Logo black">
            <a:extLst>
              <a:ext uri="{FF2B5EF4-FFF2-40B4-BE49-F238E27FC236}">
                <a16:creationId xmlns:a16="http://schemas.microsoft.com/office/drawing/2014/main" id="{0ED8BC36-B577-26BE-E8AB-D6386371ACE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200" y="6296400"/>
            <a:ext cx="786874" cy="212400"/>
          </a:xfrm>
          <a:prstGeom prst="rect">
            <a:avLst/>
          </a:prstGeom>
        </p:spPr>
      </p:pic>
      <p:sp>
        <p:nvSpPr>
          <p:cNvPr id="15" name="Date Placeholder 14">
            <a:extLst>
              <a:ext uri="{FF2B5EF4-FFF2-40B4-BE49-F238E27FC236}">
                <a16:creationId xmlns:a16="http://schemas.microsoft.com/office/drawing/2014/main" id="{BE7A1B66-F625-FDDB-C3D9-E49C240D4359}"/>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
        <p:nvSpPr>
          <p:cNvPr id="17" name="Rectangle 12" descr="{&quot;templafy&quot;:{&quot;id&quot;:&quot;bc38619d-c2e2-4a88-8243-0589228e5727&quot;}}">
            <a:extLst>
              <a:ext uri="{FF2B5EF4-FFF2-40B4-BE49-F238E27FC236}">
                <a16:creationId xmlns:a16="http://schemas.microsoft.com/office/drawing/2014/main" id="{68DC1F35-862E-E2DC-03EA-20B788814B41}"/>
              </a:ext>
            </a:extLst>
          </p:cNvPr>
          <p:cNvSpPr/>
          <p:nvPr userDrawn="1"/>
        </p:nvSpPr>
        <p:spPr>
          <a:xfrm>
            <a:off x="9382125" y="6376129"/>
            <a:ext cx="2407622"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r"/>
            <a:endParaRPr lang="da-DK" sz="1600" dirty="0" err="1">
              <a:solidFill>
                <a:schemeClr val="bg1"/>
              </a:solidFill>
            </a:endParaRPr>
          </a:p>
        </p:txBody>
      </p:sp>
      <p:sp>
        <p:nvSpPr>
          <p:cNvPr id="18" name="TextBox 9">
            <a:extLst>
              <a:ext uri="{FF2B5EF4-FFF2-40B4-BE49-F238E27FC236}">
                <a16:creationId xmlns:a16="http://schemas.microsoft.com/office/drawing/2014/main" id="{2B46EFE7-9915-7860-9FCC-0BD439F69CB5}"/>
              </a:ext>
            </a:extLst>
          </p:cNvPr>
          <p:cNvSpPr txBox="1"/>
          <p:nvPr userDrawn="1"/>
        </p:nvSpPr>
        <p:spPr>
          <a:xfrm>
            <a:off x="0" y="-349741"/>
            <a:ext cx="11457183" cy="323165"/>
          </a:xfrm>
          <a:prstGeom prst="rect">
            <a:avLst/>
          </a:prstGeom>
          <a:noFill/>
        </p:spPr>
        <p:txBody>
          <a:bodyPr wrap="square" lIns="0" tIns="0" rIns="0" bIns="0" rtlCol="0">
            <a:spAutoFit/>
          </a:bodyPr>
          <a:lstStyle/>
          <a:p>
            <a:r>
              <a:rPr lang="da-DK" sz="1050" b="1" noProof="1"/>
              <a:t>Skift baggrundsfarve. </a:t>
            </a:r>
            <a:r>
              <a:rPr lang="da-DK" sz="1050" noProof="1"/>
              <a:t>Højreklik på slidet og vælg </a:t>
            </a:r>
            <a:r>
              <a:rPr lang="da-DK" sz="1050" b="1" noProof="1"/>
              <a:t>Formatér baggrund</a:t>
            </a:r>
            <a:r>
              <a:rPr lang="da-DK" sz="1050" noProof="1"/>
              <a:t>. Klik på </a:t>
            </a:r>
            <a:r>
              <a:rPr lang="da-DK" sz="1050" b="1" noProof="1"/>
              <a:t>Fyld farve </a:t>
            </a:r>
            <a:r>
              <a:rPr lang="da-DK" sz="1050" noProof="1"/>
              <a:t>i Formater baggrund vinduet og vælg farve fra øverste række i SDU’s farve palette eller fra den brugerdefinerede farvepalette</a:t>
            </a:r>
            <a:endParaRPr lang="da-DK" dirty="0"/>
          </a:p>
        </p:txBody>
      </p:sp>
    </p:spTree>
    <p:extLst>
      <p:ext uri="{BB962C8B-B14F-4D97-AF65-F5344CB8AC3E}">
        <p14:creationId xmlns:p14="http://schemas.microsoft.com/office/powerpoint/2010/main" val="3091394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vid fors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tx1"/>
                </a:solidFill>
              </a:defRPr>
            </a:lvl1pPr>
          </a:lstStyle>
          <a:p>
            <a:r>
              <a:rPr lang="da-DK" dirty="0"/>
              <a:t>Klik for at tilføje overskrift</a:t>
            </a:r>
            <a:endParaRPr lang="da-DK"/>
          </a:p>
        </p:txBody>
      </p:sp>
      <p:sp>
        <p:nvSpPr>
          <p:cNvPr id="13" name="Date Placeholder 14">
            <a:extLst>
              <a:ext uri="{FF2B5EF4-FFF2-40B4-BE49-F238E27FC236}">
                <a16:creationId xmlns:a16="http://schemas.microsoft.com/office/drawing/2014/main" id="{5161ABAB-6DB4-433A-ACC8-A0EC0AACAD0C}"/>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da-DK" smtClean="0"/>
              <a:pPr/>
              <a:t>08.01.2026</a:t>
            </a:fld>
            <a:endParaRPr lang="da-DK" dirty="0"/>
          </a:p>
        </p:txBody>
      </p:sp>
      <p:sp>
        <p:nvSpPr>
          <p:cNvPr id="14" name="Date Placeholder 14">
            <a:extLst>
              <a:ext uri="{FF2B5EF4-FFF2-40B4-BE49-F238E27FC236}">
                <a16:creationId xmlns:a16="http://schemas.microsoft.com/office/drawing/2014/main" id="{BC3A8B03-9EA5-416E-BD54-B87E6C4A6781}"/>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
        <p:nvSpPr>
          <p:cNvPr id="5" name="Date Placeholder 14">
            <a:extLst>
              <a:ext uri="{FF2B5EF4-FFF2-40B4-BE49-F238E27FC236}">
                <a16:creationId xmlns:a16="http://schemas.microsoft.com/office/drawing/2014/main" id="{9A7AFB7C-7952-9A29-30B0-EEB3ABEAFE92}"/>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Tree>
    <p:extLst>
      <p:ext uri="{BB962C8B-B14F-4D97-AF65-F5344CB8AC3E}">
        <p14:creationId xmlns:p14="http://schemas.microsoft.com/office/powerpoint/2010/main" val="4271445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Breaker A">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da-DK" dirty="0"/>
              <a:t>Vælg pladsholderen og indsæt billede via Templafy/Skyfish eller ikon eller logo via Templafy/Billeder</a:t>
            </a:r>
            <a:endParaRPr lang="da-DK"/>
          </a:p>
        </p:txBody>
      </p:sp>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4400">
                <a:solidFill>
                  <a:schemeClr val="tx1"/>
                </a:solidFill>
              </a:defRPr>
            </a:lvl1pPr>
          </a:lstStyle>
          <a:p>
            <a:r>
              <a:rPr lang="da-DK" dirty="0"/>
              <a:t>Klik for at tilføje overskrift</a:t>
            </a:r>
            <a:endParaRPr lang="da-DK"/>
          </a:p>
        </p:txBody>
      </p:sp>
      <p:pic>
        <p:nvPicPr>
          <p:cNvPr id="13" name="Logo black">
            <a:extLst>
              <a:ext uri="{FF2B5EF4-FFF2-40B4-BE49-F238E27FC236}">
                <a16:creationId xmlns:a16="http://schemas.microsoft.com/office/drawing/2014/main" id="{8790A71A-B09B-4B5F-9D31-846A17201C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7" name="Date Placeholder 14">
            <a:extLst>
              <a:ext uri="{FF2B5EF4-FFF2-40B4-BE49-F238E27FC236}">
                <a16:creationId xmlns:a16="http://schemas.microsoft.com/office/drawing/2014/main" id="{D63CFED0-47FC-4852-81C1-6B705FD6417D}"/>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pic>
        <p:nvPicPr>
          <p:cNvPr id="10" name="Logo black">
            <a:extLst>
              <a:ext uri="{FF2B5EF4-FFF2-40B4-BE49-F238E27FC236}">
                <a16:creationId xmlns:a16="http://schemas.microsoft.com/office/drawing/2014/main" id="{379A13EB-9E26-5940-506E-83EA2C2C3B4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1" name="Date Placeholder 14">
            <a:extLst>
              <a:ext uri="{FF2B5EF4-FFF2-40B4-BE49-F238E27FC236}">
                <a16:creationId xmlns:a16="http://schemas.microsoft.com/office/drawing/2014/main" id="{46B8B693-1011-4CB7-8C2A-F9570E0FBBBC}"/>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
        <p:nvSpPr>
          <p:cNvPr id="16" name="Rectangle 11" descr="{&quot;templafy&quot;:{&quot;id&quot;:&quot;cf462d99-8273-47e2-bd82-1eb9550e164e&quot;}}">
            <a:extLst>
              <a:ext uri="{FF2B5EF4-FFF2-40B4-BE49-F238E27FC236}">
                <a16:creationId xmlns:a16="http://schemas.microsoft.com/office/drawing/2014/main" id="{FDA88BBF-9C13-F084-FCD6-49B8E87EFFE5}"/>
              </a:ext>
            </a:extLst>
          </p:cNvPr>
          <p:cNvSpPr/>
          <p:nvPr userDrawn="1"/>
        </p:nvSpPr>
        <p:spPr>
          <a:xfrm>
            <a:off x="9382125" y="6376129"/>
            <a:ext cx="2407622"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r"/>
            <a:endParaRPr lang="da-DK" sz="1600" dirty="0" err="1">
              <a:solidFill>
                <a:schemeClr val="tx1"/>
              </a:solidFill>
            </a:endParaRPr>
          </a:p>
        </p:txBody>
      </p:sp>
      <p:sp>
        <p:nvSpPr>
          <p:cNvPr id="18" name="TextBox 9">
            <a:extLst>
              <a:ext uri="{FF2B5EF4-FFF2-40B4-BE49-F238E27FC236}">
                <a16:creationId xmlns:a16="http://schemas.microsoft.com/office/drawing/2014/main" id="{8F417A81-8CE1-67FD-14B6-47B4C1C0086A}"/>
              </a:ext>
            </a:extLst>
          </p:cNvPr>
          <p:cNvSpPr txBox="1"/>
          <p:nvPr userDrawn="1"/>
        </p:nvSpPr>
        <p:spPr>
          <a:xfrm>
            <a:off x="0" y="-349741"/>
            <a:ext cx="11457183" cy="323165"/>
          </a:xfrm>
          <a:prstGeom prst="rect">
            <a:avLst/>
          </a:prstGeom>
          <a:noFill/>
        </p:spPr>
        <p:txBody>
          <a:bodyPr wrap="square" lIns="0" tIns="0" rIns="0" bIns="0" rtlCol="0">
            <a:spAutoFit/>
          </a:bodyPr>
          <a:lstStyle/>
          <a:p>
            <a:r>
              <a:rPr lang="da-DK" sz="1050" b="1" noProof="1"/>
              <a:t>Skift baggrundsfarve. </a:t>
            </a:r>
            <a:r>
              <a:rPr lang="da-DK" sz="1050" noProof="1"/>
              <a:t>Højreklik på slidet og vælg </a:t>
            </a:r>
            <a:r>
              <a:rPr lang="da-DK" sz="1050" b="1" noProof="1"/>
              <a:t>Formatér baggrund</a:t>
            </a:r>
            <a:r>
              <a:rPr lang="da-DK" sz="1050" noProof="1"/>
              <a:t>. Klik på </a:t>
            </a:r>
            <a:r>
              <a:rPr lang="da-DK" sz="1050" b="1" noProof="1"/>
              <a:t>Fyld farve </a:t>
            </a:r>
            <a:r>
              <a:rPr lang="da-DK" sz="1050" noProof="1"/>
              <a:t>i Formater baggrund vinduet og vælg farve fra øverste række i SDU’s farve palette eller fra den brugerdefinerede farvepalette</a:t>
            </a:r>
            <a:endParaRPr lang="da-DK" dirty="0"/>
          </a:p>
        </p:txBody>
      </p:sp>
    </p:spTree>
    <p:extLst>
      <p:ext uri="{BB962C8B-B14F-4D97-AF65-F5344CB8AC3E}">
        <p14:creationId xmlns:p14="http://schemas.microsoft.com/office/powerpoint/2010/main" val="3550421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reaker B">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b" anchorCtr="0"/>
          <a:lstStyle>
            <a:lvl1pPr algn="l">
              <a:lnSpc>
                <a:spcPct val="100000"/>
              </a:lnSpc>
              <a:defRPr sz="4400">
                <a:solidFill>
                  <a:schemeClr val="tx1"/>
                </a:solidFill>
              </a:defRPr>
            </a:lvl1pPr>
          </a:lstStyle>
          <a:p>
            <a:r>
              <a:rPr lang="da-DK" dirty="0"/>
              <a:t>Klik for at tilføje overskrift</a:t>
            </a:r>
            <a:endParaRPr lang="da-DK"/>
          </a:p>
        </p:txBody>
      </p:sp>
      <p:sp>
        <p:nvSpPr>
          <p:cNvPr id="14" name="Picture Placeholder 3">
            <a:extLst>
              <a:ext uri="{FF2B5EF4-FFF2-40B4-BE49-F238E27FC236}">
                <a16:creationId xmlns:a16="http://schemas.microsoft.com/office/drawing/2014/main" id="{A915360E-F247-49FB-821B-5399F1326472}"/>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da-DK" dirty="0"/>
              <a:t>Vælg pladsholderen og indsæt billede via Templafy/Skyfish eller ikon eller logo via Templafy/Billeder</a:t>
            </a:r>
            <a:endParaRPr lang="da-DK"/>
          </a:p>
        </p:txBody>
      </p:sp>
      <p:sp>
        <p:nvSpPr>
          <p:cNvPr id="7" name="Date Placeholder 14">
            <a:extLst>
              <a:ext uri="{FF2B5EF4-FFF2-40B4-BE49-F238E27FC236}">
                <a16:creationId xmlns:a16="http://schemas.microsoft.com/office/drawing/2014/main" id="{FB068F22-0263-44BB-8333-C5643293F39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da-DK" smtClean="0"/>
              <a:pPr/>
              <a:t>08.01.2026</a:t>
            </a:fld>
            <a:endParaRPr lang="da-DK" dirty="0"/>
          </a:p>
        </p:txBody>
      </p:sp>
      <p:sp>
        <p:nvSpPr>
          <p:cNvPr id="8" name="Date Placeholder 14">
            <a:extLst>
              <a:ext uri="{FF2B5EF4-FFF2-40B4-BE49-F238E27FC236}">
                <a16:creationId xmlns:a16="http://schemas.microsoft.com/office/drawing/2014/main" id="{2D08A2CA-4B19-4B39-B540-F97244C446A4}"/>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
        <p:nvSpPr>
          <p:cNvPr id="9" name="Date Placeholder 14">
            <a:extLst>
              <a:ext uri="{FF2B5EF4-FFF2-40B4-BE49-F238E27FC236}">
                <a16:creationId xmlns:a16="http://schemas.microsoft.com/office/drawing/2014/main" id="{69000381-7908-86E6-BE2A-0A71056DEED2}"/>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Tree>
    <p:extLst>
      <p:ext uri="{BB962C8B-B14F-4D97-AF65-F5344CB8AC3E}">
        <p14:creationId xmlns:p14="http://schemas.microsoft.com/office/powerpoint/2010/main" val="228140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verskrift og indhold A">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da-DK" dirty="0"/>
              <a:t>Klik for at tilføje overskrift</a:t>
            </a:r>
            <a:endParaRPr lang="da-DK"/>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6673356" y="1700212"/>
            <a:ext cx="4693920" cy="4141788"/>
          </a:xfrm>
        </p:spPr>
        <p:txBody>
          <a:bodyPr/>
          <a:lstStyle>
            <a:lvl1pPr>
              <a:defRPr/>
            </a:lvl1pPr>
          </a:lstStyle>
          <a:p>
            <a:pPr lvl="0"/>
            <a:r>
              <a:rPr lang="da-DK" dirty="0"/>
              <a:t>Klik for at tilføje tekst, klik ikon for at tilføje graf/tabel</a:t>
            </a:r>
            <a:endParaRPr lang="da-DK"/>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da-DK" smtClean="0"/>
              <a:pPr/>
              <a:t>08.01.2026</a:t>
            </a:fld>
            <a:endParaRPr lang="da-DK" dirty="0"/>
          </a:p>
        </p:txBody>
      </p:sp>
      <p:sp>
        <p:nvSpPr>
          <p:cNvPr id="11" name="Date Placeholder 14">
            <a:extLst>
              <a:ext uri="{FF2B5EF4-FFF2-40B4-BE49-F238E27FC236}">
                <a16:creationId xmlns:a16="http://schemas.microsoft.com/office/drawing/2014/main" id="{7ACE2053-07AA-42FA-A789-E1430CAF798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45D37B1E-C366-494F-A587-962AD9AABC83}" type="slidenum">
              <a:rPr lang="da-DK" smtClean="0"/>
              <a:pPr/>
              <a:t>‹nr.›</a:t>
            </a:fld>
            <a:endParaRPr lang="da-DK" dirty="0"/>
          </a:p>
        </p:txBody>
      </p:sp>
      <p:sp>
        <p:nvSpPr>
          <p:cNvPr id="8" name="Date Placeholder 14">
            <a:extLst>
              <a:ext uri="{FF2B5EF4-FFF2-40B4-BE49-F238E27FC236}">
                <a16:creationId xmlns:a16="http://schemas.microsoft.com/office/drawing/2014/main" id="{B3FAC068-07A2-0457-4011-93E33A66873C}"/>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Tree>
    <p:extLst>
      <p:ext uri="{BB962C8B-B14F-4D97-AF65-F5344CB8AC3E}">
        <p14:creationId xmlns:p14="http://schemas.microsoft.com/office/powerpoint/2010/main" val="4284675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verskrift og indhold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C1A9A-6ADC-4F72-A312-ED1DBEF01BE1}"/>
              </a:ext>
            </a:extLst>
          </p:cNvPr>
          <p:cNvSpPr>
            <a:spLocks noGrp="1"/>
          </p:cNvSpPr>
          <p:nvPr>
            <p:ph type="title" hasCustomPrompt="1"/>
          </p:nvPr>
        </p:nvSpPr>
        <p:spPr>
          <a:xfrm>
            <a:off x="410400" y="1028246"/>
            <a:ext cx="5366267" cy="1884283"/>
          </a:xfrm>
        </p:spPr>
        <p:txBody>
          <a:bodyPr/>
          <a:lstStyle>
            <a:lvl1pPr>
              <a:defRPr/>
            </a:lvl1pPr>
          </a:lstStyle>
          <a:p>
            <a:r>
              <a:rPr lang="da-DK" dirty="0"/>
              <a:t>Klik for at tilføje overskrift</a:t>
            </a:r>
            <a:endParaRPr lang="da-DK"/>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156000" y="1028246"/>
            <a:ext cx="5216400" cy="4825354"/>
          </a:xfrm>
        </p:spPr>
        <p:txBody>
          <a:bodyPr/>
          <a:lstStyle>
            <a:lvl1pPr>
              <a:defRPr/>
            </a:lvl1pPr>
          </a:lstStyle>
          <a:p>
            <a:pPr lvl="0"/>
            <a:r>
              <a:rPr lang="da-DK" dirty="0"/>
              <a:t>Klik for at tilføje tekst, klik ikon for at tilføje graf/tabel</a:t>
            </a:r>
            <a:endParaRPr lang="da-DK"/>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pic>
        <p:nvPicPr>
          <p:cNvPr id="22" name="Logo black">
            <a:extLst>
              <a:ext uri="{FF2B5EF4-FFF2-40B4-BE49-F238E27FC236}">
                <a16:creationId xmlns:a16="http://schemas.microsoft.com/office/drawing/2014/main" id="{CAAF367F-3818-457C-9EE1-320E9050AE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3" name="Date Placeholder 2">
            <a:extLst>
              <a:ext uri="{FF2B5EF4-FFF2-40B4-BE49-F238E27FC236}">
                <a16:creationId xmlns:a16="http://schemas.microsoft.com/office/drawing/2014/main" id="{C0F779A9-E4FE-4412-9D9E-BF5BF84D02AB}"/>
              </a:ext>
            </a:extLst>
          </p:cNvPr>
          <p:cNvSpPr>
            <a:spLocks noGrp="1"/>
          </p:cNvSpPr>
          <p:nvPr>
            <p:ph type="dt" sz="half" idx="20"/>
          </p:nvPr>
        </p:nvSpPr>
        <p:spPr/>
        <p:txBody>
          <a:bodyPr/>
          <a:lstStyle/>
          <a:p>
            <a:fld id="{F1A13B18-F5ED-4611-8DBB-F05123AFBA22}" type="datetimeFigureOut">
              <a:rPr lang="da-DK" smtClean="0"/>
              <a:pPr/>
              <a:t>08.01.2026</a:t>
            </a:fld>
            <a:endParaRPr lang="da-DK" dirty="0"/>
          </a:p>
        </p:txBody>
      </p:sp>
      <p:sp>
        <p:nvSpPr>
          <p:cNvPr id="5" name="Slide Number Placeholder 4">
            <a:extLst>
              <a:ext uri="{FF2B5EF4-FFF2-40B4-BE49-F238E27FC236}">
                <a16:creationId xmlns:a16="http://schemas.microsoft.com/office/drawing/2014/main" id="{FB5949DE-6D77-480D-A4A9-E2E53BE1CE80}"/>
              </a:ext>
            </a:extLst>
          </p:cNvPr>
          <p:cNvSpPr>
            <a:spLocks noGrp="1"/>
          </p:cNvSpPr>
          <p:nvPr>
            <p:ph type="sldNum" sz="quarter" idx="22"/>
          </p:nvPr>
        </p:nvSpPr>
        <p:spPr/>
        <p:txBody>
          <a:bodyPr/>
          <a:lstStyle/>
          <a:p>
            <a:fld id="{45D37B1E-C366-494F-A587-962AD9AABC83}" type="slidenum">
              <a:rPr lang="da-DK" smtClean="0"/>
              <a:pPr/>
              <a:t>‹nr.›</a:t>
            </a:fld>
            <a:endParaRPr lang="da-DK" dirty="0"/>
          </a:p>
        </p:txBody>
      </p:sp>
      <p:pic>
        <p:nvPicPr>
          <p:cNvPr id="11" name="Logo black">
            <a:extLst>
              <a:ext uri="{FF2B5EF4-FFF2-40B4-BE49-F238E27FC236}">
                <a16:creationId xmlns:a16="http://schemas.microsoft.com/office/drawing/2014/main" id="{2C4953BD-5889-6049-2B6A-FE9F7B59BBF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4" name="Rectangle 14" descr="{&quot;templafy&quot;:{&quot;id&quot;:&quot;e4c6a651-f54d-49c0-814e-e9c3034a2593&quot;}}">
            <a:extLst>
              <a:ext uri="{FF2B5EF4-FFF2-40B4-BE49-F238E27FC236}">
                <a16:creationId xmlns:a16="http://schemas.microsoft.com/office/drawing/2014/main" id="{7CDB81BE-F585-F1FB-5D0F-D7D819C32734}"/>
              </a:ext>
            </a:extLst>
          </p:cNvPr>
          <p:cNvSpPr/>
          <p:nvPr userDrawn="1"/>
        </p:nvSpPr>
        <p:spPr>
          <a:xfrm>
            <a:off x="9382125" y="6376129"/>
            <a:ext cx="2407622"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r"/>
            <a:endParaRPr lang="da-DK" sz="1600" dirty="0" err="1">
              <a:solidFill>
                <a:schemeClr val="tx1"/>
              </a:solidFill>
            </a:endParaRPr>
          </a:p>
        </p:txBody>
      </p:sp>
    </p:spTree>
    <p:extLst>
      <p:ext uri="{BB962C8B-B14F-4D97-AF65-F5344CB8AC3E}">
        <p14:creationId xmlns:p14="http://schemas.microsoft.com/office/powerpoint/2010/main" val="547111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Overskrift og indhold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C1A9A-6ADC-4F72-A312-ED1DBEF01BE1}"/>
              </a:ext>
            </a:extLst>
          </p:cNvPr>
          <p:cNvSpPr>
            <a:spLocks noGrp="1"/>
          </p:cNvSpPr>
          <p:nvPr>
            <p:ph type="title" hasCustomPrompt="1"/>
          </p:nvPr>
        </p:nvSpPr>
        <p:spPr>
          <a:xfrm>
            <a:off x="410400" y="1028246"/>
            <a:ext cx="10962000" cy="671967"/>
          </a:xfrm>
        </p:spPr>
        <p:txBody>
          <a:bodyPr/>
          <a:lstStyle>
            <a:lvl1pPr>
              <a:defRPr/>
            </a:lvl1pPr>
          </a:lstStyle>
          <a:p>
            <a:r>
              <a:rPr lang="da-DK" dirty="0"/>
              <a:t>Klik for at tilføje overskrift</a:t>
            </a:r>
            <a:endParaRPr lang="da-DK"/>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411163" y="1989138"/>
            <a:ext cx="10961237" cy="3864462"/>
          </a:xfrm>
        </p:spPr>
        <p:txBody>
          <a:bodyPr/>
          <a:lstStyle>
            <a:lvl1pPr>
              <a:defRPr/>
            </a:lvl1pPr>
          </a:lstStyle>
          <a:p>
            <a:pPr lvl="0"/>
            <a:r>
              <a:rPr lang="da-DK" dirty="0"/>
              <a:t>Klik for at tilføje tekst, klik ikon for at tilføje graf/tabel</a:t>
            </a:r>
            <a:endParaRPr lang="da-DK"/>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pic>
        <p:nvPicPr>
          <p:cNvPr id="22" name="Logo black">
            <a:extLst>
              <a:ext uri="{FF2B5EF4-FFF2-40B4-BE49-F238E27FC236}">
                <a16:creationId xmlns:a16="http://schemas.microsoft.com/office/drawing/2014/main" id="{CAAF367F-3818-457C-9EE1-320E9050AE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3" name="Date Placeholder 2">
            <a:extLst>
              <a:ext uri="{FF2B5EF4-FFF2-40B4-BE49-F238E27FC236}">
                <a16:creationId xmlns:a16="http://schemas.microsoft.com/office/drawing/2014/main" id="{C0F779A9-E4FE-4412-9D9E-BF5BF84D02AB}"/>
              </a:ext>
            </a:extLst>
          </p:cNvPr>
          <p:cNvSpPr>
            <a:spLocks noGrp="1"/>
          </p:cNvSpPr>
          <p:nvPr>
            <p:ph type="dt" sz="half" idx="20"/>
          </p:nvPr>
        </p:nvSpPr>
        <p:spPr/>
        <p:txBody>
          <a:bodyPr/>
          <a:lstStyle/>
          <a:p>
            <a:fld id="{F1A13B18-F5ED-4611-8DBB-F05123AFBA22}" type="datetimeFigureOut">
              <a:rPr lang="da-DK" smtClean="0"/>
              <a:pPr/>
              <a:t>08.01.2026</a:t>
            </a:fld>
            <a:endParaRPr lang="da-DK" dirty="0"/>
          </a:p>
        </p:txBody>
      </p:sp>
      <p:sp>
        <p:nvSpPr>
          <p:cNvPr id="5" name="Slide Number Placeholder 4">
            <a:extLst>
              <a:ext uri="{FF2B5EF4-FFF2-40B4-BE49-F238E27FC236}">
                <a16:creationId xmlns:a16="http://schemas.microsoft.com/office/drawing/2014/main" id="{FB5949DE-6D77-480D-A4A9-E2E53BE1CE80}"/>
              </a:ext>
            </a:extLst>
          </p:cNvPr>
          <p:cNvSpPr>
            <a:spLocks noGrp="1"/>
          </p:cNvSpPr>
          <p:nvPr>
            <p:ph type="sldNum" sz="quarter" idx="22"/>
          </p:nvPr>
        </p:nvSpPr>
        <p:spPr/>
        <p:txBody>
          <a:bodyPr/>
          <a:lstStyle/>
          <a:p>
            <a:fld id="{45D37B1E-C366-494F-A587-962AD9AABC83}" type="slidenum">
              <a:rPr lang="da-DK" smtClean="0"/>
              <a:pPr/>
              <a:t>‹nr.›</a:t>
            </a:fld>
            <a:endParaRPr lang="da-DK" dirty="0"/>
          </a:p>
        </p:txBody>
      </p:sp>
    </p:spTree>
    <p:extLst>
      <p:ext uri="{BB962C8B-B14F-4D97-AF65-F5344CB8AC3E}">
        <p14:creationId xmlns:p14="http://schemas.microsoft.com/office/powerpoint/2010/main" val="4198049963"/>
      </p:ext>
    </p:extLst>
  </p:cSld>
  <p:clrMapOvr>
    <a:masterClrMapping/>
  </p:clrMapOvr>
  <p:hf hdr="0"/>
  <p:extLst>
    <p:ext uri="{DCECCB84-F9BA-43D5-87BE-67443E8EF086}">
      <p15:sldGuideLst xmlns:p15="http://schemas.microsoft.com/office/powerpoint/2012/main">
        <p15:guide id="1" orient="horz" pos="6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Indhold og teks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92202" y="1006605"/>
            <a:ext cx="4680000" cy="1938338"/>
          </a:xfrm>
        </p:spPr>
        <p:txBody>
          <a:bodyPr anchor="t" anchorCtr="0"/>
          <a:lstStyle>
            <a:lvl1pPr algn="l">
              <a:lnSpc>
                <a:spcPct val="100000"/>
              </a:lnSpc>
              <a:defRPr sz="3600">
                <a:solidFill>
                  <a:schemeClr val="tx1"/>
                </a:solidFill>
              </a:defRPr>
            </a:lvl1pPr>
          </a:lstStyle>
          <a:p>
            <a:r>
              <a:rPr lang="da-DK" dirty="0"/>
              <a:t>Klik for at tilføje overskrift</a:t>
            </a:r>
            <a:endParaRPr lang="da-DK"/>
          </a:p>
        </p:txBody>
      </p:sp>
      <p:sp>
        <p:nvSpPr>
          <p:cNvPr id="5" name="Text Placeholder 4">
            <a:extLst>
              <a:ext uri="{FF2B5EF4-FFF2-40B4-BE49-F238E27FC236}">
                <a16:creationId xmlns:a16="http://schemas.microsoft.com/office/drawing/2014/main" id="{BCB99C08-64C3-4ADA-9CD2-FBE2ED8551F6}"/>
              </a:ext>
            </a:extLst>
          </p:cNvPr>
          <p:cNvSpPr>
            <a:spLocks noGrp="1"/>
          </p:cNvSpPr>
          <p:nvPr>
            <p:ph type="body" sz="quarter" idx="13" hasCustomPrompt="1"/>
          </p:nvPr>
        </p:nvSpPr>
        <p:spPr>
          <a:xfrm>
            <a:off x="6692202" y="3387600"/>
            <a:ext cx="4680000" cy="2466000"/>
          </a:xfrm>
        </p:spPr>
        <p:txBody>
          <a:bodyPr/>
          <a:lstStyle>
            <a:lvl1pPr>
              <a:defRPr/>
            </a:lvl1pPr>
          </a:lstStyle>
          <a:p>
            <a:pPr lvl="0"/>
            <a:r>
              <a:rPr lang="da-DK" dirty="0"/>
              <a:t>Klik for at tilføje tekst</a:t>
            </a:r>
            <a:endParaRPr lang="da-DK"/>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pic>
        <p:nvPicPr>
          <p:cNvPr id="16" name="Logo black">
            <a:extLst>
              <a:ext uri="{FF2B5EF4-FFF2-40B4-BE49-F238E27FC236}">
                <a16:creationId xmlns:a16="http://schemas.microsoft.com/office/drawing/2014/main" id="{B52757AD-346A-4AA0-A5D6-36F8B1FE48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8" name="Date Placeholder 14">
            <a:extLst>
              <a:ext uri="{FF2B5EF4-FFF2-40B4-BE49-F238E27FC236}">
                <a16:creationId xmlns:a16="http://schemas.microsoft.com/office/drawing/2014/main" id="{A09FC7B4-885C-4F9D-BD71-AE2FBDB3869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
        <p:nvSpPr>
          <p:cNvPr id="6" name="Content Placeholder 5">
            <a:extLst>
              <a:ext uri="{FF2B5EF4-FFF2-40B4-BE49-F238E27FC236}">
                <a16:creationId xmlns:a16="http://schemas.microsoft.com/office/drawing/2014/main" id="{2B8FEE58-0FE9-4218-904C-188D46CD214D}"/>
              </a:ext>
            </a:extLst>
          </p:cNvPr>
          <p:cNvSpPr>
            <a:spLocks noGrp="1"/>
          </p:cNvSpPr>
          <p:nvPr>
            <p:ph sz="quarter" idx="15" hasCustomPrompt="1"/>
          </p:nvPr>
        </p:nvSpPr>
        <p:spPr>
          <a:xfrm>
            <a:off x="422432" y="1000443"/>
            <a:ext cx="5077365" cy="4853157"/>
          </a:xfrm>
        </p:spPr>
        <p:txBody>
          <a:bodyPr/>
          <a:lstStyle>
            <a:lvl1pPr>
              <a:defRPr/>
            </a:lvl1pPr>
          </a:lstStyle>
          <a:p>
            <a:pPr lvl="0"/>
            <a:r>
              <a:rPr lang="da-DK" dirty="0"/>
              <a:t>Klik for at tilføje tekst, klik ikon for at tilføje graf/tabel</a:t>
            </a:r>
            <a:endParaRPr lang="da-DK"/>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3" name="Date Placeholder 12">
            <a:extLst>
              <a:ext uri="{FF2B5EF4-FFF2-40B4-BE49-F238E27FC236}">
                <a16:creationId xmlns:a16="http://schemas.microsoft.com/office/drawing/2014/main" id="{3F302217-B569-449A-8422-B6650C9BB084}"/>
              </a:ext>
            </a:extLst>
          </p:cNvPr>
          <p:cNvSpPr>
            <a:spLocks noGrp="1"/>
          </p:cNvSpPr>
          <p:nvPr>
            <p:ph type="dt" sz="half" idx="16"/>
          </p:nvPr>
        </p:nvSpPr>
        <p:spPr/>
        <p:txBody>
          <a:bodyPr/>
          <a:lstStyle/>
          <a:p>
            <a:fld id="{F1A13B18-F5ED-4611-8DBB-F05123AFBA22}" type="datetimeFigureOut">
              <a:rPr lang="da-DK" smtClean="0"/>
              <a:pPr/>
              <a:t>08.01.2026</a:t>
            </a:fld>
            <a:endParaRPr lang="da-DK" dirty="0"/>
          </a:p>
        </p:txBody>
      </p:sp>
      <p:sp>
        <p:nvSpPr>
          <p:cNvPr id="24" name="Slide Number Placeholder 23">
            <a:extLst>
              <a:ext uri="{FF2B5EF4-FFF2-40B4-BE49-F238E27FC236}">
                <a16:creationId xmlns:a16="http://schemas.microsoft.com/office/drawing/2014/main" id="{58D7263E-B2E5-4CB9-9AAF-C0006E4A0400}"/>
              </a:ext>
            </a:extLst>
          </p:cNvPr>
          <p:cNvSpPr>
            <a:spLocks noGrp="1"/>
          </p:cNvSpPr>
          <p:nvPr>
            <p:ph type="sldNum" sz="quarter" idx="18"/>
          </p:nvPr>
        </p:nvSpPr>
        <p:spPr/>
        <p:txBody>
          <a:bodyPr/>
          <a:lstStyle/>
          <a:p>
            <a:fld id="{45D37B1E-C366-494F-A587-962AD9AABC83}" type="slidenum">
              <a:rPr lang="da-DK" smtClean="0"/>
              <a:pPr/>
              <a:t>‹nr.›</a:t>
            </a:fld>
            <a:endParaRPr lang="da-DK" dirty="0"/>
          </a:p>
        </p:txBody>
      </p:sp>
      <p:pic>
        <p:nvPicPr>
          <p:cNvPr id="14" name="Logo black">
            <a:extLst>
              <a:ext uri="{FF2B5EF4-FFF2-40B4-BE49-F238E27FC236}">
                <a16:creationId xmlns:a16="http://schemas.microsoft.com/office/drawing/2014/main" id="{7374A1E7-EDA7-4FC4-2A9F-748497FC762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5" name="Date Placeholder 14">
            <a:extLst>
              <a:ext uri="{FF2B5EF4-FFF2-40B4-BE49-F238E27FC236}">
                <a16:creationId xmlns:a16="http://schemas.microsoft.com/office/drawing/2014/main" id="{979054D1-DBEB-DD04-EB6D-B0E0EAA569FF}"/>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
        <p:nvSpPr>
          <p:cNvPr id="21" name="Rectangle 18" descr="{&quot;templafy&quot;:{&quot;id&quot;:&quot;fad16c46-197c-420c-8e8d-d189db098442&quot;}}">
            <a:extLst>
              <a:ext uri="{FF2B5EF4-FFF2-40B4-BE49-F238E27FC236}">
                <a16:creationId xmlns:a16="http://schemas.microsoft.com/office/drawing/2014/main" id="{2D1F5D18-2C87-0FD6-208D-CF2BB213B943}"/>
              </a:ext>
            </a:extLst>
          </p:cNvPr>
          <p:cNvSpPr/>
          <p:nvPr userDrawn="1"/>
        </p:nvSpPr>
        <p:spPr>
          <a:xfrm>
            <a:off x="9382125" y="6376129"/>
            <a:ext cx="2407622"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r"/>
            <a:endParaRPr lang="da-DK" sz="1600" dirty="0" err="1">
              <a:solidFill>
                <a:schemeClr val="tx1"/>
              </a:solidFill>
            </a:endParaRPr>
          </a:p>
        </p:txBody>
      </p:sp>
      <p:sp>
        <p:nvSpPr>
          <p:cNvPr id="22" name="TextBox 9">
            <a:extLst>
              <a:ext uri="{FF2B5EF4-FFF2-40B4-BE49-F238E27FC236}">
                <a16:creationId xmlns:a16="http://schemas.microsoft.com/office/drawing/2014/main" id="{C5DE2490-AF4C-429F-A1C6-48B68AF6DCB5}"/>
              </a:ext>
            </a:extLst>
          </p:cNvPr>
          <p:cNvSpPr txBox="1"/>
          <p:nvPr userDrawn="1"/>
        </p:nvSpPr>
        <p:spPr>
          <a:xfrm>
            <a:off x="0" y="-349741"/>
            <a:ext cx="11457183" cy="323165"/>
          </a:xfrm>
          <a:prstGeom prst="rect">
            <a:avLst/>
          </a:prstGeom>
          <a:noFill/>
        </p:spPr>
        <p:txBody>
          <a:bodyPr wrap="square" lIns="0" tIns="0" rIns="0" bIns="0" rtlCol="0">
            <a:spAutoFit/>
          </a:bodyPr>
          <a:lstStyle/>
          <a:p>
            <a:r>
              <a:rPr lang="da-DK" sz="1050" b="1" noProof="1"/>
              <a:t>Skift baggrundsfarve. </a:t>
            </a:r>
            <a:r>
              <a:rPr lang="da-DK" sz="1050" noProof="1"/>
              <a:t>Højreklik på slidet og vælg </a:t>
            </a:r>
            <a:r>
              <a:rPr lang="da-DK" sz="1050" b="1" noProof="1"/>
              <a:t>Formatér baggrund</a:t>
            </a:r>
            <a:r>
              <a:rPr lang="da-DK" sz="1050" noProof="1"/>
              <a:t>. Klik på </a:t>
            </a:r>
            <a:r>
              <a:rPr lang="da-DK" sz="1050" b="1" noProof="1"/>
              <a:t>Fyld farve </a:t>
            </a:r>
            <a:r>
              <a:rPr lang="da-DK" sz="1050" noProof="1"/>
              <a:t>i Formater baggrund vinduet og vælg farve fra øverste række i SDU’s farve palette eller fra den brugerdefinerede farvepalette</a:t>
            </a:r>
            <a:endParaRPr lang="da-DK" dirty="0"/>
          </a:p>
        </p:txBody>
      </p:sp>
    </p:spTree>
    <p:extLst>
      <p:ext uri="{BB962C8B-B14F-4D97-AF65-F5344CB8AC3E}">
        <p14:creationId xmlns:p14="http://schemas.microsoft.com/office/powerpoint/2010/main" val="2680034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Fire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B9A67-E62D-400C-BC42-A3A96AAED25F}"/>
              </a:ext>
            </a:extLst>
          </p:cNvPr>
          <p:cNvSpPr>
            <a:spLocks noGrp="1"/>
          </p:cNvSpPr>
          <p:nvPr>
            <p:ph type="title" hasCustomPrompt="1"/>
          </p:nvPr>
        </p:nvSpPr>
        <p:spPr>
          <a:xfrm>
            <a:off x="410401" y="1028247"/>
            <a:ext cx="2502000" cy="432000"/>
          </a:xfrm>
        </p:spPr>
        <p:txBody>
          <a:bodyPr/>
          <a:lstStyle>
            <a:lvl1pPr>
              <a:lnSpc>
                <a:spcPct val="110000"/>
              </a:lnSpc>
              <a:defRPr sz="1200"/>
            </a:lvl1pPr>
          </a:lstStyle>
          <a:p>
            <a:r>
              <a:rPr lang="da-DK" noProof="0" dirty="0"/>
              <a:t>Klik for at tilføje underoverskrift</a:t>
            </a:r>
            <a:endParaRPr lang="da-DK"/>
          </a:p>
        </p:txBody>
      </p:sp>
      <p:sp>
        <p:nvSpPr>
          <p:cNvPr id="14" name="Content Placeholder 13">
            <a:extLst>
              <a:ext uri="{FF2B5EF4-FFF2-40B4-BE49-F238E27FC236}">
                <a16:creationId xmlns:a16="http://schemas.microsoft.com/office/drawing/2014/main" id="{E60E8CAC-51BD-4862-8B6E-BD3E315677C4}"/>
              </a:ext>
            </a:extLst>
          </p:cNvPr>
          <p:cNvSpPr>
            <a:spLocks noGrp="1"/>
          </p:cNvSpPr>
          <p:nvPr>
            <p:ph sz="quarter" idx="13" hasCustomPrompt="1"/>
          </p:nvPr>
        </p:nvSpPr>
        <p:spPr>
          <a:xfrm>
            <a:off x="411163" y="1475354"/>
            <a:ext cx="2502000" cy="4366646"/>
          </a:xfrm>
        </p:spPr>
        <p:txBody>
          <a:bodyPr/>
          <a:lstStyle>
            <a:lvl1pPr>
              <a:defRPr sz="1200"/>
            </a:lvl1pPr>
            <a:lvl2pPr>
              <a:defRPr sz="1200"/>
            </a:lvl2pPr>
            <a:lvl4pPr>
              <a:defRPr sz="1200"/>
            </a:lvl4pPr>
            <a:lvl5pPr>
              <a:defRPr sz="1200"/>
            </a:lvl5pPr>
          </a:lstStyle>
          <a:p>
            <a:pPr lvl="0"/>
            <a:r>
              <a:rPr lang="da-DK" noProof="0" dirty="0"/>
              <a:t>Klik for at tilføje tekst</a:t>
            </a:r>
            <a:endParaRPr lang="da-DK"/>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p:txBody>
      </p:sp>
      <p:sp>
        <p:nvSpPr>
          <p:cNvPr id="15" name="Subtitle 2">
            <a:extLst>
              <a:ext uri="{FF2B5EF4-FFF2-40B4-BE49-F238E27FC236}">
                <a16:creationId xmlns:a16="http://schemas.microsoft.com/office/drawing/2014/main" id="{25135A09-8F8A-4D87-8C43-B3A0A80BE2F5}"/>
              </a:ext>
            </a:extLst>
          </p:cNvPr>
          <p:cNvSpPr>
            <a:spLocks noGrp="1"/>
          </p:cNvSpPr>
          <p:nvPr>
            <p:ph type="subTitle" idx="1" hasCustomPrompt="1"/>
          </p:nvPr>
        </p:nvSpPr>
        <p:spPr>
          <a:xfrm>
            <a:off x="3273164" y="1028246"/>
            <a:ext cx="2502000" cy="432000"/>
          </a:xfrm>
        </p:spPr>
        <p:txBody>
          <a:bodyPr/>
          <a:lstStyle>
            <a:lvl1pPr marL="0" indent="0" algn="l">
              <a:buNone/>
              <a:defRPr sz="1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noProof="0" dirty="0"/>
              <a:t>Klik for at tilføje underoverskrift</a:t>
            </a:r>
            <a:endParaRPr lang="da-DK"/>
          </a:p>
        </p:txBody>
      </p:sp>
      <p:sp>
        <p:nvSpPr>
          <p:cNvPr id="17" name="Content Placeholder 16">
            <a:extLst>
              <a:ext uri="{FF2B5EF4-FFF2-40B4-BE49-F238E27FC236}">
                <a16:creationId xmlns:a16="http://schemas.microsoft.com/office/drawing/2014/main" id="{462D92C6-668E-491E-B394-72897FAB3085}"/>
              </a:ext>
            </a:extLst>
          </p:cNvPr>
          <p:cNvSpPr>
            <a:spLocks noGrp="1"/>
          </p:cNvSpPr>
          <p:nvPr>
            <p:ph sz="quarter" idx="14" hasCustomPrompt="1"/>
          </p:nvPr>
        </p:nvSpPr>
        <p:spPr>
          <a:xfrm>
            <a:off x="3273163" y="1475354"/>
            <a:ext cx="2502000" cy="4366646"/>
          </a:xfrm>
        </p:spPr>
        <p:txBody>
          <a:bodyPr/>
          <a:lstStyle>
            <a:lvl1pPr>
              <a:defRPr sz="1200"/>
            </a:lvl1pPr>
            <a:lvl2pPr>
              <a:defRPr sz="1200"/>
            </a:lvl2pPr>
            <a:lvl4pPr>
              <a:defRPr sz="1200"/>
            </a:lvl4pPr>
            <a:lvl5pPr>
              <a:defRPr sz="1200"/>
            </a:lvl5pPr>
          </a:lstStyle>
          <a:p>
            <a:pPr lvl="0"/>
            <a:r>
              <a:rPr lang="da-DK" noProof="0" dirty="0"/>
              <a:t>Klik for at tilføje tekst</a:t>
            </a:r>
            <a:endParaRPr lang="da-DK"/>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p:txBody>
      </p:sp>
      <p:sp>
        <p:nvSpPr>
          <p:cNvPr id="19" name="Text Placeholder 18">
            <a:extLst>
              <a:ext uri="{FF2B5EF4-FFF2-40B4-BE49-F238E27FC236}">
                <a16:creationId xmlns:a16="http://schemas.microsoft.com/office/drawing/2014/main" id="{C0F1B1F1-CA40-4EA4-AB68-69DBBD61ED9D}"/>
              </a:ext>
            </a:extLst>
          </p:cNvPr>
          <p:cNvSpPr>
            <a:spLocks noGrp="1"/>
          </p:cNvSpPr>
          <p:nvPr>
            <p:ph type="body" sz="quarter" idx="15" hasCustomPrompt="1"/>
          </p:nvPr>
        </p:nvSpPr>
        <p:spPr>
          <a:xfrm>
            <a:off x="6135163" y="1028246"/>
            <a:ext cx="2502000" cy="432000"/>
          </a:xfrm>
        </p:spPr>
        <p:txBody>
          <a:bodyPr/>
          <a:lstStyle>
            <a:lvl1pPr marL="0" indent="0">
              <a:buNone/>
              <a:defRPr sz="1200" b="1"/>
            </a:lvl1pPr>
            <a:lvl2pPr marL="252000" indent="0">
              <a:buNone/>
              <a:defRPr/>
            </a:lvl2pPr>
          </a:lstStyle>
          <a:p>
            <a:pPr lvl="0"/>
            <a:r>
              <a:rPr lang="da-DK" noProof="0" dirty="0"/>
              <a:t>Klik for at tilføje underoverskrift</a:t>
            </a:r>
            <a:endParaRPr lang="da-DK"/>
          </a:p>
        </p:txBody>
      </p:sp>
      <p:sp>
        <p:nvSpPr>
          <p:cNvPr id="21" name="Content Placeholder 20">
            <a:extLst>
              <a:ext uri="{FF2B5EF4-FFF2-40B4-BE49-F238E27FC236}">
                <a16:creationId xmlns:a16="http://schemas.microsoft.com/office/drawing/2014/main" id="{3DBEE0FF-2C0E-499E-ACAF-B6F421AF13D5}"/>
              </a:ext>
            </a:extLst>
          </p:cNvPr>
          <p:cNvSpPr>
            <a:spLocks noGrp="1"/>
          </p:cNvSpPr>
          <p:nvPr>
            <p:ph sz="quarter" idx="16" hasCustomPrompt="1"/>
          </p:nvPr>
        </p:nvSpPr>
        <p:spPr>
          <a:xfrm>
            <a:off x="6135163" y="1475354"/>
            <a:ext cx="2502000" cy="4366646"/>
          </a:xfrm>
        </p:spPr>
        <p:txBody>
          <a:bodyPr/>
          <a:lstStyle>
            <a:lvl1pPr>
              <a:defRPr sz="1200"/>
            </a:lvl1pPr>
            <a:lvl2pPr>
              <a:defRPr sz="1200"/>
            </a:lvl2pPr>
            <a:lvl4pPr>
              <a:defRPr sz="1200"/>
            </a:lvl4pPr>
            <a:lvl5pPr>
              <a:defRPr sz="1200"/>
            </a:lvl5pPr>
          </a:lstStyle>
          <a:p>
            <a:pPr lvl="0"/>
            <a:r>
              <a:rPr lang="da-DK" noProof="0" dirty="0"/>
              <a:t>Klik for at tilføje tekst</a:t>
            </a:r>
            <a:endParaRPr lang="da-DK"/>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p:txBody>
      </p:sp>
      <p:sp>
        <p:nvSpPr>
          <p:cNvPr id="23" name="Text Placeholder 22">
            <a:extLst>
              <a:ext uri="{FF2B5EF4-FFF2-40B4-BE49-F238E27FC236}">
                <a16:creationId xmlns:a16="http://schemas.microsoft.com/office/drawing/2014/main" id="{F091117C-5AED-4416-88BA-F1C88ACD7A25}"/>
              </a:ext>
            </a:extLst>
          </p:cNvPr>
          <p:cNvSpPr>
            <a:spLocks noGrp="1"/>
          </p:cNvSpPr>
          <p:nvPr>
            <p:ph type="body" sz="quarter" idx="17" hasCustomPrompt="1"/>
          </p:nvPr>
        </p:nvSpPr>
        <p:spPr>
          <a:xfrm>
            <a:off x="8997162" y="1028247"/>
            <a:ext cx="2502000" cy="432000"/>
          </a:xfrm>
        </p:spPr>
        <p:txBody>
          <a:bodyPr/>
          <a:lstStyle>
            <a:lvl1pPr marL="0" indent="0">
              <a:buNone/>
              <a:defRPr sz="1200" b="1"/>
            </a:lvl1pPr>
            <a:lvl2pPr marL="252000" indent="0">
              <a:buNone/>
              <a:defRPr/>
            </a:lvl2pPr>
          </a:lstStyle>
          <a:p>
            <a:pPr lvl="0"/>
            <a:r>
              <a:rPr lang="da-DK" noProof="0" dirty="0"/>
              <a:t>Klik for at tilføje underoverskrift</a:t>
            </a:r>
            <a:endParaRPr lang="da-DK"/>
          </a:p>
        </p:txBody>
      </p:sp>
      <p:sp>
        <p:nvSpPr>
          <p:cNvPr id="25" name="Content Placeholder 24">
            <a:extLst>
              <a:ext uri="{FF2B5EF4-FFF2-40B4-BE49-F238E27FC236}">
                <a16:creationId xmlns:a16="http://schemas.microsoft.com/office/drawing/2014/main" id="{C66F31E1-769E-4E9A-9DCC-2C64321A89C1}"/>
              </a:ext>
            </a:extLst>
          </p:cNvPr>
          <p:cNvSpPr>
            <a:spLocks noGrp="1"/>
          </p:cNvSpPr>
          <p:nvPr>
            <p:ph sz="quarter" idx="18" hasCustomPrompt="1"/>
          </p:nvPr>
        </p:nvSpPr>
        <p:spPr>
          <a:xfrm>
            <a:off x="8997161" y="1475354"/>
            <a:ext cx="2501999" cy="4366646"/>
          </a:xfrm>
        </p:spPr>
        <p:txBody>
          <a:bodyPr/>
          <a:lstStyle>
            <a:lvl1pPr>
              <a:defRPr sz="1200"/>
            </a:lvl1pPr>
            <a:lvl2pPr>
              <a:defRPr sz="1200"/>
            </a:lvl2pPr>
            <a:lvl4pPr>
              <a:defRPr sz="1200"/>
            </a:lvl4pPr>
            <a:lvl5pPr>
              <a:defRPr sz="1200"/>
            </a:lvl5pPr>
          </a:lstStyle>
          <a:p>
            <a:pPr lvl="0"/>
            <a:r>
              <a:rPr lang="da-DK" noProof="0" dirty="0"/>
              <a:t>Klik for at tilføje tekst</a:t>
            </a:r>
            <a:endParaRPr lang="da-DK"/>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p:txBody>
      </p:sp>
      <p:sp>
        <p:nvSpPr>
          <p:cNvPr id="28" name="Date Placeholder 14">
            <a:extLst>
              <a:ext uri="{FF2B5EF4-FFF2-40B4-BE49-F238E27FC236}">
                <a16:creationId xmlns:a16="http://schemas.microsoft.com/office/drawing/2014/main" id="{1DCD95D8-07B6-42C0-8767-A640B7CA8534}"/>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
        <p:nvSpPr>
          <p:cNvPr id="5" name="Date Placeholder 4">
            <a:extLst>
              <a:ext uri="{FF2B5EF4-FFF2-40B4-BE49-F238E27FC236}">
                <a16:creationId xmlns:a16="http://schemas.microsoft.com/office/drawing/2014/main" id="{8E588C40-671D-463C-8463-D77B96C28D88}"/>
              </a:ext>
            </a:extLst>
          </p:cNvPr>
          <p:cNvSpPr>
            <a:spLocks noGrp="1"/>
          </p:cNvSpPr>
          <p:nvPr>
            <p:ph type="dt" sz="half" idx="19"/>
          </p:nvPr>
        </p:nvSpPr>
        <p:spPr/>
        <p:txBody>
          <a:bodyPr/>
          <a:lstStyle/>
          <a:p>
            <a:fld id="{F1A13B18-F5ED-4611-8DBB-F05123AFBA22}" type="datetimeFigureOut">
              <a:rPr lang="da-DK" smtClean="0"/>
              <a:pPr/>
              <a:t>08.01.2026</a:t>
            </a:fld>
            <a:endParaRPr lang="da-DK" dirty="0"/>
          </a:p>
        </p:txBody>
      </p:sp>
      <p:sp>
        <p:nvSpPr>
          <p:cNvPr id="7" name="Slide Number Placeholder 6">
            <a:extLst>
              <a:ext uri="{FF2B5EF4-FFF2-40B4-BE49-F238E27FC236}">
                <a16:creationId xmlns:a16="http://schemas.microsoft.com/office/drawing/2014/main" id="{35B93800-6F51-413B-BA21-0A9967FF3386}"/>
              </a:ext>
            </a:extLst>
          </p:cNvPr>
          <p:cNvSpPr>
            <a:spLocks noGrp="1"/>
          </p:cNvSpPr>
          <p:nvPr>
            <p:ph type="sldNum" sz="quarter" idx="21"/>
          </p:nvPr>
        </p:nvSpPr>
        <p:spPr/>
        <p:txBody>
          <a:bodyPr/>
          <a:lstStyle/>
          <a:p>
            <a:fld id="{45D37B1E-C366-494F-A587-962AD9AABC83}" type="slidenum">
              <a:rPr lang="da-DK" smtClean="0"/>
              <a:pPr/>
              <a:t>‹nr.›</a:t>
            </a:fld>
            <a:endParaRPr lang="da-DK" dirty="0"/>
          </a:p>
        </p:txBody>
      </p:sp>
      <p:sp>
        <p:nvSpPr>
          <p:cNvPr id="13" name="Date Placeholder 14">
            <a:extLst>
              <a:ext uri="{FF2B5EF4-FFF2-40B4-BE49-F238E27FC236}">
                <a16:creationId xmlns:a16="http://schemas.microsoft.com/office/drawing/2014/main" id="{DDE6B7B7-37A0-D480-07CB-15C7F591F938}"/>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Tree>
    <p:extLst>
      <p:ext uri="{BB962C8B-B14F-4D97-AF65-F5344CB8AC3E}">
        <p14:creationId xmlns:p14="http://schemas.microsoft.com/office/powerpoint/2010/main" val="1263359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Billede og indhold">
    <p:spTree>
      <p:nvGrpSpPr>
        <p:cNvPr id="1" name=""/>
        <p:cNvGrpSpPr/>
        <p:nvPr/>
      </p:nvGrpSpPr>
      <p:grpSpPr>
        <a:xfrm>
          <a:off x="0" y="0"/>
          <a:ext cx="0" cy="0"/>
          <a:chOff x="0" y="0"/>
          <a:chExt cx="0" cy="0"/>
        </a:xfrm>
      </p:grpSpPr>
      <p:sp>
        <p:nvSpPr>
          <p:cNvPr id="10" name="Pladsholder til billede 3"/>
          <p:cNvSpPr>
            <a:spLocks noGrp="1"/>
          </p:cNvSpPr>
          <p:nvPr>
            <p:ph type="pic" sz="quarter" idx="13" hasCustomPrompt="1"/>
          </p:nvPr>
        </p:nvSpPr>
        <p:spPr>
          <a:xfrm>
            <a:off x="0" y="0"/>
            <a:ext cx="6099300" cy="6858000"/>
          </a:xfrm>
          <a:solidFill>
            <a:schemeClr val="bg1"/>
          </a:solidFill>
        </p:spPr>
        <p:txBody>
          <a:bodyPr/>
          <a:lstStyle>
            <a:lvl1pPr marL="0" indent="0" algn="ctr">
              <a:buNone/>
              <a:defRPr sz="1200"/>
            </a:lvl1pPr>
          </a:lstStyle>
          <a:p>
            <a:r>
              <a:rPr lang="da-DK" dirty="0"/>
              <a:t>Vælg pladsholderen og indsæt billede via Templafy/Skyfish eller ikon eller logo via Templafy/Billeder</a:t>
            </a:r>
            <a:endParaRPr lang="da-DK"/>
          </a:p>
        </p:txBody>
      </p:sp>
      <p:sp>
        <p:nvSpPr>
          <p:cNvPr id="8" name="Titel 1"/>
          <p:cNvSpPr>
            <a:spLocks noGrp="1"/>
          </p:cNvSpPr>
          <p:nvPr>
            <p:ph type="title" hasCustomPrompt="1"/>
          </p:nvPr>
        </p:nvSpPr>
        <p:spPr>
          <a:xfrm>
            <a:off x="6692401" y="1076109"/>
            <a:ext cx="4680000" cy="1822734"/>
          </a:xfrm>
        </p:spPr>
        <p:txBody>
          <a:bodyPr/>
          <a:lstStyle>
            <a:lvl1pPr>
              <a:defRPr/>
            </a:lvl1pPr>
          </a:lstStyle>
          <a:p>
            <a:r>
              <a:rPr lang="da-DK" dirty="0"/>
              <a:t>Klik for at tilføje overskrift, maksimalt 3 linjer</a:t>
            </a:r>
            <a:endParaRPr lang="da-DK"/>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692400" y="3387600"/>
            <a:ext cx="4680000" cy="2466000"/>
          </a:xfrm>
        </p:spPr>
        <p:txBody>
          <a:bodyPr/>
          <a:lstStyle>
            <a:lvl1pPr>
              <a:defRPr/>
            </a:lvl1pPr>
          </a:lstStyle>
          <a:p>
            <a:pPr lvl="0"/>
            <a:r>
              <a:rPr lang="da-DK" dirty="0"/>
              <a:t>Klik for at tilføje tekst</a:t>
            </a:r>
            <a:endParaRPr lang="da-DK"/>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pic>
        <p:nvPicPr>
          <p:cNvPr id="20" name="Logo black">
            <a:extLst>
              <a:ext uri="{FF2B5EF4-FFF2-40B4-BE49-F238E27FC236}">
                <a16:creationId xmlns:a16="http://schemas.microsoft.com/office/drawing/2014/main" id="{1421C492-A651-4EE4-BB8B-C6886E7B5C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92400" y="6294893"/>
            <a:ext cx="784800" cy="211840"/>
          </a:xfrm>
          <a:prstGeom prst="rect">
            <a:avLst/>
          </a:prstGeom>
        </p:spPr>
      </p:pic>
      <p:sp>
        <p:nvSpPr>
          <p:cNvPr id="30" name="Date Placeholder 14">
            <a:extLst>
              <a:ext uri="{FF2B5EF4-FFF2-40B4-BE49-F238E27FC236}">
                <a16:creationId xmlns:a16="http://schemas.microsoft.com/office/drawing/2014/main" id="{2C4B35A0-F8F7-420F-9E06-CC0AAAA0B84F}"/>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pic>
        <p:nvPicPr>
          <p:cNvPr id="14" name="Logo black">
            <a:extLst>
              <a:ext uri="{FF2B5EF4-FFF2-40B4-BE49-F238E27FC236}">
                <a16:creationId xmlns:a16="http://schemas.microsoft.com/office/drawing/2014/main" id="{54810BE8-0056-B934-3B73-6F7C88E8FD7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92400" y="6294893"/>
            <a:ext cx="784800" cy="211840"/>
          </a:xfrm>
          <a:prstGeom prst="rect">
            <a:avLst/>
          </a:prstGeom>
        </p:spPr>
      </p:pic>
      <p:sp>
        <p:nvSpPr>
          <p:cNvPr id="15" name="Date Placeholder 14">
            <a:extLst>
              <a:ext uri="{FF2B5EF4-FFF2-40B4-BE49-F238E27FC236}">
                <a16:creationId xmlns:a16="http://schemas.microsoft.com/office/drawing/2014/main" id="{6DCEF6B8-A3E2-5AB8-A83D-9167158BC775}"/>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
        <p:nvSpPr>
          <p:cNvPr id="17" name="Rectangle 12" descr="{&quot;templafy&quot;:{&quot;id&quot;:&quot;9a90e810-3e26-4e42-927a-6454770bea52&quot;}}">
            <a:extLst>
              <a:ext uri="{FF2B5EF4-FFF2-40B4-BE49-F238E27FC236}">
                <a16:creationId xmlns:a16="http://schemas.microsoft.com/office/drawing/2014/main" id="{F8211E73-6A96-70B2-3271-81CE8B599C5A}"/>
              </a:ext>
            </a:extLst>
          </p:cNvPr>
          <p:cNvSpPr/>
          <p:nvPr userDrawn="1"/>
        </p:nvSpPr>
        <p:spPr>
          <a:xfrm>
            <a:off x="9382125" y="6376129"/>
            <a:ext cx="2407622"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r"/>
            <a:endParaRPr lang="da-DK" sz="1600" dirty="0" err="1">
              <a:solidFill>
                <a:schemeClr val="tx1"/>
              </a:solidFill>
            </a:endParaRPr>
          </a:p>
        </p:txBody>
      </p:sp>
      <p:sp>
        <p:nvSpPr>
          <p:cNvPr id="18" name="TextBox 9">
            <a:extLst>
              <a:ext uri="{FF2B5EF4-FFF2-40B4-BE49-F238E27FC236}">
                <a16:creationId xmlns:a16="http://schemas.microsoft.com/office/drawing/2014/main" id="{CA5063A4-8DAA-DF95-B099-AF0695E4FE0B}"/>
              </a:ext>
            </a:extLst>
          </p:cNvPr>
          <p:cNvSpPr txBox="1"/>
          <p:nvPr userDrawn="1"/>
        </p:nvSpPr>
        <p:spPr>
          <a:xfrm>
            <a:off x="0" y="-349741"/>
            <a:ext cx="11457183" cy="323165"/>
          </a:xfrm>
          <a:prstGeom prst="rect">
            <a:avLst/>
          </a:prstGeom>
          <a:noFill/>
        </p:spPr>
        <p:txBody>
          <a:bodyPr wrap="square" lIns="0" tIns="0" rIns="0" bIns="0" rtlCol="0">
            <a:spAutoFit/>
          </a:bodyPr>
          <a:lstStyle/>
          <a:p>
            <a:r>
              <a:rPr lang="da-DK" sz="1050" b="1" noProof="1"/>
              <a:t>Skift baggrundsfarve. </a:t>
            </a:r>
            <a:r>
              <a:rPr lang="da-DK" sz="1050" noProof="1"/>
              <a:t>Højreklik på slidet og vælg </a:t>
            </a:r>
            <a:r>
              <a:rPr lang="da-DK" sz="1050" b="1" noProof="1"/>
              <a:t>Formatér baggrund</a:t>
            </a:r>
            <a:r>
              <a:rPr lang="da-DK" sz="1050" noProof="1"/>
              <a:t>. Klik på </a:t>
            </a:r>
            <a:r>
              <a:rPr lang="da-DK" sz="1050" b="1" noProof="1"/>
              <a:t>Fyld farve </a:t>
            </a:r>
            <a:r>
              <a:rPr lang="da-DK" sz="1050" noProof="1"/>
              <a:t>i Formater baggrund vinduet og vælg farve fra øverste række i SDU’s farve palette eller fra den brugerdefinerede farvepalette</a:t>
            </a:r>
            <a:endParaRPr lang="da-DK" dirty="0"/>
          </a:p>
        </p:txBody>
      </p:sp>
    </p:spTree>
    <p:extLst>
      <p:ext uri="{BB962C8B-B14F-4D97-AF65-F5344CB8AC3E}">
        <p14:creationId xmlns:p14="http://schemas.microsoft.com/office/powerpoint/2010/main" val="2149418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Billede og tekst (CV)">
    <p:spTree>
      <p:nvGrpSpPr>
        <p:cNvPr id="1" name=""/>
        <p:cNvGrpSpPr/>
        <p:nvPr/>
      </p:nvGrpSpPr>
      <p:grpSpPr>
        <a:xfrm>
          <a:off x="0" y="0"/>
          <a:ext cx="0" cy="0"/>
          <a:chOff x="0" y="0"/>
          <a:chExt cx="0" cy="0"/>
        </a:xfrm>
      </p:grpSpPr>
      <p:sp>
        <p:nvSpPr>
          <p:cNvPr id="7" name="Titel 1"/>
          <p:cNvSpPr>
            <a:spLocks noGrp="1"/>
          </p:cNvSpPr>
          <p:nvPr>
            <p:ph type="title" hasCustomPrompt="1"/>
          </p:nvPr>
        </p:nvSpPr>
        <p:spPr>
          <a:xfrm>
            <a:off x="6710399" y="1700213"/>
            <a:ext cx="4677070" cy="1436392"/>
          </a:xfrm>
        </p:spPr>
        <p:txBody>
          <a:bodyPr/>
          <a:lstStyle>
            <a:lvl1pPr>
              <a:defRPr sz="4800"/>
            </a:lvl1pPr>
          </a:lstStyle>
          <a:p>
            <a:r>
              <a:rPr lang="da-DK" dirty="0"/>
              <a:t>Overskrift i </a:t>
            </a:r>
            <a:r>
              <a:rPr lang="da-DK" dirty="0" err="1"/>
              <a:t>maks</a:t>
            </a:r>
            <a:r>
              <a:rPr lang="da-DK" dirty="0"/>
              <a:t> 2 linjer</a:t>
            </a:r>
            <a:endParaRPr lang="da-DK"/>
          </a:p>
        </p:txBody>
      </p:sp>
      <p:sp>
        <p:nvSpPr>
          <p:cNvPr id="15" name="Text Placeholder 4">
            <a:extLst>
              <a:ext uri="{FF2B5EF4-FFF2-40B4-BE49-F238E27FC236}">
                <a16:creationId xmlns:a16="http://schemas.microsoft.com/office/drawing/2014/main" id="{6FAAEFF0-FCE4-48D6-A0D1-A458F3CD3EB3}"/>
              </a:ext>
            </a:extLst>
          </p:cNvPr>
          <p:cNvSpPr>
            <a:spLocks noGrp="1"/>
          </p:cNvSpPr>
          <p:nvPr>
            <p:ph type="body" sz="quarter" idx="19" hasCustomPrompt="1"/>
          </p:nvPr>
        </p:nvSpPr>
        <p:spPr>
          <a:xfrm>
            <a:off x="6692202" y="3387600"/>
            <a:ext cx="4680000" cy="2466000"/>
          </a:xfrm>
        </p:spPr>
        <p:txBody>
          <a:bodyPr/>
          <a:lstStyle>
            <a:lvl1pPr>
              <a:defRPr/>
            </a:lvl1pPr>
          </a:lstStyle>
          <a:p>
            <a:pPr lvl="0"/>
            <a:r>
              <a:rPr lang="da-DK" dirty="0"/>
              <a:t>Klik for at tilføje tekst</a:t>
            </a:r>
            <a:endParaRPr lang="da-DK"/>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6" name="Text Placeholder 5">
            <a:extLst>
              <a:ext uri="{FF2B5EF4-FFF2-40B4-BE49-F238E27FC236}">
                <a16:creationId xmlns:a16="http://schemas.microsoft.com/office/drawing/2014/main" id="{2F21E6D3-406B-4DA0-9B5A-6A2F208BAF71}"/>
              </a:ext>
            </a:extLst>
          </p:cNvPr>
          <p:cNvSpPr>
            <a:spLocks noGrp="1"/>
          </p:cNvSpPr>
          <p:nvPr>
            <p:ph type="body" sz="quarter" idx="18" hasCustomPrompt="1"/>
          </p:nvPr>
        </p:nvSpPr>
        <p:spPr>
          <a:xfrm>
            <a:off x="6710399" y="452437"/>
            <a:ext cx="4659277" cy="790493"/>
          </a:xfrm>
        </p:spPr>
        <p:txBody>
          <a:bodyPr anchor="b" anchorCtr="0"/>
          <a:lstStyle>
            <a:lvl1pPr marL="0" indent="0">
              <a:buFont typeface="Arial" panose="020B0604020202020204" pitchFamily="34" charset="0"/>
              <a:buNone/>
              <a:defRPr/>
            </a:lvl1pPr>
          </a:lstStyle>
          <a:p>
            <a:pPr lvl="0"/>
            <a:r>
              <a:rPr lang="da-DK" dirty="0"/>
              <a:t>Klik for at indsætte tekst (f.eks. job titel)</a:t>
            </a:r>
            <a:endParaRPr lang="da-DK"/>
          </a:p>
        </p:txBody>
      </p:sp>
      <p:sp>
        <p:nvSpPr>
          <p:cNvPr id="10" name="Pladsholder til billede 3"/>
          <p:cNvSpPr>
            <a:spLocks noGrp="1"/>
          </p:cNvSpPr>
          <p:nvPr>
            <p:ph type="pic" sz="quarter" idx="13" hasCustomPrompt="1"/>
          </p:nvPr>
        </p:nvSpPr>
        <p:spPr>
          <a:xfrm>
            <a:off x="411163" y="1016000"/>
            <a:ext cx="4043879" cy="4804038"/>
          </a:xfrm>
          <a:noFill/>
        </p:spPr>
        <p:txBody>
          <a:bodyPr/>
          <a:lstStyle>
            <a:lvl1pPr marL="0" indent="0" algn="ctr">
              <a:buNone/>
              <a:defRPr sz="1100"/>
            </a:lvl1pPr>
          </a:lstStyle>
          <a:p>
            <a:r>
              <a:rPr lang="da-DK" dirty="0"/>
              <a:t>Vælg pladsholderen og indsæt billede via Templafy/Skyfish eller ikon eller logo via Templafy/Billeder</a:t>
            </a:r>
            <a:endParaRPr lang="da-DK"/>
          </a:p>
        </p:txBody>
      </p:sp>
      <p:sp>
        <p:nvSpPr>
          <p:cNvPr id="18" name="Date Placeholder 14">
            <a:extLst>
              <a:ext uri="{FF2B5EF4-FFF2-40B4-BE49-F238E27FC236}">
                <a16:creationId xmlns:a16="http://schemas.microsoft.com/office/drawing/2014/main" id="{4AC2696B-BD55-4932-A36E-BCC4318F22B0}"/>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
        <p:nvSpPr>
          <p:cNvPr id="4" name="Date Placeholder 3">
            <a:extLst>
              <a:ext uri="{FF2B5EF4-FFF2-40B4-BE49-F238E27FC236}">
                <a16:creationId xmlns:a16="http://schemas.microsoft.com/office/drawing/2014/main" id="{01591D0A-163E-46D9-B4AE-DA2791457328}"/>
              </a:ext>
            </a:extLst>
          </p:cNvPr>
          <p:cNvSpPr>
            <a:spLocks noGrp="1"/>
          </p:cNvSpPr>
          <p:nvPr>
            <p:ph type="dt" sz="half" idx="20"/>
          </p:nvPr>
        </p:nvSpPr>
        <p:spPr/>
        <p:txBody>
          <a:bodyPr/>
          <a:lstStyle/>
          <a:p>
            <a:fld id="{F1A13B18-F5ED-4611-8DBB-F05123AFBA22}" type="datetimeFigureOut">
              <a:rPr lang="da-DK" smtClean="0"/>
              <a:pPr/>
              <a:t>08.01.2026</a:t>
            </a:fld>
            <a:endParaRPr lang="da-DK" dirty="0"/>
          </a:p>
        </p:txBody>
      </p:sp>
      <p:sp>
        <p:nvSpPr>
          <p:cNvPr id="11" name="Slide Number Placeholder 10">
            <a:extLst>
              <a:ext uri="{FF2B5EF4-FFF2-40B4-BE49-F238E27FC236}">
                <a16:creationId xmlns:a16="http://schemas.microsoft.com/office/drawing/2014/main" id="{DA9685AE-678B-466E-B97B-590BC795CFDA}"/>
              </a:ext>
            </a:extLst>
          </p:cNvPr>
          <p:cNvSpPr>
            <a:spLocks noGrp="1"/>
          </p:cNvSpPr>
          <p:nvPr>
            <p:ph type="sldNum" sz="quarter" idx="22"/>
          </p:nvPr>
        </p:nvSpPr>
        <p:spPr/>
        <p:txBody>
          <a:bodyPr/>
          <a:lstStyle/>
          <a:p>
            <a:fld id="{45D37B1E-C366-494F-A587-962AD9AABC83}" type="slidenum">
              <a:rPr lang="da-DK" smtClean="0"/>
              <a:pPr/>
              <a:t>‹nr.›</a:t>
            </a:fld>
            <a:endParaRPr lang="da-DK" dirty="0"/>
          </a:p>
        </p:txBody>
      </p:sp>
      <p:pic>
        <p:nvPicPr>
          <p:cNvPr id="13" name="Logo black">
            <a:extLst>
              <a:ext uri="{FF2B5EF4-FFF2-40B4-BE49-F238E27FC236}">
                <a16:creationId xmlns:a16="http://schemas.microsoft.com/office/drawing/2014/main" id="{16CDF92D-C78F-4CBE-853B-4E3CD39D2A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4" name="Date Placeholder 14">
            <a:extLst>
              <a:ext uri="{FF2B5EF4-FFF2-40B4-BE49-F238E27FC236}">
                <a16:creationId xmlns:a16="http://schemas.microsoft.com/office/drawing/2014/main" id="{DCF3C161-2674-A570-59C7-58B50E24D092}"/>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pic>
        <p:nvPicPr>
          <p:cNvPr id="17" name="Logo black">
            <a:extLst>
              <a:ext uri="{FF2B5EF4-FFF2-40B4-BE49-F238E27FC236}">
                <a16:creationId xmlns:a16="http://schemas.microsoft.com/office/drawing/2014/main" id="{C67574D4-E8FF-84D9-961A-6F713059FA5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23" name="TextBox 9">
            <a:extLst>
              <a:ext uri="{FF2B5EF4-FFF2-40B4-BE49-F238E27FC236}">
                <a16:creationId xmlns:a16="http://schemas.microsoft.com/office/drawing/2014/main" id="{D99C4AF5-2E43-20C7-4F2D-1A72F864A331}"/>
              </a:ext>
            </a:extLst>
          </p:cNvPr>
          <p:cNvSpPr txBox="1"/>
          <p:nvPr userDrawn="1"/>
        </p:nvSpPr>
        <p:spPr>
          <a:xfrm>
            <a:off x="0" y="-349741"/>
            <a:ext cx="11457183" cy="323165"/>
          </a:xfrm>
          <a:prstGeom prst="rect">
            <a:avLst/>
          </a:prstGeom>
          <a:noFill/>
        </p:spPr>
        <p:txBody>
          <a:bodyPr wrap="square" lIns="0" tIns="0" rIns="0" bIns="0" rtlCol="0">
            <a:spAutoFit/>
          </a:bodyPr>
          <a:lstStyle/>
          <a:p>
            <a:r>
              <a:rPr lang="da-DK" sz="1050" b="1" noProof="1"/>
              <a:t>Skift baggrundsfarve. </a:t>
            </a:r>
            <a:r>
              <a:rPr lang="da-DK" sz="1050" noProof="1"/>
              <a:t>Højreklik på slidet og vælg </a:t>
            </a:r>
            <a:r>
              <a:rPr lang="da-DK" sz="1050" b="1" noProof="1"/>
              <a:t>Formatér baggrund</a:t>
            </a:r>
            <a:r>
              <a:rPr lang="da-DK" sz="1050" noProof="1"/>
              <a:t>. Klik på </a:t>
            </a:r>
            <a:r>
              <a:rPr lang="da-DK" sz="1050" b="1" noProof="1"/>
              <a:t>Fyld farve </a:t>
            </a:r>
            <a:r>
              <a:rPr lang="da-DK" sz="1050" noProof="1"/>
              <a:t>i Formater baggrund vinduet og vælg farve fra øverste række i SDU’s farve palette eller fra den brugerdefinerede farvepalette</a:t>
            </a:r>
            <a:endParaRPr lang="da-DK" dirty="0"/>
          </a:p>
        </p:txBody>
      </p:sp>
    </p:spTree>
    <p:extLst>
      <p:ext uri="{BB962C8B-B14F-4D97-AF65-F5344CB8AC3E}">
        <p14:creationId xmlns:p14="http://schemas.microsoft.com/office/powerpoint/2010/main" val="2033735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verskrift og bille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da-DK" dirty="0"/>
              <a:t>Klik for at tilføje overskrift</a:t>
            </a:r>
            <a:endParaRPr lang="da-DK"/>
          </a:p>
        </p:txBody>
      </p:sp>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400"/>
            </a:lvl1pPr>
          </a:lstStyle>
          <a:p>
            <a:r>
              <a:rPr lang="da-DK" dirty="0"/>
              <a:t>Vælg pladsholderen og indsæt billede via Templafy/Skyfish eller ikon eller logo via Templafy/Billeder</a:t>
            </a:r>
            <a:endParaRPr lang="da-DK"/>
          </a:p>
        </p:txBody>
      </p:sp>
      <p:sp>
        <p:nvSpPr>
          <p:cNvPr id="17" name="Date Placeholder 14">
            <a:extLst>
              <a:ext uri="{FF2B5EF4-FFF2-40B4-BE49-F238E27FC236}">
                <a16:creationId xmlns:a16="http://schemas.microsoft.com/office/drawing/2014/main" id="{360EC57D-D72D-43A3-90BC-3ACC9F8BC95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da-DK" smtClean="0"/>
              <a:pPr/>
              <a:t>08.01.2026</a:t>
            </a:fld>
            <a:endParaRPr lang="da-DK" dirty="0"/>
          </a:p>
        </p:txBody>
      </p:sp>
      <p:sp>
        <p:nvSpPr>
          <p:cNvPr id="18" name="Date Placeholder 14">
            <a:extLst>
              <a:ext uri="{FF2B5EF4-FFF2-40B4-BE49-F238E27FC236}">
                <a16:creationId xmlns:a16="http://schemas.microsoft.com/office/drawing/2014/main" id="{36B2A848-B2AD-472A-AC10-0002D162D52D}"/>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
        <p:nvSpPr>
          <p:cNvPr id="4" name="Slide Number Placeholder 3">
            <a:extLst>
              <a:ext uri="{FF2B5EF4-FFF2-40B4-BE49-F238E27FC236}">
                <a16:creationId xmlns:a16="http://schemas.microsoft.com/office/drawing/2014/main" id="{417D6F82-73FC-4F13-BFEC-9200E77E1527}"/>
              </a:ext>
            </a:extLst>
          </p:cNvPr>
          <p:cNvSpPr>
            <a:spLocks noGrp="1"/>
          </p:cNvSpPr>
          <p:nvPr>
            <p:ph type="sldNum" sz="quarter" idx="16"/>
          </p:nvPr>
        </p:nvSpPr>
        <p:spPr/>
        <p:txBody>
          <a:bodyPr/>
          <a:lstStyle/>
          <a:p>
            <a:fld id="{45D37B1E-C366-494F-A587-962AD9AABC83}" type="slidenum">
              <a:rPr lang="da-DK" smtClean="0"/>
              <a:pPr/>
              <a:t>‹nr.›</a:t>
            </a:fld>
            <a:endParaRPr lang="da-DK" dirty="0"/>
          </a:p>
        </p:txBody>
      </p:sp>
      <p:sp>
        <p:nvSpPr>
          <p:cNvPr id="7" name="Date Placeholder 14">
            <a:extLst>
              <a:ext uri="{FF2B5EF4-FFF2-40B4-BE49-F238E27FC236}">
                <a16:creationId xmlns:a16="http://schemas.microsoft.com/office/drawing/2014/main" id="{73A00A9D-7213-5D3D-AFCA-2F7A4C0661DB}"/>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Tree>
    <p:extLst>
      <p:ext uri="{BB962C8B-B14F-4D97-AF65-F5344CB8AC3E}">
        <p14:creationId xmlns:p14="http://schemas.microsoft.com/office/powerpoint/2010/main" val="3768217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ire ikoner">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FA71C01-3350-42F9-9392-0F3379095A93}"/>
              </a:ext>
            </a:extLst>
          </p:cNvPr>
          <p:cNvSpPr>
            <a:spLocks noGrp="1"/>
          </p:cNvSpPr>
          <p:nvPr>
            <p:ph sz="quarter" idx="13" hasCustomPrompt="1"/>
          </p:nvPr>
        </p:nvSpPr>
        <p:spPr>
          <a:xfrm>
            <a:off x="2932902" y="1700213"/>
            <a:ext cx="936000" cy="936000"/>
          </a:xfrm>
        </p:spPr>
        <p:txBody>
          <a:bodyPr wrap="none"/>
          <a:lstStyle>
            <a:lvl1pPr marL="0" indent="0">
              <a:buNone/>
              <a:defRPr sz="1000"/>
            </a:lvl1pPr>
          </a:lstStyle>
          <a:p>
            <a:pPr lvl="0"/>
            <a:r>
              <a:rPr lang="da-DK" dirty="0"/>
              <a:t>Indsæt logo: Vælg pladsholderen, indsæt logo via Templafy/Billeder</a:t>
            </a:r>
            <a:endParaRPr lang="da-DK"/>
          </a:p>
        </p:txBody>
      </p:sp>
      <p:sp>
        <p:nvSpPr>
          <p:cNvPr id="11" name="Text Placeholder 10">
            <a:extLst>
              <a:ext uri="{FF2B5EF4-FFF2-40B4-BE49-F238E27FC236}">
                <a16:creationId xmlns:a16="http://schemas.microsoft.com/office/drawing/2014/main" id="{C0A09C85-3CCC-44AB-A808-AA96845B1281}"/>
              </a:ext>
            </a:extLst>
          </p:cNvPr>
          <p:cNvSpPr>
            <a:spLocks noGrp="1"/>
          </p:cNvSpPr>
          <p:nvPr>
            <p:ph type="body" sz="quarter" idx="14" hasCustomPrompt="1"/>
          </p:nvPr>
        </p:nvSpPr>
        <p:spPr>
          <a:xfrm>
            <a:off x="2932902" y="2733129"/>
            <a:ext cx="3564000" cy="756000"/>
          </a:xfrm>
        </p:spPr>
        <p:txBody>
          <a:bodyPr/>
          <a:lstStyle>
            <a:lvl1pPr marL="0" indent="0">
              <a:buFont typeface="Arial" panose="020B0604020202020204" pitchFamily="34" charset="0"/>
              <a:buChar char="​"/>
              <a:defRPr sz="2100" b="1"/>
            </a:lvl1pPr>
            <a:lvl2pPr marL="252000">
              <a:defRPr/>
            </a:lvl2pPr>
            <a:lvl3pPr marL="504000">
              <a:defRPr/>
            </a:lvl3pPr>
          </a:lstStyle>
          <a:p>
            <a:pPr lvl="0"/>
            <a:r>
              <a:rPr lang="da-DK"/>
              <a:t>Klik for at tilføje overskrift</a:t>
            </a:r>
          </a:p>
          <a:p>
            <a:pPr lvl="1"/>
            <a:r>
              <a:rPr lang="da-DK"/>
              <a:t>Second level</a:t>
            </a:r>
          </a:p>
          <a:p>
            <a:pPr lvl="2"/>
            <a:endParaRPr lang="da-DK" dirty="0"/>
          </a:p>
        </p:txBody>
      </p:sp>
      <p:sp>
        <p:nvSpPr>
          <p:cNvPr id="13" name="Content Placeholder 12">
            <a:extLst>
              <a:ext uri="{FF2B5EF4-FFF2-40B4-BE49-F238E27FC236}">
                <a16:creationId xmlns:a16="http://schemas.microsoft.com/office/drawing/2014/main" id="{3F35B7FD-E0E2-4581-BAC7-8858E530AFEA}"/>
              </a:ext>
            </a:extLst>
          </p:cNvPr>
          <p:cNvSpPr>
            <a:spLocks noGrp="1"/>
          </p:cNvSpPr>
          <p:nvPr>
            <p:ph sz="quarter" idx="15" hasCustomPrompt="1"/>
          </p:nvPr>
        </p:nvSpPr>
        <p:spPr>
          <a:xfrm>
            <a:off x="2934000" y="4012975"/>
            <a:ext cx="936000" cy="936000"/>
          </a:xfrm>
        </p:spPr>
        <p:txBody>
          <a:bodyPr wrap="none"/>
          <a:lstStyle>
            <a:lvl1pPr marL="0" indent="0">
              <a:buNone/>
              <a:defRPr sz="1000"/>
            </a:lvl1pPr>
          </a:lstStyle>
          <a:p>
            <a:pPr lvl="0"/>
            <a:r>
              <a:rPr lang="da-DK" dirty="0"/>
              <a:t>Indsæt logo: Vælg pladsholderen, indsæt logo via Templafy/Billeder</a:t>
            </a:r>
            <a:endParaRPr lang="da-DK"/>
          </a:p>
        </p:txBody>
      </p:sp>
      <p:sp>
        <p:nvSpPr>
          <p:cNvPr id="15" name="Text Placeholder 14">
            <a:extLst>
              <a:ext uri="{FF2B5EF4-FFF2-40B4-BE49-F238E27FC236}">
                <a16:creationId xmlns:a16="http://schemas.microsoft.com/office/drawing/2014/main" id="{52C92166-E723-47D5-9A87-3354EB28C43E}"/>
              </a:ext>
            </a:extLst>
          </p:cNvPr>
          <p:cNvSpPr>
            <a:spLocks noGrp="1"/>
          </p:cNvSpPr>
          <p:nvPr>
            <p:ph type="body" sz="quarter" idx="16" hasCustomPrompt="1"/>
          </p:nvPr>
        </p:nvSpPr>
        <p:spPr>
          <a:xfrm>
            <a:off x="2932112" y="5093240"/>
            <a:ext cx="3564000" cy="756000"/>
          </a:xfrm>
        </p:spPr>
        <p:txBody>
          <a:bodyPr/>
          <a:lstStyle>
            <a:lvl1pPr marL="0" indent="0">
              <a:buFont typeface="Arial" panose="020B0604020202020204" pitchFamily="34" charset="0"/>
              <a:buChar char="​"/>
              <a:defRPr sz="2000" b="1"/>
            </a:lvl1pPr>
            <a:lvl2pPr marL="252000">
              <a:defRPr/>
            </a:lvl2pPr>
            <a:lvl3pPr marL="252000" indent="0">
              <a:buNone/>
              <a:defRPr/>
            </a:lvl3pPr>
          </a:lstStyle>
          <a:p>
            <a:pPr lvl="0"/>
            <a:r>
              <a:rPr lang="da-DK" dirty="0"/>
              <a:t>Klik for at </a:t>
            </a:r>
            <a:r>
              <a:rPr lang="da-DK"/>
              <a:t>tilføje overskrift</a:t>
            </a:r>
          </a:p>
          <a:p>
            <a:pPr lvl="1"/>
            <a:r>
              <a:rPr lang="da-DK"/>
              <a:t>Second level</a:t>
            </a:r>
            <a:endParaRPr lang="da-DK" dirty="0"/>
          </a:p>
        </p:txBody>
      </p:sp>
      <p:sp>
        <p:nvSpPr>
          <p:cNvPr id="17" name="Content Placeholder 16">
            <a:extLst>
              <a:ext uri="{FF2B5EF4-FFF2-40B4-BE49-F238E27FC236}">
                <a16:creationId xmlns:a16="http://schemas.microsoft.com/office/drawing/2014/main" id="{AE23DA26-37CC-4CA7-8253-FD9AB459D2EF}"/>
              </a:ext>
            </a:extLst>
          </p:cNvPr>
          <p:cNvSpPr>
            <a:spLocks noGrp="1"/>
          </p:cNvSpPr>
          <p:nvPr>
            <p:ph sz="quarter" idx="17" hasCustomPrompt="1"/>
          </p:nvPr>
        </p:nvSpPr>
        <p:spPr>
          <a:xfrm>
            <a:off x="7474740" y="1700213"/>
            <a:ext cx="936000" cy="936000"/>
          </a:xfrm>
        </p:spPr>
        <p:txBody>
          <a:bodyPr wrap="none"/>
          <a:lstStyle>
            <a:lvl1pPr marL="0" indent="0">
              <a:buNone/>
              <a:defRPr sz="1000"/>
            </a:lvl1pPr>
            <a:lvl2pPr marL="252000" indent="0">
              <a:buNone/>
              <a:defRPr sz="1000"/>
            </a:lvl2pPr>
          </a:lstStyle>
          <a:p>
            <a:pPr lvl="0"/>
            <a:r>
              <a:rPr lang="da-DK" dirty="0"/>
              <a:t>Indsæt logo: Vælg pladsholderen, indsæt logo via Templafy/Billeder</a:t>
            </a:r>
            <a:endParaRPr lang="da-DK"/>
          </a:p>
        </p:txBody>
      </p:sp>
      <p:sp>
        <p:nvSpPr>
          <p:cNvPr id="19" name="Text Placeholder 18">
            <a:extLst>
              <a:ext uri="{FF2B5EF4-FFF2-40B4-BE49-F238E27FC236}">
                <a16:creationId xmlns:a16="http://schemas.microsoft.com/office/drawing/2014/main" id="{62682726-03AB-4490-8664-993881FA0BB1}"/>
              </a:ext>
            </a:extLst>
          </p:cNvPr>
          <p:cNvSpPr>
            <a:spLocks noGrp="1"/>
          </p:cNvSpPr>
          <p:nvPr>
            <p:ph type="body" sz="quarter" idx="18" hasCustomPrompt="1"/>
          </p:nvPr>
        </p:nvSpPr>
        <p:spPr>
          <a:xfrm>
            <a:off x="7459663" y="273240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da-DK" dirty="0"/>
              <a:t>Klik for at </a:t>
            </a:r>
            <a:r>
              <a:rPr lang="da-DK"/>
              <a:t>tilføje overskrift</a:t>
            </a:r>
          </a:p>
          <a:p>
            <a:pPr lvl="1"/>
            <a:r>
              <a:rPr lang="da-DK"/>
              <a:t>Second level</a:t>
            </a:r>
          </a:p>
          <a:p>
            <a:pPr lvl="2"/>
            <a:endParaRPr lang="da-DK" dirty="0"/>
          </a:p>
        </p:txBody>
      </p:sp>
      <p:sp>
        <p:nvSpPr>
          <p:cNvPr id="21" name="Content Placeholder 20">
            <a:extLst>
              <a:ext uri="{FF2B5EF4-FFF2-40B4-BE49-F238E27FC236}">
                <a16:creationId xmlns:a16="http://schemas.microsoft.com/office/drawing/2014/main" id="{762625AB-198B-4F37-9382-C78FD9118D5A}"/>
              </a:ext>
            </a:extLst>
          </p:cNvPr>
          <p:cNvSpPr>
            <a:spLocks noGrp="1"/>
          </p:cNvSpPr>
          <p:nvPr>
            <p:ph sz="quarter" idx="19" hasCustomPrompt="1"/>
          </p:nvPr>
        </p:nvSpPr>
        <p:spPr>
          <a:xfrm>
            <a:off x="7459663" y="4012975"/>
            <a:ext cx="936000" cy="936000"/>
          </a:xfrm>
        </p:spPr>
        <p:txBody>
          <a:bodyPr wrap="none"/>
          <a:lstStyle>
            <a:lvl1pPr marL="0" indent="0">
              <a:buNone/>
              <a:defRPr sz="1000"/>
            </a:lvl1pPr>
          </a:lstStyle>
          <a:p>
            <a:pPr lvl="0"/>
            <a:r>
              <a:rPr lang="da-DK" dirty="0"/>
              <a:t>Indsæt logo: Vælg pladsholderen, indsæt logo via Templafy/Billeder</a:t>
            </a:r>
            <a:endParaRPr lang="da-DK"/>
          </a:p>
        </p:txBody>
      </p:sp>
      <p:sp>
        <p:nvSpPr>
          <p:cNvPr id="23" name="Text Placeholder 22">
            <a:extLst>
              <a:ext uri="{FF2B5EF4-FFF2-40B4-BE49-F238E27FC236}">
                <a16:creationId xmlns:a16="http://schemas.microsoft.com/office/drawing/2014/main" id="{D8AE7F93-F2C6-4199-8D16-CFB4D977F63E}"/>
              </a:ext>
            </a:extLst>
          </p:cNvPr>
          <p:cNvSpPr>
            <a:spLocks noGrp="1"/>
          </p:cNvSpPr>
          <p:nvPr>
            <p:ph type="body" sz="quarter" idx="20" hasCustomPrompt="1"/>
          </p:nvPr>
        </p:nvSpPr>
        <p:spPr>
          <a:xfrm>
            <a:off x="7473948" y="509324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da-DK" dirty="0"/>
              <a:t>Klik for at </a:t>
            </a:r>
            <a:r>
              <a:rPr lang="da-DK"/>
              <a:t>tilføje overskrift</a:t>
            </a:r>
          </a:p>
          <a:p>
            <a:pPr lvl="1"/>
            <a:r>
              <a:rPr lang="da-DK"/>
              <a:t>Second level</a:t>
            </a:r>
            <a:endParaRPr lang="da-DK" dirty="0"/>
          </a:p>
        </p:txBody>
      </p:sp>
      <p:sp>
        <p:nvSpPr>
          <p:cNvPr id="4" name="Date Placeholder 3">
            <a:extLst>
              <a:ext uri="{FF2B5EF4-FFF2-40B4-BE49-F238E27FC236}">
                <a16:creationId xmlns:a16="http://schemas.microsoft.com/office/drawing/2014/main" id="{21133E6A-A4F4-491B-846E-1DACC83D9BB7}"/>
              </a:ext>
            </a:extLst>
          </p:cNvPr>
          <p:cNvSpPr>
            <a:spLocks noGrp="1"/>
          </p:cNvSpPr>
          <p:nvPr>
            <p:ph type="dt" sz="half" idx="11"/>
          </p:nvPr>
        </p:nvSpPr>
        <p:spPr/>
        <p:txBody>
          <a:bodyPr/>
          <a:lstStyle/>
          <a:p>
            <a:fld id="{F1A13B18-F5ED-4611-8DBB-F05123AFBA22}" type="datetimeFigureOut">
              <a:rPr lang="da-DK" smtClean="0"/>
              <a:pPr/>
              <a:t>08.01.2026</a:t>
            </a:fld>
            <a:endParaRPr lang="da-DK" dirty="0"/>
          </a:p>
        </p:txBody>
      </p:sp>
      <p:sp>
        <p:nvSpPr>
          <p:cNvPr id="5" name="Slide Number Placeholder 4">
            <a:extLst>
              <a:ext uri="{FF2B5EF4-FFF2-40B4-BE49-F238E27FC236}">
                <a16:creationId xmlns:a16="http://schemas.microsoft.com/office/drawing/2014/main" id="{6C38E8B2-EC82-4BE1-85C6-8F272596913A}"/>
              </a:ext>
            </a:extLst>
          </p:cNvPr>
          <p:cNvSpPr>
            <a:spLocks noGrp="1"/>
          </p:cNvSpPr>
          <p:nvPr>
            <p:ph type="sldNum" sz="quarter" idx="12"/>
          </p:nvPr>
        </p:nvSpPr>
        <p:spPr/>
        <p:txBody>
          <a:bodyPr/>
          <a:lstStyle/>
          <a:p>
            <a:fld id="{45D37B1E-C366-494F-A587-962AD9AABC83}" type="slidenum">
              <a:rPr lang="da-DK" smtClean="0"/>
              <a:pPr/>
              <a:t>‹nr.›</a:t>
            </a:fld>
            <a:endParaRPr lang="da-DK" dirty="0"/>
          </a:p>
        </p:txBody>
      </p:sp>
    </p:spTree>
    <p:extLst>
      <p:ext uri="{BB962C8B-B14F-4D97-AF65-F5344CB8AC3E}">
        <p14:creationId xmlns:p14="http://schemas.microsoft.com/office/powerpoint/2010/main" val="25771708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Overskrift og log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6F8A6A9-890A-4EA2-8FA4-EA834B1A12F4}"/>
              </a:ext>
            </a:extLst>
          </p:cNvPr>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da-DK" dirty="0"/>
              <a:t>Klik for at tilføje overskrift</a:t>
            </a:r>
            <a:endParaRPr lang="da-DK"/>
          </a:p>
        </p:txBody>
      </p:sp>
      <p:sp>
        <p:nvSpPr>
          <p:cNvPr id="11" name="Date Placeholder 14">
            <a:extLst>
              <a:ext uri="{FF2B5EF4-FFF2-40B4-BE49-F238E27FC236}">
                <a16:creationId xmlns:a16="http://schemas.microsoft.com/office/drawing/2014/main" id="{705F52FC-7E26-46C0-8E8B-4445D500B9C7}"/>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
        <p:nvSpPr>
          <p:cNvPr id="7" name="Date Placeholder 6">
            <a:extLst>
              <a:ext uri="{FF2B5EF4-FFF2-40B4-BE49-F238E27FC236}">
                <a16:creationId xmlns:a16="http://schemas.microsoft.com/office/drawing/2014/main" id="{D01B1D99-4B52-4731-AEC4-C722464A7D1B}"/>
              </a:ext>
            </a:extLst>
          </p:cNvPr>
          <p:cNvSpPr>
            <a:spLocks noGrp="1"/>
          </p:cNvSpPr>
          <p:nvPr>
            <p:ph type="dt" sz="half" idx="10"/>
          </p:nvPr>
        </p:nvSpPr>
        <p:spPr/>
        <p:txBody>
          <a:bodyPr/>
          <a:lstStyle/>
          <a:p>
            <a:fld id="{F1A13B18-F5ED-4611-8DBB-F05123AFBA22}" type="datetimeFigureOut">
              <a:rPr lang="da-DK" smtClean="0"/>
              <a:pPr/>
              <a:t>08.01.2026</a:t>
            </a:fld>
            <a:endParaRPr lang="da-DK" dirty="0"/>
          </a:p>
        </p:txBody>
      </p:sp>
      <p:sp>
        <p:nvSpPr>
          <p:cNvPr id="12" name="Slide Number Placeholder 11">
            <a:extLst>
              <a:ext uri="{FF2B5EF4-FFF2-40B4-BE49-F238E27FC236}">
                <a16:creationId xmlns:a16="http://schemas.microsoft.com/office/drawing/2014/main" id="{4B452C39-88DE-4155-8ED8-643714B1A9FE}"/>
              </a:ext>
            </a:extLst>
          </p:cNvPr>
          <p:cNvSpPr>
            <a:spLocks noGrp="1"/>
          </p:cNvSpPr>
          <p:nvPr>
            <p:ph type="sldNum" sz="quarter" idx="12"/>
          </p:nvPr>
        </p:nvSpPr>
        <p:spPr/>
        <p:txBody>
          <a:bodyPr/>
          <a:lstStyle/>
          <a:p>
            <a:fld id="{45D37B1E-C366-494F-A587-962AD9AABC83}" type="slidenum">
              <a:rPr lang="da-DK" smtClean="0"/>
              <a:pPr/>
              <a:t>‹nr.›</a:t>
            </a:fld>
            <a:endParaRPr lang="da-DK" dirty="0"/>
          </a:p>
        </p:txBody>
      </p:sp>
      <p:sp>
        <p:nvSpPr>
          <p:cNvPr id="6" name="Date Placeholder 14">
            <a:extLst>
              <a:ext uri="{FF2B5EF4-FFF2-40B4-BE49-F238E27FC236}">
                <a16:creationId xmlns:a16="http://schemas.microsoft.com/office/drawing/2014/main" id="{A30967DE-2972-4D89-E092-4DEECF158BA3}"/>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Tree>
    <p:extLst>
      <p:ext uri="{BB962C8B-B14F-4D97-AF65-F5344CB8AC3E}">
        <p14:creationId xmlns:p14="http://schemas.microsoft.com/office/powerpoint/2010/main" val="2304722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0400" y="1028247"/>
            <a:ext cx="11379347" cy="1602672"/>
          </a:xfrm>
          <a:prstGeom prst="rect">
            <a:avLst/>
          </a:prstGeom>
        </p:spPr>
        <p:txBody>
          <a:bodyPr vert="horz" lIns="0" tIns="0" rIns="0" bIns="0" rtlCol="0" anchor="t" anchorCtr="0">
            <a:noAutofit/>
          </a:bodyPr>
          <a:lstStyle/>
          <a:p>
            <a:r>
              <a:rPr lang="da-DK" dirty="0"/>
              <a:t>Klik for at redigere i master</a:t>
            </a:r>
          </a:p>
        </p:txBody>
      </p:sp>
      <p:sp>
        <p:nvSpPr>
          <p:cNvPr id="3" name="Text Placeholder 2"/>
          <p:cNvSpPr>
            <a:spLocks noGrp="1"/>
          </p:cNvSpPr>
          <p:nvPr>
            <p:ph type="body" idx="1"/>
          </p:nvPr>
        </p:nvSpPr>
        <p:spPr>
          <a:xfrm>
            <a:off x="410400" y="3369040"/>
            <a:ext cx="11371905" cy="2472960"/>
          </a:xfrm>
          <a:prstGeom prst="rect">
            <a:avLst/>
          </a:prstGeom>
        </p:spPr>
        <p:txBody>
          <a:bodyPr vert="horz" lIns="0" tIns="0" rIns="0" bIns="0" rtlCol="0">
            <a:noAutofit/>
          </a:bodyPr>
          <a:lstStyle/>
          <a:p>
            <a:pPr lvl="0"/>
            <a:r>
              <a:rPr lang="da-DK" dirty="0"/>
              <a:t>Første niveau, bullet 16 </a:t>
            </a:r>
            <a:r>
              <a:rPr lang="da-DK" dirty="0" err="1"/>
              <a:t>pkt</a:t>
            </a:r>
            <a:endParaRPr lang="da-DK" dirty="0"/>
          </a:p>
          <a:p>
            <a:pPr lvl="1"/>
            <a:r>
              <a:rPr lang="da-DK" dirty="0"/>
              <a:t>Andet niveau, bullet 14 </a:t>
            </a:r>
            <a:r>
              <a:rPr lang="da-DK" dirty="0" err="1"/>
              <a:t>pkt</a:t>
            </a:r>
            <a:endParaRPr lang="da-DK" dirty="0"/>
          </a:p>
          <a:p>
            <a:pPr lvl="2"/>
            <a:r>
              <a:rPr lang="da-DK" dirty="0"/>
              <a:t>Tredje niveau, bullet 12 </a:t>
            </a:r>
            <a:r>
              <a:rPr lang="da-DK" dirty="0" err="1"/>
              <a:t>pkt</a:t>
            </a:r>
            <a:endParaRPr lang="da-DK" dirty="0"/>
          </a:p>
          <a:p>
            <a:pPr lvl="3"/>
            <a:r>
              <a:rPr lang="da-DK" dirty="0"/>
              <a:t>Fjerde niveau, Header bold 16 </a:t>
            </a:r>
            <a:r>
              <a:rPr lang="da-DK" dirty="0" err="1"/>
              <a:t>pkt</a:t>
            </a:r>
            <a:endParaRPr lang="da-DK" dirty="0"/>
          </a:p>
          <a:p>
            <a:pPr lvl="4"/>
            <a:r>
              <a:rPr lang="da-DK" dirty="0"/>
              <a:t>Femte niveau, Body </a:t>
            </a:r>
            <a:r>
              <a:rPr lang="da-DK" dirty="0" err="1"/>
              <a:t>regular</a:t>
            </a:r>
            <a:r>
              <a:rPr lang="da-DK" dirty="0"/>
              <a:t> 16 </a:t>
            </a:r>
            <a:r>
              <a:rPr lang="da-DK" dirty="0" err="1"/>
              <a:t>pkt</a:t>
            </a:r>
            <a:endParaRPr lang="da-DK" dirty="0"/>
          </a:p>
          <a:p>
            <a:pPr lvl="5"/>
            <a:r>
              <a:rPr lang="da-DK" dirty="0"/>
              <a:t>Sjette niveau, bullet 12 </a:t>
            </a:r>
            <a:r>
              <a:rPr lang="da-DK" dirty="0" err="1"/>
              <a:t>pkt</a:t>
            </a:r>
            <a:endParaRPr lang="da-DK" dirty="0"/>
          </a:p>
          <a:p>
            <a:pPr lvl="6"/>
            <a:r>
              <a:rPr lang="da-DK" dirty="0"/>
              <a:t>Syvende niveau, bullet 12 </a:t>
            </a:r>
            <a:r>
              <a:rPr lang="da-DK" dirty="0" err="1"/>
              <a:t>pkt</a:t>
            </a:r>
            <a:r>
              <a:rPr lang="da-DK" dirty="0"/>
              <a:t> (indryk 1 gang)</a:t>
            </a:r>
          </a:p>
          <a:p>
            <a:pPr lvl="7"/>
            <a:r>
              <a:rPr lang="da-DK" dirty="0"/>
              <a:t>Ottende niveau, Header bold, 12 </a:t>
            </a:r>
            <a:r>
              <a:rPr lang="da-DK" dirty="0" err="1"/>
              <a:t>pkt</a:t>
            </a:r>
            <a:endParaRPr lang="da-DK" dirty="0"/>
          </a:p>
          <a:p>
            <a:pPr lvl="8"/>
            <a:r>
              <a:rPr lang="da-DK" dirty="0"/>
              <a:t>Niende niveau, Body </a:t>
            </a:r>
            <a:r>
              <a:rPr lang="da-DK" dirty="0" err="1"/>
              <a:t>regular</a:t>
            </a:r>
            <a:r>
              <a:rPr lang="da-DK" dirty="0"/>
              <a:t>, 12 </a:t>
            </a:r>
            <a:r>
              <a:rPr lang="da-DK" dirty="0" err="1"/>
              <a:t>pkt</a:t>
            </a:r>
            <a:endParaRPr lang="da-DK" dirty="0"/>
          </a:p>
        </p:txBody>
      </p:sp>
      <p:sp>
        <p:nvSpPr>
          <p:cNvPr id="15" name="Date Placeholder 14">
            <a:extLst>
              <a:ext uri="{FF2B5EF4-FFF2-40B4-BE49-F238E27FC236}">
                <a16:creationId xmlns:a16="http://schemas.microsoft.com/office/drawing/2014/main" id="{A56ADEC3-98E1-4CEA-9AF5-46F4CDD2FA7D}"/>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da-DK" smtClean="0"/>
              <a:pPr/>
              <a:t>08.01.2026</a:t>
            </a:fld>
            <a:endParaRPr lang="da-DK" dirty="0"/>
          </a:p>
        </p:txBody>
      </p:sp>
      <p:pic>
        <p:nvPicPr>
          <p:cNvPr id="25" name="Logo black">
            <a:extLst>
              <a:ext uri="{FF2B5EF4-FFF2-40B4-BE49-F238E27FC236}">
                <a16:creationId xmlns:a16="http://schemas.microsoft.com/office/drawing/2014/main" id="{860AC4C2-E6D6-4DCE-950A-C298C0AE9B87}"/>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6" name="Slide Number Placeholder 5"/>
          <p:cNvSpPr>
            <a:spLocks noGrp="1"/>
          </p:cNvSpPr>
          <p:nvPr>
            <p:ph type="sldNum" sz="quarter" idx="4"/>
          </p:nvPr>
        </p:nvSpPr>
        <p:spPr>
          <a:xfrm>
            <a:off x="0" y="6912000"/>
            <a:ext cx="0" cy="0"/>
          </a:xfrm>
          <a:prstGeom prst="rect">
            <a:avLst/>
          </a:prstGeom>
        </p:spPr>
        <p:txBody>
          <a:bodyPr vert="horz" lIns="0" tIns="0" rIns="0" bIns="0" rtlCol="0" anchor="t" anchorCtr="0">
            <a:noAutofit/>
          </a:bodyPr>
          <a:lstStyle>
            <a:lvl1pPr algn="ctr">
              <a:defRPr sz="100">
                <a:noFill/>
              </a:defRPr>
            </a:lvl1pPr>
          </a:lstStyle>
          <a:p>
            <a:fld id="{45D37B1E-C366-494F-A587-962AD9AABC83}" type="slidenum">
              <a:rPr lang="da-DK" smtClean="0"/>
              <a:pPr/>
              <a:t>‹nr.›</a:t>
            </a:fld>
            <a:endParaRPr lang="da-DK" dirty="0"/>
          </a:p>
        </p:txBody>
      </p:sp>
      <p:sp>
        <p:nvSpPr>
          <p:cNvPr id="18" name="Date Placeholder 14">
            <a:extLst>
              <a:ext uri="{FF2B5EF4-FFF2-40B4-BE49-F238E27FC236}">
                <a16:creationId xmlns:a16="http://schemas.microsoft.com/office/drawing/2014/main" id="{7DF98717-AAEA-4E2B-96B8-AAAFF896C0EA}"/>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pic>
        <p:nvPicPr>
          <p:cNvPr id="10" name="Logo black">
            <a:extLst>
              <a:ext uri="{FF2B5EF4-FFF2-40B4-BE49-F238E27FC236}">
                <a16:creationId xmlns:a16="http://schemas.microsoft.com/office/drawing/2014/main" id="{902CE77C-069E-5E7A-8D8E-AB15811B63A5}"/>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2" name="Date Placeholder 14">
            <a:extLst>
              <a:ext uri="{FF2B5EF4-FFF2-40B4-BE49-F238E27FC236}">
                <a16:creationId xmlns:a16="http://schemas.microsoft.com/office/drawing/2014/main" id="{523BCE81-49FD-3EE2-35BF-BD057CE50D71}"/>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da-DK" smtClean="0"/>
              <a:pPr/>
              <a:t>08.01.2026</a:t>
            </a:fld>
            <a:endParaRPr lang="da-DK" dirty="0"/>
          </a:p>
        </p:txBody>
      </p:sp>
      <p:sp>
        <p:nvSpPr>
          <p:cNvPr id="14" name="Rectangle 3" descr="{&quot;templafy&quot;:{&quot;id&quot;:&quot;1237cbd6-a3b0-44d1-aff4-09bbbee017af&quot;}}">
            <a:extLst>
              <a:ext uri="{FF2B5EF4-FFF2-40B4-BE49-F238E27FC236}">
                <a16:creationId xmlns:a16="http://schemas.microsoft.com/office/drawing/2014/main" id="{424105E5-06C8-CF1E-C432-CFC01960EB23}"/>
              </a:ext>
            </a:extLst>
          </p:cNvPr>
          <p:cNvSpPr/>
          <p:nvPr userDrawn="1"/>
        </p:nvSpPr>
        <p:spPr>
          <a:xfrm>
            <a:off x="9382125" y="6376129"/>
            <a:ext cx="2407622"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r"/>
            <a:endParaRPr lang="da-DK" sz="1600" dirty="0" err="1">
              <a:solidFill>
                <a:schemeClr val="tx1"/>
              </a:solidFill>
            </a:endParaRPr>
          </a:p>
        </p:txBody>
      </p:sp>
      <p:sp>
        <p:nvSpPr>
          <p:cNvPr id="16" name="TextBox 9">
            <a:extLst>
              <a:ext uri="{FF2B5EF4-FFF2-40B4-BE49-F238E27FC236}">
                <a16:creationId xmlns:a16="http://schemas.microsoft.com/office/drawing/2014/main" id="{6C36CED4-D7EC-2F5A-64CA-838805A4F998}"/>
              </a:ext>
            </a:extLst>
          </p:cNvPr>
          <p:cNvSpPr txBox="1"/>
          <p:nvPr userDrawn="1"/>
        </p:nvSpPr>
        <p:spPr>
          <a:xfrm>
            <a:off x="0" y="-349741"/>
            <a:ext cx="11457183" cy="323165"/>
          </a:xfrm>
          <a:prstGeom prst="rect">
            <a:avLst/>
          </a:prstGeom>
          <a:noFill/>
        </p:spPr>
        <p:txBody>
          <a:bodyPr wrap="square" lIns="0" tIns="0" rIns="0" bIns="0" rtlCol="0">
            <a:spAutoFit/>
          </a:bodyPr>
          <a:lstStyle/>
          <a:p>
            <a:r>
              <a:rPr lang="da-DK" sz="1050" b="1" noProof="1"/>
              <a:t>Skift baggrundsfarve. </a:t>
            </a:r>
            <a:r>
              <a:rPr lang="da-DK" sz="1050" noProof="1"/>
              <a:t>Højreklik på slidet og vælg </a:t>
            </a:r>
            <a:r>
              <a:rPr lang="da-DK" sz="1050" b="1" noProof="1"/>
              <a:t>Formatér baggrund</a:t>
            </a:r>
            <a:r>
              <a:rPr lang="da-DK" sz="1050" noProof="1"/>
              <a:t>. Klik på </a:t>
            </a:r>
            <a:r>
              <a:rPr lang="da-DK" sz="1050" b="1" noProof="1"/>
              <a:t>Fyld farve </a:t>
            </a:r>
            <a:r>
              <a:rPr lang="da-DK" sz="1050" noProof="1"/>
              <a:t>i Formater baggrund vinduet og vælg farve fra øverste række i SDU’s farve palette eller fra den brugerdefinerede farvepalette</a:t>
            </a:r>
            <a:endParaRPr lang="da-DK" dirty="0"/>
          </a:p>
        </p:txBody>
      </p:sp>
    </p:spTree>
    <p:extLst>
      <p:ext uri="{BB962C8B-B14F-4D97-AF65-F5344CB8AC3E}">
        <p14:creationId xmlns:p14="http://schemas.microsoft.com/office/powerpoint/2010/main" val="383910308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Lst>
  <p:hf hdr="0"/>
  <p:txStyles>
    <p:titleStyle>
      <a:lvl1pPr algn="l" defTabSz="914400" rtl="0" eaLnBrk="1" latinLnBrk="0" hangingPunct="1">
        <a:lnSpc>
          <a:spcPct val="97000"/>
        </a:lnSpc>
        <a:spcBef>
          <a:spcPct val="0"/>
        </a:spcBef>
        <a:buNone/>
        <a:tabLst>
          <a:tab pos="1438275" algn="l"/>
        </a:tabLst>
        <a:defRPr sz="3600" b="1" kern="1200">
          <a:solidFill>
            <a:schemeClr val="tx1"/>
          </a:solidFill>
          <a:latin typeface="+mj-lt"/>
          <a:ea typeface="+mj-ea"/>
          <a:cs typeface="+mj-cs"/>
        </a:defRPr>
      </a:lvl1pPr>
    </p:titleStyle>
    <p:body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85" userDrawn="1">
          <p15:clr>
            <a:srgbClr val="F26B43"/>
          </p15:clr>
        </p15:guide>
        <p15:guide id="13" orient="horz" pos="1071" userDrawn="1">
          <p15:clr>
            <a:srgbClr val="F26B43"/>
          </p15:clr>
        </p15:guide>
        <p15:guide id="14" pos="259" userDrawn="1">
          <p15:clr>
            <a:srgbClr val="F26B43"/>
          </p15:clr>
        </p15:guide>
        <p15:guide id="15" pos="7421" userDrawn="1">
          <p15:clr>
            <a:srgbClr val="F26B43"/>
          </p15:clr>
        </p15:guide>
        <p15:guide id="16" orient="horz" pos="1253" userDrawn="1">
          <p15:clr>
            <a:srgbClr val="F26B43"/>
          </p15:clr>
        </p15:guide>
        <p15:guide id="17" orient="horz" pos="3680" userDrawn="1">
          <p15:clr>
            <a:srgbClr val="F26B43"/>
          </p15:clr>
        </p15:guide>
        <p15:guide id="18" orient="horz" pos="3916" userDrawn="1">
          <p15:clr>
            <a:srgbClr val="F26B43"/>
          </p15:clr>
        </p15:guide>
        <p15:guide id="19" orient="horz" pos="4094" userDrawn="1">
          <p15:clr>
            <a:srgbClr val="F26B43"/>
          </p15:clr>
        </p15:guide>
        <p15:guide id="20" pos="54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datatilsynet.dk/Media/638321084132236143/Offentlige%20myndigheders%20brug%20af%20kunstig%20intelligens%20-%20Inden%20I%20g%c3%a5r%20i%20gang.pdf" TargetMode="External"/><Relationship Id="rId3" Type="http://schemas.openxmlformats.org/officeDocument/2006/relationships/hyperlink" Target="https://legaltechlab.sites.ku.dk/2024/01/08/the-tidal-wave-of-eu-technology-regulation-paving-the-way-for-european-digital-sovereignty-nine-riis-emil-agerskov-thuesen-jesper-loffler-nielsen/" TargetMode="External"/><Relationship Id="rId7" Type="http://schemas.openxmlformats.org/officeDocument/2006/relationships/hyperlink" Target="https://mimer.sdu.dk/permalink/45KBDK_SDUB/1qg1al6/alma991019357688408986" TargetMode="External"/><Relationship Id="rId12" Type="http://schemas.openxmlformats.org/officeDocument/2006/relationships/hyperlink" Target="https://vimeo.com/1016090128" TargetMode="External"/><Relationship Id="rId2" Type="http://schemas.openxmlformats.org/officeDocument/2006/relationships/hyperlink" Target="https://mimer.sdu.dk/permalink/45KBDK_SDUB/1qg1al6/alma991019137237208986" TargetMode="External"/><Relationship Id="rId1" Type="http://schemas.openxmlformats.org/officeDocument/2006/relationships/slideLayout" Target="../slideLayouts/slideLayout7.xml"/><Relationship Id="rId6" Type="http://schemas.openxmlformats.org/officeDocument/2006/relationships/hyperlink" Target="https://digst.dk/tilsyn/ai-forordningen/reglerne-i-ai-forordningen/" TargetMode="External"/><Relationship Id="rId11" Type="http://schemas.openxmlformats.org/officeDocument/2006/relationships/hyperlink" Target="https://samsik.dk/nis2/hvad-er-nis-2/" TargetMode="External"/><Relationship Id="rId5" Type="http://schemas.openxmlformats.org/officeDocument/2006/relationships/hyperlink" Target="https://academic.oup.com/book/33735" TargetMode="External"/><Relationship Id="rId10" Type="http://schemas.openxmlformats.org/officeDocument/2006/relationships/hyperlink" Target="https://www.linkedin.com/pulse/nis2-update-status-og-fortolkningsbidrag-august-2024-nielsen-ietgf/?trackingId=0J60eWd6Q1ivsW6rgRP4ZA%3D%3D" TargetMode="External"/><Relationship Id="rId4" Type="http://schemas.openxmlformats.org/officeDocument/2006/relationships/hyperlink" Target="https://www.e-elgar.com/shop/gbp/elgar-encyclopedia-of-law-and-data-science-9781839104589.html" TargetMode="External"/><Relationship Id="rId9" Type="http://schemas.openxmlformats.org/officeDocument/2006/relationships/hyperlink" Target="https://view.officeapps.live.com/op/view.aspx?src=https%3A%2F%2Fwww.datatilsynet.dk%2FMedia%2F638519770150276707%2FSkabelon%2520til%2520konsekvensanalyse%2520ved%2520AI.xlsx&amp;wdOrigin=BROWSELINK" TargetMode="Externa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2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diagramLayout" Target="../diagrams/layout9.xml"/><Relationship Id="rId7" Type="http://schemas.openxmlformats.org/officeDocument/2006/relationships/image" Target="../media/image25.png"/><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customXml" Target="../../customXml/item1.xml"/><Relationship Id="rId1" Type="http://schemas.openxmlformats.org/officeDocument/2006/relationships/customXml" Target="../../customXml/item6.xml"/><Relationship Id="rId4" Type="http://schemas.openxmlformats.org/officeDocument/2006/relationships/image" Target="../media/image29.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3.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35.emf"/><Relationship Id="rId7" Type="http://schemas.openxmlformats.org/officeDocument/2006/relationships/image" Target="../media/image130.png"/><Relationship Id="rId2" Type="http://schemas.openxmlformats.org/officeDocument/2006/relationships/image" Target="../media/image34.emf"/><Relationship Id="rId1" Type="http://schemas.openxmlformats.org/officeDocument/2006/relationships/slideLayout" Target="../slideLayouts/slideLayout10.xml"/><Relationship Id="rId6" Type="http://schemas.openxmlformats.org/officeDocument/2006/relationships/customXml" Target="../ink/ink2.xml"/><Relationship Id="rId11" Type="http://schemas.openxmlformats.org/officeDocument/2006/relationships/image" Target="../media/image150.png"/><Relationship Id="rId5" Type="http://schemas.openxmlformats.org/officeDocument/2006/relationships/image" Target="../media/image12.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0.xml"/><Relationship Id="rId6" Type="http://schemas.openxmlformats.org/officeDocument/2006/relationships/image" Target="../media/image150.png"/><Relationship Id="rId5" Type="http://schemas.openxmlformats.org/officeDocument/2006/relationships/customXml" Target="../ink/ink5.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4864A81-0E9A-2923-68D7-CE0FC0822746}"/>
              </a:ext>
            </a:extLst>
          </p:cNvPr>
          <p:cNvSpPr>
            <a:spLocks noGrp="1"/>
          </p:cNvSpPr>
          <p:nvPr>
            <p:ph type="ctrTitle"/>
          </p:nvPr>
        </p:nvSpPr>
        <p:spPr/>
        <p:txBody>
          <a:bodyPr/>
          <a:lstStyle/>
          <a:p>
            <a:r>
              <a:rPr lang="da-DK" dirty="0"/>
              <a:t>Introduktion til den juridiske verden</a:t>
            </a:r>
          </a:p>
        </p:txBody>
      </p:sp>
    </p:spTree>
    <p:extLst>
      <p:ext uri="{BB962C8B-B14F-4D97-AF65-F5344CB8AC3E}">
        <p14:creationId xmlns:p14="http://schemas.microsoft.com/office/powerpoint/2010/main" val="4207442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3E582CB1-6E1B-91E3-097D-DA8D0821A3F7}"/>
              </a:ext>
            </a:extLst>
          </p:cNvPr>
          <p:cNvSpPr>
            <a:spLocks noGrp="1"/>
          </p:cNvSpPr>
          <p:nvPr>
            <p:ph type="title"/>
          </p:nvPr>
        </p:nvSpPr>
        <p:spPr>
          <a:xfrm>
            <a:off x="390409" y="581358"/>
            <a:ext cx="10962000" cy="671967"/>
          </a:xfrm>
        </p:spPr>
        <p:txBody>
          <a:bodyPr/>
          <a:lstStyle/>
          <a:p>
            <a:r>
              <a:rPr lang="da-DK" dirty="0"/>
              <a:t>Undervisningsplan for den juridiske del</a:t>
            </a:r>
          </a:p>
        </p:txBody>
      </p:sp>
      <p:graphicFrame>
        <p:nvGraphicFramePr>
          <p:cNvPr id="6" name="Pladsholder til indhold 5">
            <a:extLst>
              <a:ext uri="{FF2B5EF4-FFF2-40B4-BE49-F238E27FC236}">
                <a16:creationId xmlns:a16="http://schemas.microsoft.com/office/drawing/2014/main" id="{5C6A966F-FDDD-0641-137F-88F32BF0A6EC}"/>
              </a:ext>
            </a:extLst>
          </p:cNvPr>
          <p:cNvGraphicFramePr>
            <a:graphicFrameLocks noGrp="1"/>
          </p:cNvGraphicFramePr>
          <p:nvPr>
            <p:ph sz="quarter" idx="19"/>
            <p:extLst>
              <p:ext uri="{D42A27DB-BD31-4B8C-83A1-F6EECF244321}">
                <p14:modId xmlns:p14="http://schemas.microsoft.com/office/powerpoint/2010/main" val="804763443"/>
              </p:ext>
            </p:extLst>
          </p:nvPr>
        </p:nvGraphicFramePr>
        <p:xfrm>
          <a:off x="158128" y="1527922"/>
          <a:ext cx="11426563" cy="4515899"/>
        </p:xfrm>
        <a:graphic>
          <a:graphicData uri="http://schemas.openxmlformats.org/drawingml/2006/table">
            <a:tbl>
              <a:tblPr firstRow="1" firstCol="1" lastRow="1" lastCol="1" bandRow="1" bandCol="1">
                <a:tableStyleId>{5C22544A-7EE6-4342-B048-85BDC9FD1C3A}</a:tableStyleId>
              </a:tblPr>
              <a:tblGrid>
                <a:gridCol w="2380739">
                  <a:extLst>
                    <a:ext uri="{9D8B030D-6E8A-4147-A177-3AD203B41FA5}">
                      <a16:colId xmlns:a16="http://schemas.microsoft.com/office/drawing/2014/main" val="1060872009"/>
                    </a:ext>
                  </a:extLst>
                </a:gridCol>
                <a:gridCol w="4807333">
                  <a:extLst>
                    <a:ext uri="{9D8B030D-6E8A-4147-A177-3AD203B41FA5}">
                      <a16:colId xmlns:a16="http://schemas.microsoft.com/office/drawing/2014/main" val="3191805671"/>
                    </a:ext>
                  </a:extLst>
                </a:gridCol>
                <a:gridCol w="4238491">
                  <a:extLst>
                    <a:ext uri="{9D8B030D-6E8A-4147-A177-3AD203B41FA5}">
                      <a16:colId xmlns:a16="http://schemas.microsoft.com/office/drawing/2014/main" val="3380447873"/>
                    </a:ext>
                  </a:extLst>
                </a:gridCol>
              </a:tblGrid>
              <a:tr h="109139">
                <a:tc>
                  <a:txBody>
                    <a:bodyPr/>
                    <a:lstStyle/>
                    <a:p>
                      <a:pPr marL="67945">
                        <a:lnSpc>
                          <a:spcPts val="1240"/>
                        </a:lnSpc>
                        <a:buNone/>
                      </a:pPr>
                      <a:r>
                        <a:rPr lang="en-US" sz="1000">
                          <a:effectLst/>
                        </a:rPr>
                        <a:t>Dato</a:t>
                      </a:r>
                      <a:r>
                        <a:rPr lang="en-US" sz="1000" spc="-20">
                          <a:effectLst/>
                        </a:rPr>
                        <a:t> </a:t>
                      </a:r>
                      <a:r>
                        <a:rPr lang="en-US" sz="1000">
                          <a:effectLst/>
                        </a:rPr>
                        <a:t>og</a:t>
                      </a:r>
                      <a:r>
                        <a:rPr lang="en-US" sz="1000" spc="-20">
                          <a:effectLst/>
                        </a:rPr>
                        <a:t> </a:t>
                      </a:r>
                      <a:r>
                        <a:rPr lang="en-US" sz="1000" spc="-10">
                          <a:effectLst/>
                        </a:rPr>
                        <a:t>lektion</a:t>
                      </a:r>
                      <a:endParaRPr lang="da-DK"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945">
                        <a:lnSpc>
                          <a:spcPts val="1240"/>
                        </a:lnSpc>
                        <a:buNone/>
                      </a:pPr>
                      <a:r>
                        <a:rPr lang="en-US" sz="1000">
                          <a:effectLst/>
                        </a:rPr>
                        <a:t>Dagens</a:t>
                      </a:r>
                      <a:r>
                        <a:rPr lang="en-US" sz="1000" spc="-25">
                          <a:effectLst/>
                        </a:rPr>
                        <a:t> </a:t>
                      </a:r>
                      <a:r>
                        <a:rPr lang="en-US" sz="1000" spc="-20">
                          <a:effectLst/>
                        </a:rPr>
                        <a:t>emne</a:t>
                      </a:r>
                      <a:endParaRPr lang="da-DK"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8580">
                        <a:lnSpc>
                          <a:spcPts val="1240"/>
                        </a:lnSpc>
                        <a:buNone/>
                      </a:pPr>
                      <a:r>
                        <a:rPr lang="en-US" sz="700" spc="-10">
                          <a:effectLst/>
                        </a:rPr>
                        <a:t>Pensum</a:t>
                      </a:r>
                      <a:endParaRPr lang="da-DK"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088985159"/>
                  </a:ext>
                </a:extLst>
              </a:tr>
              <a:tr h="555877">
                <a:tc>
                  <a:txBody>
                    <a:bodyPr/>
                    <a:lstStyle/>
                    <a:p>
                      <a:pPr marL="67945">
                        <a:buNone/>
                      </a:pPr>
                      <a:r>
                        <a:rPr lang="en-US" sz="1000">
                          <a:effectLst/>
                        </a:rPr>
                        <a:t>21.10.</a:t>
                      </a:r>
                      <a:endParaRPr lang="da-DK" sz="1000">
                        <a:effectLst/>
                      </a:endParaRPr>
                    </a:p>
                    <a:p>
                      <a:pPr marL="67945">
                        <a:buNone/>
                      </a:pPr>
                      <a:r>
                        <a:rPr lang="en-US" sz="1000">
                          <a:effectLst/>
                        </a:rPr>
                        <a:t>Ayo</a:t>
                      </a:r>
                      <a:endParaRPr lang="da-DK"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342900" lvl="0" indent="-342900">
                        <a:lnSpc>
                          <a:spcPts val="1400"/>
                        </a:lnSpc>
                        <a:buSzPts val="1100"/>
                        <a:buFont typeface="Symbol" panose="05050102010706020507" pitchFamily="18" charset="2"/>
                        <a:buChar char=""/>
                        <a:tabLst>
                          <a:tab pos="525145" algn="l"/>
                        </a:tabLst>
                      </a:pPr>
                      <a:r>
                        <a:rPr lang="en-US" sz="1000" spc="-10">
                          <a:effectLst/>
                        </a:rPr>
                        <a:t>Forventningsafstemning</a:t>
                      </a:r>
                      <a:endParaRPr lang="da-DK" sz="1000" spc="0">
                        <a:effectLst/>
                      </a:endParaRPr>
                    </a:p>
                    <a:p>
                      <a:pPr marL="342900" lvl="0" indent="-342900">
                        <a:lnSpc>
                          <a:spcPts val="1395"/>
                        </a:lnSpc>
                        <a:buSzPts val="1100"/>
                        <a:buFont typeface="Symbol" panose="05050102010706020507" pitchFamily="18" charset="2"/>
                        <a:buChar char=""/>
                        <a:tabLst>
                          <a:tab pos="525145" algn="l"/>
                        </a:tabLst>
                      </a:pPr>
                      <a:r>
                        <a:rPr lang="en-US" sz="1000" spc="0">
                          <a:effectLst/>
                        </a:rPr>
                        <a:t>Introduktion</a:t>
                      </a:r>
                      <a:r>
                        <a:rPr lang="en-US" sz="1000" spc="-40">
                          <a:effectLst/>
                        </a:rPr>
                        <a:t> </a:t>
                      </a:r>
                      <a:r>
                        <a:rPr lang="en-US" sz="1000" spc="0">
                          <a:effectLst/>
                        </a:rPr>
                        <a:t>til</a:t>
                      </a:r>
                      <a:r>
                        <a:rPr lang="en-US" sz="1000" spc="-35">
                          <a:effectLst/>
                        </a:rPr>
                        <a:t> </a:t>
                      </a:r>
                      <a:r>
                        <a:rPr lang="en-US" sz="1000" spc="0">
                          <a:effectLst/>
                        </a:rPr>
                        <a:t>jura</a:t>
                      </a:r>
                      <a:r>
                        <a:rPr lang="en-US" sz="1000" spc="-40">
                          <a:effectLst/>
                        </a:rPr>
                        <a:t> </a:t>
                      </a:r>
                      <a:r>
                        <a:rPr lang="en-US" sz="1000" spc="0">
                          <a:effectLst/>
                        </a:rPr>
                        <a:t>og</a:t>
                      </a:r>
                      <a:r>
                        <a:rPr lang="en-US" sz="1000" spc="-40">
                          <a:effectLst/>
                        </a:rPr>
                        <a:t> </a:t>
                      </a:r>
                      <a:r>
                        <a:rPr lang="en-US" sz="1000" spc="-10">
                          <a:effectLst/>
                        </a:rPr>
                        <a:t>retssystemet</a:t>
                      </a:r>
                      <a:endParaRPr lang="da-DK" sz="1000" spc="0">
                        <a:effectLst/>
                      </a:endParaRPr>
                    </a:p>
                    <a:p>
                      <a:pPr marL="342900" lvl="0" indent="-342900">
                        <a:lnSpc>
                          <a:spcPts val="1395"/>
                        </a:lnSpc>
                        <a:buSzPts val="1100"/>
                        <a:buFont typeface="Symbol" panose="05050102010706020507" pitchFamily="18" charset="2"/>
                        <a:buChar char=""/>
                        <a:tabLst>
                          <a:tab pos="525145" algn="l"/>
                        </a:tabLst>
                      </a:pPr>
                      <a:r>
                        <a:rPr lang="en-US" sz="1000" spc="0">
                          <a:effectLst/>
                        </a:rPr>
                        <a:t>Juridisk</a:t>
                      </a:r>
                      <a:r>
                        <a:rPr lang="en-US" sz="1000" spc="-35">
                          <a:effectLst/>
                        </a:rPr>
                        <a:t> </a:t>
                      </a:r>
                      <a:r>
                        <a:rPr lang="en-US" sz="1000" spc="-10">
                          <a:effectLst/>
                        </a:rPr>
                        <a:t>metode</a:t>
                      </a:r>
                      <a:endParaRPr lang="da-DK" sz="1000" spc="0">
                        <a:effectLst/>
                        <a:latin typeface="Calibri" panose="020F0502020204030204" pitchFamily="34" charset="0"/>
                        <a:ea typeface="Symbol" panose="05050102010706020507" pitchFamily="18" charset="2"/>
                        <a:cs typeface="Symbol" panose="05050102010706020507" pitchFamily="18" charset="2"/>
                      </a:endParaRPr>
                    </a:p>
                  </a:txBody>
                  <a:tcPr marL="0" marR="0" marT="0" marB="0"/>
                </a:tc>
                <a:tc>
                  <a:txBody>
                    <a:bodyPr/>
                    <a:lstStyle/>
                    <a:p>
                      <a:pPr marL="342900" lvl="0" indent="-342900">
                        <a:lnSpc>
                          <a:spcPts val="1400"/>
                        </a:lnSpc>
                        <a:buSzPts val="1100"/>
                        <a:buFont typeface="Symbol" panose="05050102010706020507" pitchFamily="18" charset="2"/>
                        <a:buChar char=""/>
                        <a:tabLst>
                          <a:tab pos="525780" algn="l"/>
                        </a:tabLst>
                      </a:pPr>
                      <a:r>
                        <a:rPr lang="da-DK" sz="700" u="sng" spc="0">
                          <a:effectLst/>
                          <a:uFill>
                            <a:solidFill>
                              <a:srgbClr val="467885"/>
                            </a:solidFill>
                          </a:uFill>
                        </a:rPr>
                        <a:t>Skriftlig</a:t>
                      </a:r>
                      <a:r>
                        <a:rPr lang="da-DK" sz="700" u="sng" spc="-45">
                          <a:effectLst/>
                          <a:uFill>
                            <a:solidFill>
                              <a:srgbClr val="467885"/>
                            </a:solidFill>
                          </a:uFill>
                        </a:rPr>
                        <a:t> </a:t>
                      </a:r>
                      <a:r>
                        <a:rPr lang="da-DK" sz="700" u="sng" spc="0">
                          <a:effectLst/>
                          <a:uFill>
                            <a:solidFill>
                              <a:srgbClr val="467885"/>
                            </a:solidFill>
                          </a:uFill>
                        </a:rPr>
                        <a:t>jura</a:t>
                      </a:r>
                      <a:r>
                        <a:rPr lang="da-DK" sz="700" u="sng" spc="-35">
                          <a:effectLst/>
                          <a:uFill>
                            <a:solidFill>
                              <a:srgbClr val="467885"/>
                            </a:solidFill>
                          </a:uFill>
                        </a:rPr>
                        <a:t> </a:t>
                      </a:r>
                      <a:r>
                        <a:rPr lang="da-DK" sz="700" u="sng" spc="0">
                          <a:effectLst/>
                          <a:uFill>
                            <a:solidFill>
                              <a:srgbClr val="467885"/>
                            </a:solidFill>
                          </a:uFill>
                        </a:rPr>
                        <a:t>-</a:t>
                      </a:r>
                      <a:r>
                        <a:rPr lang="da-DK" sz="700" u="sng" spc="-40">
                          <a:effectLst/>
                          <a:uFill>
                            <a:solidFill>
                              <a:srgbClr val="467885"/>
                            </a:solidFill>
                          </a:uFill>
                        </a:rPr>
                        <a:t> </a:t>
                      </a:r>
                      <a:r>
                        <a:rPr lang="da-DK" sz="700" u="sng" spc="0">
                          <a:effectLst/>
                          <a:uFill>
                            <a:solidFill>
                              <a:srgbClr val="467885"/>
                            </a:solidFill>
                          </a:uFill>
                        </a:rPr>
                        <a:t>den</a:t>
                      </a:r>
                      <a:r>
                        <a:rPr lang="da-DK" sz="700" u="sng" spc="-50">
                          <a:effectLst/>
                          <a:uFill>
                            <a:solidFill>
                              <a:srgbClr val="467885"/>
                            </a:solidFill>
                          </a:uFill>
                        </a:rPr>
                        <a:t> </a:t>
                      </a:r>
                      <a:r>
                        <a:rPr lang="da-DK" sz="700" u="sng" spc="0">
                          <a:effectLst/>
                          <a:uFill>
                            <a:solidFill>
                              <a:srgbClr val="467885"/>
                            </a:solidFill>
                          </a:uFill>
                        </a:rPr>
                        <a:t>juridiske</a:t>
                      </a:r>
                      <a:r>
                        <a:rPr lang="da-DK" sz="700" u="sng" spc="-45">
                          <a:effectLst/>
                          <a:uFill>
                            <a:solidFill>
                              <a:srgbClr val="467885"/>
                            </a:solidFill>
                          </a:uFill>
                        </a:rPr>
                        <a:t> </a:t>
                      </a:r>
                      <a:r>
                        <a:rPr lang="da-DK" sz="700" u="sng" spc="0">
                          <a:effectLst/>
                          <a:uFill>
                            <a:solidFill>
                              <a:srgbClr val="467885"/>
                            </a:solidFill>
                          </a:uFill>
                        </a:rPr>
                        <a:t>fremstilling,</a:t>
                      </a:r>
                      <a:r>
                        <a:rPr lang="da-DK" sz="700" u="sng" spc="-40">
                          <a:effectLst/>
                          <a:uFill>
                            <a:solidFill>
                              <a:srgbClr val="467885"/>
                            </a:solidFill>
                          </a:uFill>
                        </a:rPr>
                        <a:t> </a:t>
                      </a:r>
                      <a:r>
                        <a:rPr lang="da-DK" sz="700" u="sng" spc="0">
                          <a:effectLst/>
                          <a:uFill>
                            <a:solidFill>
                              <a:srgbClr val="467885"/>
                            </a:solidFill>
                          </a:uFill>
                        </a:rPr>
                        <a:t>2.</a:t>
                      </a:r>
                      <a:r>
                        <a:rPr lang="da-DK" sz="700" u="sng" spc="-35">
                          <a:effectLst/>
                          <a:uFill>
                            <a:solidFill>
                              <a:srgbClr val="467885"/>
                            </a:solidFill>
                          </a:uFill>
                        </a:rPr>
                        <a:t> </a:t>
                      </a:r>
                      <a:r>
                        <a:rPr lang="da-DK" sz="700" u="sng" spc="0">
                          <a:effectLst/>
                          <a:uFill>
                            <a:solidFill>
                              <a:srgbClr val="467885"/>
                            </a:solidFill>
                          </a:uFill>
                        </a:rPr>
                        <a:t>udgave</a:t>
                      </a:r>
                      <a:r>
                        <a:rPr lang="da-DK" sz="700" u="sng" spc="-40">
                          <a:effectLst/>
                          <a:uFill>
                            <a:solidFill>
                              <a:srgbClr val="467885"/>
                            </a:solidFill>
                          </a:uFill>
                        </a:rPr>
                        <a:t> </a:t>
                      </a:r>
                      <a:r>
                        <a:rPr lang="da-DK" sz="700" u="sng" spc="0">
                          <a:effectLst/>
                          <a:uFill>
                            <a:solidFill>
                              <a:srgbClr val="467885"/>
                            </a:solidFill>
                          </a:uFill>
                        </a:rPr>
                        <a:t>(Ex</a:t>
                      </a:r>
                      <a:r>
                        <a:rPr lang="da-DK" sz="700" u="sng" spc="-30">
                          <a:effectLst/>
                          <a:uFill>
                            <a:solidFill>
                              <a:srgbClr val="467885"/>
                            </a:solidFill>
                          </a:uFill>
                        </a:rPr>
                        <a:t> </a:t>
                      </a:r>
                      <a:r>
                        <a:rPr lang="da-DK" sz="700" u="sng" spc="0">
                          <a:effectLst/>
                          <a:uFill>
                            <a:solidFill>
                              <a:srgbClr val="467885"/>
                            </a:solidFill>
                          </a:uFill>
                        </a:rPr>
                        <a:t>Tuto</a:t>
                      </a:r>
                      <a:r>
                        <a:rPr lang="da-DK" sz="700" u="sng" spc="-35">
                          <a:effectLst/>
                          <a:uFill>
                            <a:solidFill>
                              <a:srgbClr val="467885"/>
                            </a:solidFill>
                          </a:uFill>
                        </a:rPr>
                        <a:t> </a:t>
                      </a:r>
                      <a:r>
                        <a:rPr lang="da-DK" sz="700" u="sng" spc="-10">
                          <a:effectLst/>
                          <a:uFill>
                            <a:solidFill>
                              <a:srgbClr val="467885"/>
                            </a:solidFill>
                          </a:uFill>
                        </a:rPr>
                        <a:t>2020)</a:t>
                      </a:r>
                      <a:endParaRPr lang="da-DK" sz="700" spc="0">
                        <a:effectLst/>
                      </a:endParaRPr>
                    </a:p>
                    <a:p>
                      <a:pPr marL="742950" lvl="1" indent="-285750">
                        <a:lnSpc>
                          <a:spcPts val="1355"/>
                        </a:lnSpc>
                        <a:buSzPts val="1100"/>
                        <a:buFont typeface="Courier New" panose="02070309020205020404" pitchFamily="49" charset="0"/>
                        <a:buChar char="o"/>
                        <a:tabLst>
                          <a:tab pos="982345" algn="l"/>
                        </a:tabLst>
                      </a:pPr>
                      <a:r>
                        <a:rPr lang="da-DK" sz="700" spc="0">
                          <a:effectLst/>
                        </a:rPr>
                        <a:t>Kapitel</a:t>
                      </a:r>
                      <a:r>
                        <a:rPr lang="da-DK" sz="700" spc="-35">
                          <a:effectLst/>
                        </a:rPr>
                        <a:t> </a:t>
                      </a:r>
                      <a:r>
                        <a:rPr lang="da-DK" sz="700" spc="0">
                          <a:effectLst/>
                        </a:rPr>
                        <a:t>1</a:t>
                      </a:r>
                      <a:r>
                        <a:rPr lang="da-DK" sz="700" spc="-35">
                          <a:effectLst/>
                        </a:rPr>
                        <a:t> </a:t>
                      </a:r>
                      <a:r>
                        <a:rPr lang="da-DK" sz="700" spc="0">
                          <a:effectLst/>
                        </a:rPr>
                        <a:t>om</a:t>
                      </a:r>
                      <a:r>
                        <a:rPr lang="da-DK" sz="700" spc="-35">
                          <a:effectLst/>
                        </a:rPr>
                        <a:t> </a:t>
                      </a:r>
                      <a:r>
                        <a:rPr lang="da-DK" sz="700" spc="0">
                          <a:effectLst/>
                        </a:rPr>
                        <a:t>“Juridisk</a:t>
                      </a:r>
                      <a:r>
                        <a:rPr lang="da-DK" sz="700" spc="-30">
                          <a:effectLst/>
                        </a:rPr>
                        <a:t> </a:t>
                      </a:r>
                      <a:r>
                        <a:rPr lang="da-DK" sz="700" spc="0">
                          <a:effectLst/>
                        </a:rPr>
                        <a:t>metode</a:t>
                      </a:r>
                      <a:r>
                        <a:rPr lang="da-DK" sz="700" spc="-35">
                          <a:effectLst/>
                        </a:rPr>
                        <a:t> </a:t>
                      </a:r>
                      <a:r>
                        <a:rPr lang="da-DK" sz="700" spc="0">
                          <a:effectLst/>
                        </a:rPr>
                        <a:t>og</a:t>
                      </a:r>
                      <a:r>
                        <a:rPr lang="da-DK" sz="700" spc="-30">
                          <a:effectLst/>
                        </a:rPr>
                        <a:t> </a:t>
                      </a:r>
                      <a:r>
                        <a:rPr lang="da-DK" sz="700" spc="-10">
                          <a:effectLst/>
                        </a:rPr>
                        <a:t>argumentation” + kapitel 2 s. 45-51</a:t>
                      </a:r>
                      <a:endParaRPr lang="da-DK" sz="700" spc="0">
                        <a:effectLst/>
                      </a:endParaRPr>
                    </a:p>
                    <a:p>
                      <a:pPr marL="342900" lvl="0" indent="-342900">
                        <a:lnSpc>
                          <a:spcPts val="1380"/>
                        </a:lnSpc>
                        <a:buSzPts val="1100"/>
                        <a:buFont typeface="Symbol" panose="05050102010706020507" pitchFamily="18" charset="2"/>
                        <a:buChar char=""/>
                        <a:tabLst>
                          <a:tab pos="525780" algn="l"/>
                        </a:tabLst>
                      </a:pPr>
                      <a:r>
                        <a:rPr lang="en-US" sz="700" u="sng" spc="0">
                          <a:effectLst/>
                          <a:uFill>
                            <a:solidFill>
                              <a:srgbClr val="467885"/>
                            </a:solidFill>
                          </a:uFill>
                          <a:hlinkClick r:id="rId2"/>
                        </a:rPr>
                        <a:t>Law</a:t>
                      </a:r>
                      <a:r>
                        <a:rPr lang="en-US" sz="700" u="sng" spc="-30">
                          <a:effectLst/>
                          <a:uFill>
                            <a:solidFill>
                              <a:srgbClr val="467885"/>
                            </a:solidFill>
                          </a:uFill>
                          <a:hlinkClick r:id="rId2"/>
                        </a:rPr>
                        <a:t> </a:t>
                      </a:r>
                      <a:r>
                        <a:rPr lang="en-US" sz="700" u="sng" spc="0">
                          <a:effectLst/>
                          <a:uFill>
                            <a:solidFill>
                              <a:srgbClr val="467885"/>
                            </a:solidFill>
                          </a:uFill>
                          <a:hlinkClick r:id="rId2"/>
                        </a:rPr>
                        <a:t>for</a:t>
                      </a:r>
                      <a:r>
                        <a:rPr lang="en-US" sz="700" u="sng" spc="-30">
                          <a:effectLst/>
                          <a:uFill>
                            <a:solidFill>
                              <a:srgbClr val="467885"/>
                            </a:solidFill>
                          </a:uFill>
                          <a:hlinkClick r:id="rId2"/>
                        </a:rPr>
                        <a:t> </a:t>
                      </a:r>
                      <a:r>
                        <a:rPr lang="en-US" sz="700" u="sng" spc="0">
                          <a:effectLst/>
                          <a:uFill>
                            <a:solidFill>
                              <a:srgbClr val="467885"/>
                            </a:solidFill>
                          </a:uFill>
                          <a:hlinkClick r:id="rId2"/>
                        </a:rPr>
                        <a:t>Computer</a:t>
                      </a:r>
                      <a:r>
                        <a:rPr lang="en-US" sz="700" u="sng" spc="-35">
                          <a:effectLst/>
                          <a:uFill>
                            <a:solidFill>
                              <a:srgbClr val="467885"/>
                            </a:solidFill>
                          </a:uFill>
                          <a:hlinkClick r:id="rId2"/>
                        </a:rPr>
                        <a:t> </a:t>
                      </a:r>
                      <a:r>
                        <a:rPr lang="en-US" sz="700" u="sng" spc="0">
                          <a:effectLst/>
                          <a:uFill>
                            <a:solidFill>
                              <a:srgbClr val="467885"/>
                            </a:solidFill>
                          </a:uFill>
                          <a:hlinkClick r:id="rId2"/>
                        </a:rPr>
                        <a:t>Scientists</a:t>
                      </a:r>
                      <a:r>
                        <a:rPr lang="en-US" sz="700" u="sng" spc="-30">
                          <a:effectLst/>
                          <a:uFill>
                            <a:solidFill>
                              <a:srgbClr val="467885"/>
                            </a:solidFill>
                          </a:uFill>
                          <a:hlinkClick r:id="rId2"/>
                        </a:rPr>
                        <a:t> </a:t>
                      </a:r>
                      <a:r>
                        <a:rPr lang="en-US" sz="700" u="sng" spc="0">
                          <a:effectLst/>
                          <a:uFill>
                            <a:solidFill>
                              <a:srgbClr val="467885"/>
                            </a:solidFill>
                          </a:uFill>
                          <a:hlinkClick r:id="rId2"/>
                        </a:rPr>
                        <a:t>and</a:t>
                      </a:r>
                      <a:r>
                        <a:rPr lang="en-US" sz="700" u="sng" spc="-40">
                          <a:effectLst/>
                          <a:uFill>
                            <a:solidFill>
                              <a:srgbClr val="467885"/>
                            </a:solidFill>
                          </a:uFill>
                          <a:hlinkClick r:id="rId2"/>
                        </a:rPr>
                        <a:t> </a:t>
                      </a:r>
                      <a:r>
                        <a:rPr lang="en-US" sz="700" u="sng" spc="0">
                          <a:effectLst/>
                          <a:uFill>
                            <a:solidFill>
                              <a:srgbClr val="467885"/>
                            </a:solidFill>
                          </a:uFill>
                          <a:hlinkClick r:id="rId2"/>
                        </a:rPr>
                        <a:t>Other</a:t>
                      </a:r>
                      <a:r>
                        <a:rPr lang="en-US" sz="700" u="sng" spc="-45">
                          <a:effectLst/>
                          <a:uFill>
                            <a:solidFill>
                              <a:srgbClr val="467885"/>
                            </a:solidFill>
                          </a:uFill>
                          <a:hlinkClick r:id="rId2"/>
                        </a:rPr>
                        <a:t> </a:t>
                      </a:r>
                      <a:r>
                        <a:rPr lang="en-US" sz="700" u="sng" spc="0">
                          <a:effectLst/>
                          <a:uFill>
                            <a:solidFill>
                              <a:srgbClr val="467885"/>
                            </a:solidFill>
                          </a:uFill>
                          <a:hlinkClick r:id="rId2"/>
                        </a:rPr>
                        <a:t>Folk</a:t>
                      </a:r>
                      <a:r>
                        <a:rPr lang="en-US" sz="700" u="sng" spc="-35">
                          <a:effectLst/>
                          <a:uFill>
                            <a:solidFill>
                              <a:srgbClr val="467885"/>
                            </a:solidFill>
                          </a:uFill>
                          <a:hlinkClick r:id="rId2"/>
                        </a:rPr>
                        <a:t> </a:t>
                      </a:r>
                      <a:r>
                        <a:rPr lang="en-US" sz="700" u="sng" spc="0">
                          <a:effectLst/>
                          <a:uFill>
                            <a:solidFill>
                              <a:srgbClr val="467885"/>
                            </a:solidFill>
                          </a:uFill>
                          <a:hlinkClick r:id="rId2"/>
                        </a:rPr>
                        <a:t>|</a:t>
                      </a:r>
                      <a:r>
                        <a:rPr lang="en-US" sz="700" u="sng" spc="-35">
                          <a:effectLst/>
                          <a:uFill>
                            <a:solidFill>
                              <a:srgbClr val="467885"/>
                            </a:solidFill>
                          </a:uFill>
                          <a:hlinkClick r:id="rId2"/>
                        </a:rPr>
                        <a:t> </a:t>
                      </a:r>
                      <a:r>
                        <a:rPr lang="en-US" sz="700" u="sng" spc="0">
                          <a:effectLst/>
                          <a:uFill>
                            <a:solidFill>
                              <a:srgbClr val="467885"/>
                            </a:solidFill>
                          </a:uFill>
                          <a:hlinkClick r:id="rId2"/>
                        </a:rPr>
                        <a:t>Oxford</a:t>
                      </a:r>
                      <a:r>
                        <a:rPr lang="en-US" sz="700" u="sng" spc="-35">
                          <a:effectLst/>
                          <a:uFill>
                            <a:solidFill>
                              <a:srgbClr val="467885"/>
                            </a:solidFill>
                          </a:uFill>
                          <a:hlinkClick r:id="rId2"/>
                        </a:rPr>
                        <a:t> </a:t>
                      </a:r>
                      <a:r>
                        <a:rPr lang="en-US" sz="700" u="sng" spc="0">
                          <a:effectLst/>
                          <a:uFill>
                            <a:solidFill>
                              <a:srgbClr val="467885"/>
                            </a:solidFill>
                          </a:uFill>
                          <a:hlinkClick r:id="rId2"/>
                        </a:rPr>
                        <a:t>Academic</a:t>
                      </a:r>
                      <a:r>
                        <a:rPr lang="en-US" sz="700" u="sng" spc="-35">
                          <a:effectLst/>
                          <a:uFill>
                            <a:solidFill>
                              <a:srgbClr val="467885"/>
                            </a:solidFill>
                          </a:uFill>
                          <a:hlinkClick r:id="rId2"/>
                        </a:rPr>
                        <a:t> </a:t>
                      </a:r>
                      <a:r>
                        <a:rPr lang="en-US" sz="700" u="sng" spc="-10">
                          <a:effectLst/>
                          <a:uFill>
                            <a:solidFill>
                              <a:srgbClr val="467885"/>
                            </a:solidFill>
                          </a:uFill>
                          <a:hlinkClick r:id="rId2"/>
                        </a:rPr>
                        <a:t>(oup.com)</a:t>
                      </a:r>
                      <a:endParaRPr lang="da-DK" sz="700" spc="0">
                        <a:effectLst/>
                      </a:endParaRPr>
                    </a:p>
                    <a:p>
                      <a:pPr marL="742950" lvl="1" indent="-285750">
                        <a:buSzPts val="1100"/>
                        <a:buFont typeface="Courier New" panose="02070309020205020404" pitchFamily="49" charset="0"/>
                        <a:buChar char="o"/>
                        <a:tabLst>
                          <a:tab pos="982345" algn="l"/>
                        </a:tabLst>
                      </a:pPr>
                      <a:r>
                        <a:rPr lang="en-US" sz="700" u="sng" spc="0">
                          <a:effectLst/>
                          <a:hlinkClick r:id="rId2"/>
                        </a:rPr>
                        <a:t>Kapitel</a:t>
                      </a:r>
                      <a:r>
                        <a:rPr lang="en-US" sz="700" u="sng" spc="-30">
                          <a:effectLst/>
                          <a:hlinkClick r:id="rId2"/>
                        </a:rPr>
                        <a:t> </a:t>
                      </a:r>
                      <a:r>
                        <a:rPr lang="en-US" sz="700" u="sng" spc="0">
                          <a:effectLst/>
                          <a:hlinkClick r:id="rId2"/>
                        </a:rPr>
                        <a:t>2</a:t>
                      </a:r>
                      <a:r>
                        <a:rPr lang="en-US" sz="700" u="sng" spc="-30">
                          <a:effectLst/>
                          <a:hlinkClick r:id="rId2"/>
                        </a:rPr>
                        <a:t> </a:t>
                      </a:r>
                      <a:r>
                        <a:rPr lang="en-US" sz="700" u="sng" spc="0">
                          <a:effectLst/>
                          <a:hlinkClick r:id="rId2"/>
                        </a:rPr>
                        <a:t>–</a:t>
                      </a:r>
                      <a:r>
                        <a:rPr lang="en-US" sz="700" u="sng" spc="-35">
                          <a:effectLst/>
                          <a:hlinkClick r:id="rId2"/>
                        </a:rPr>
                        <a:t> </a:t>
                      </a:r>
                      <a:r>
                        <a:rPr lang="en-US" sz="700" u="sng" spc="0">
                          <a:effectLst/>
                          <a:hlinkClick r:id="rId2"/>
                        </a:rPr>
                        <a:t>Law,</a:t>
                      </a:r>
                      <a:r>
                        <a:rPr lang="en-US" sz="700" u="sng" spc="-35">
                          <a:effectLst/>
                          <a:hlinkClick r:id="rId2"/>
                        </a:rPr>
                        <a:t> </a:t>
                      </a:r>
                      <a:r>
                        <a:rPr lang="en-US" sz="700" u="sng" spc="0">
                          <a:effectLst/>
                          <a:hlinkClick r:id="rId2"/>
                        </a:rPr>
                        <a:t>Democracy</a:t>
                      </a:r>
                      <a:r>
                        <a:rPr lang="en-US" sz="700" u="sng" spc="-35">
                          <a:effectLst/>
                          <a:hlinkClick r:id="rId2"/>
                        </a:rPr>
                        <a:t> </a:t>
                      </a:r>
                      <a:r>
                        <a:rPr lang="en-US" sz="700" u="sng" spc="0">
                          <a:effectLst/>
                          <a:hlinkClick r:id="rId2"/>
                        </a:rPr>
                        <a:t>and</a:t>
                      </a:r>
                      <a:r>
                        <a:rPr lang="en-US" sz="700" u="sng" spc="-35">
                          <a:effectLst/>
                          <a:hlinkClick r:id="rId2"/>
                        </a:rPr>
                        <a:t> </a:t>
                      </a:r>
                      <a:r>
                        <a:rPr lang="en-US" sz="700" u="sng" spc="0">
                          <a:effectLst/>
                          <a:hlinkClick r:id="rId2"/>
                        </a:rPr>
                        <a:t>the</a:t>
                      </a:r>
                      <a:r>
                        <a:rPr lang="en-US" sz="700" u="sng" spc="-25">
                          <a:effectLst/>
                          <a:hlinkClick r:id="rId2"/>
                        </a:rPr>
                        <a:t> </a:t>
                      </a:r>
                      <a:r>
                        <a:rPr lang="en-US" sz="700" u="sng" spc="0">
                          <a:effectLst/>
                          <a:hlinkClick r:id="rId2"/>
                        </a:rPr>
                        <a:t>Rule</a:t>
                      </a:r>
                      <a:r>
                        <a:rPr lang="en-US" sz="700" u="sng" spc="-30">
                          <a:effectLst/>
                          <a:hlinkClick r:id="rId2"/>
                        </a:rPr>
                        <a:t> </a:t>
                      </a:r>
                      <a:r>
                        <a:rPr lang="en-US" sz="700" u="sng" spc="0">
                          <a:effectLst/>
                          <a:hlinkClick r:id="rId2"/>
                        </a:rPr>
                        <a:t>of</a:t>
                      </a:r>
                      <a:r>
                        <a:rPr lang="en-US" sz="700" u="sng" spc="-35">
                          <a:effectLst/>
                          <a:hlinkClick r:id="rId2"/>
                        </a:rPr>
                        <a:t> </a:t>
                      </a:r>
                      <a:r>
                        <a:rPr lang="en-US" sz="700" u="sng" spc="-25">
                          <a:effectLst/>
                          <a:hlinkClick r:id="rId2"/>
                        </a:rPr>
                        <a:t>Law</a:t>
                      </a:r>
                      <a:endParaRPr lang="da-DK" sz="700" spc="0">
                        <a:effectLst/>
                        <a:latin typeface="Calibri" panose="020F0502020204030204" pitchFamily="34" charset="0"/>
                        <a:ea typeface="Courier New" panose="02070309020205020404" pitchFamily="49" charset="0"/>
                        <a:cs typeface="Times New Roman" panose="02020603050405020304" pitchFamily="18" charset="0"/>
                      </a:endParaRPr>
                    </a:p>
                  </a:txBody>
                  <a:tcPr marL="0" marR="0" marT="0" marB="0"/>
                </a:tc>
                <a:extLst>
                  <a:ext uri="{0D108BD9-81ED-4DB2-BD59-A6C34878D82A}">
                    <a16:rowId xmlns:a16="http://schemas.microsoft.com/office/drawing/2014/main" val="3685642253"/>
                  </a:ext>
                </a:extLst>
              </a:tr>
              <a:tr h="879629">
                <a:tc>
                  <a:txBody>
                    <a:bodyPr/>
                    <a:lstStyle/>
                    <a:p>
                      <a:pPr marL="67945">
                        <a:spcBef>
                          <a:spcPts val="5"/>
                        </a:spcBef>
                        <a:buNone/>
                      </a:pPr>
                      <a:r>
                        <a:rPr lang="en-US" sz="1000">
                          <a:effectLst/>
                        </a:rPr>
                        <a:t>28.10.</a:t>
                      </a:r>
                      <a:endParaRPr lang="da-DK" sz="1000">
                        <a:effectLst/>
                      </a:endParaRPr>
                    </a:p>
                    <a:p>
                      <a:pPr marL="67945">
                        <a:spcBef>
                          <a:spcPts val="5"/>
                        </a:spcBef>
                        <a:buNone/>
                      </a:pPr>
                      <a:r>
                        <a:rPr lang="en-US" sz="1000">
                          <a:effectLst/>
                        </a:rPr>
                        <a:t>Jesper</a:t>
                      </a:r>
                      <a:endParaRPr lang="da-DK"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342900" lvl="0" indent="-342900">
                        <a:lnSpc>
                          <a:spcPts val="1400"/>
                        </a:lnSpc>
                        <a:buSzPts val="1100"/>
                        <a:buFont typeface="Symbol" panose="05050102010706020507" pitchFamily="18" charset="2"/>
                        <a:buChar char=""/>
                        <a:tabLst>
                          <a:tab pos="525145" algn="l"/>
                        </a:tabLst>
                      </a:pPr>
                      <a:r>
                        <a:rPr lang="da-DK" sz="1000" spc="0">
                          <a:effectLst/>
                        </a:rPr>
                        <a:t>Historisk</a:t>
                      </a:r>
                      <a:r>
                        <a:rPr lang="da-DK" sz="1000" spc="-50">
                          <a:effectLst/>
                        </a:rPr>
                        <a:t> </a:t>
                      </a:r>
                      <a:r>
                        <a:rPr lang="da-DK" sz="1000" spc="0">
                          <a:effectLst/>
                        </a:rPr>
                        <a:t>og</a:t>
                      </a:r>
                      <a:r>
                        <a:rPr lang="da-DK" sz="1000" spc="-30">
                          <a:effectLst/>
                        </a:rPr>
                        <a:t> </a:t>
                      </a:r>
                      <a:r>
                        <a:rPr lang="da-DK" sz="1000" spc="0">
                          <a:effectLst/>
                        </a:rPr>
                        <a:t>aktuel</a:t>
                      </a:r>
                      <a:r>
                        <a:rPr lang="da-DK" sz="1000" spc="-35">
                          <a:effectLst/>
                        </a:rPr>
                        <a:t> </a:t>
                      </a:r>
                      <a:r>
                        <a:rPr lang="da-DK" sz="1000" spc="0">
                          <a:effectLst/>
                        </a:rPr>
                        <a:t>regulering</a:t>
                      </a:r>
                      <a:r>
                        <a:rPr lang="da-DK" sz="1000" spc="-35">
                          <a:effectLst/>
                        </a:rPr>
                        <a:t> </a:t>
                      </a:r>
                      <a:r>
                        <a:rPr lang="da-DK" sz="1000" spc="0">
                          <a:effectLst/>
                        </a:rPr>
                        <a:t>af</a:t>
                      </a:r>
                      <a:r>
                        <a:rPr lang="da-DK" sz="1000" spc="-35">
                          <a:effectLst/>
                        </a:rPr>
                        <a:t> </a:t>
                      </a:r>
                      <a:r>
                        <a:rPr lang="da-DK" sz="1000" spc="0">
                          <a:effectLst/>
                        </a:rPr>
                        <a:t>digitale</a:t>
                      </a:r>
                      <a:r>
                        <a:rPr lang="da-DK" sz="1000" spc="-35">
                          <a:effectLst/>
                        </a:rPr>
                        <a:t> </a:t>
                      </a:r>
                      <a:r>
                        <a:rPr lang="da-DK" sz="1000" spc="-10">
                          <a:effectLst/>
                        </a:rPr>
                        <a:t>teknologier</a:t>
                      </a:r>
                      <a:endParaRPr lang="da-DK" sz="1000" spc="0">
                        <a:effectLst/>
                        <a:latin typeface="Calibri" panose="020F0502020204030204" pitchFamily="34" charset="0"/>
                        <a:ea typeface="Symbol" panose="05050102010706020507" pitchFamily="18" charset="2"/>
                        <a:cs typeface="Symbol" panose="05050102010706020507" pitchFamily="18" charset="2"/>
                      </a:endParaRPr>
                    </a:p>
                  </a:txBody>
                  <a:tcPr marL="0" marR="0" marT="0" marB="0"/>
                </a:tc>
                <a:tc>
                  <a:txBody>
                    <a:bodyPr/>
                    <a:lstStyle/>
                    <a:p>
                      <a:pPr marL="342900" marR="282575" lvl="0" indent="-342900">
                        <a:buSzPts val="1100"/>
                        <a:buFont typeface="Symbol" panose="05050102010706020507" pitchFamily="18" charset="2"/>
                        <a:buChar char=""/>
                        <a:tabLst>
                          <a:tab pos="525780" algn="l"/>
                        </a:tabLst>
                      </a:pPr>
                      <a:r>
                        <a:rPr lang="en-US" sz="700" u="sng" spc="0">
                          <a:effectLst/>
                          <a:hlinkClick r:id="rId3"/>
                        </a:rPr>
                        <a:t>The</a:t>
                      </a:r>
                      <a:r>
                        <a:rPr lang="en-US" sz="700" u="sng" spc="-35">
                          <a:effectLst/>
                          <a:hlinkClick r:id="rId3"/>
                        </a:rPr>
                        <a:t> </a:t>
                      </a:r>
                      <a:r>
                        <a:rPr lang="en-US" sz="700" u="sng" spc="0">
                          <a:effectLst/>
                          <a:hlinkClick r:id="rId3"/>
                        </a:rPr>
                        <a:t>tidal</a:t>
                      </a:r>
                      <a:r>
                        <a:rPr lang="en-US" sz="700" u="sng" spc="-35">
                          <a:effectLst/>
                          <a:hlinkClick r:id="rId3"/>
                        </a:rPr>
                        <a:t> </a:t>
                      </a:r>
                      <a:r>
                        <a:rPr lang="en-US" sz="700" u="sng" spc="0">
                          <a:effectLst/>
                          <a:hlinkClick r:id="rId3"/>
                        </a:rPr>
                        <a:t>wave</a:t>
                      </a:r>
                      <a:r>
                        <a:rPr lang="en-US" sz="700" u="sng" spc="-40">
                          <a:effectLst/>
                          <a:hlinkClick r:id="rId3"/>
                        </a:rPr>
                        <a:t> </a:t>
                      </a:r>
                      <a:r>
                        <a:rPr lang="en-US" sz="700" u="sng" spc="0">
                          <a:effectLst/>
                          <a:hlinkClick r:id="rId3"/>
                        </a:rPr>
                        <a:t>of</a:t>
                      </a:r>
                      <a:r>
                        <a:rPr lang="en-US" sz="700" u="sng" spc="-35">
                          <a:effectLst/>
                          <a:hlinkClick r:id="rId3"/>
                        </a:rPr>
                        <a:t> </a:t>
                      </a:r>
                      <a:r>
                        <a:rPr lang="en-US" sz="700" u="sng" spc="0">
                          <a:effectLst/>
                          <a:hlinkClick r:id="rId3"/>
                        </a:rPr>
                        <a:t>EU</a:t>
                      </a:r>
                      <a:r>
                        <a:rPr lang="en-US" sz="700" u="sng" spc="-35">
                          <a:effectLst/>
                          <a:hlinkClick r:id="rId3"/>
                        </a:rPr>
                        <a:t> </a:t>
                      </a:r>
                      <a:r>
                        <a:rPr lang="en-US" sz="700" u="sng" spc="0">
                          <a:effectLst/>
                          <a:hlinkClick r:id="rId3"/>
                        </a:rPr>
                        <a:t>technology</a:t>
                      </a:r>
                      <a:r>
                        <a:rPr lang="en-US" sz="700" u="sng" spc="-35">
                          <a:effectLst/>
                          <a:hlinkClick r:id="rId3"/>
                        </a:rPr>
                        <a:t> </a:t>
                      </a:r>
                      <a:r>
                        <a:rPr lang="en-US" sz="700" u="sng" spc="0">
                          <a:effectLst/>
                          <a:hlinkClick r:id="rId3"/>
                        </a:rPr>
                        <a:t>regulation:</a:t>
                      </a:r>
                      <a:r>
                        <a:rPr lang="en-US" sz="700" u="sng" spc="-40">
                          <a:effectLst/>
                          <a:hlinkClick r:id="rId3"/>
                        </a:rPr>
                        <a:t> </a:t>
                      </a:r>
                      <a:r>
                        <a:rPr lang="en-US" sz="700" u="sng" spc="0">
                          <a:effectLst/>
                          <a:hlinkClick r:id="rId3"/>
                        </a:rPr>
                        <a:t>Paving</a:t>
                      </a:r>
                      <a:r>
                        <a:rPr lang="en-US" sz="700" u="sng" spc="-40">
                          <a:effectLst/>
                          <a:hlinkClick r:id="rId3"/>
                        </a:rPr>
                        <a:t> </a:t>
                      </a:r>
                      <a:r>
                        <a:rPr lang="en-US" sz="700" u="sng" spc="0">
                          <a:effectLst/>
                          <a:hlinkClick r:id="rId3"/>
                        </a:rPr>
                        <a:t>the</a:t>
                      </a:r>
                      <a:r>
                        <a:rPr lang="en-US" sz="700" u="sng" spc="-35">
                          <a:effectLst/>
                          <a:hlinkClick r:id="rId3"/>
                        </a:rPr>
                        <a:t> </a:t>
                      </a:r>
                      <a:r>
                        <a:rPr lang="en-US" sz="700" u="sng" spc="0">
                          <a:effectLst/>
                          <a:hlinkClick r:id="rId3"/>
                        </a:rPr>
                        <a:t>way</a:t>
                      </a:r>
                      <a:r>
                        <a:rPr lang="en-US" sz="700" u="sng" spc="-40">
                          <a:effectLst/>
                          <a:hlinkClick r:id="rId3"/>
                        </a:rPr>
                        <a:t> </a:t>
                      </a:r>
                      <a:r>
                        <a:rPr lang="en-US" sz="700" u="sng" spc="0">
                          <a:effectLst/>
                          <a:hlinkClick r:id="rId3"/>
                        </a:rPr>
                        <a:t>for</a:t>
                      </a:r>
                      <a:r>
                        <a:rPr lang="en-US" sz="700" u="sng" spc="-45">
                          <a:effectLst/>
                          <a:hlinkClick r:id="rId3"/>
                        </a:rPr>
                        <a:t> </a:t>
                      </a:r>
                      <a:r>
                        <a:rPr lang="en-US" sz="700" u="sng" spc="0">
                          <a:effectLst/>
                          <a:hlinkClick r:id="rId3"/>
                        </a:rPr>
                        <a:t>European</a:t>
                      </a:r>
                      <a:r>
                        <a:rPr lang="en-US" sz="700" spc="0">
                          <a:effectLst/>
                        </a:rPr>
                        <a:t> </a:t>
                      </a:r>
                      <a:r>
                        <a:rPr lang="en-US" sz="700" u="sng" spc="0">
                          <a:effectLst/>
                          <a:hlinkClick r:id="rId3"/>
                        </a:rPr>
                        <a:t>digital sovereignty - Copenhagen Legal/Tech BLOG (ku.dk)</a:t>
                      </a:r>
                      <a:endParaRPr lang="da-DK" sz="700" spc="0">
                        <a:effectLst/>
                      </a:endParaRPr>
                    </a:p>
                    <a:p>
                      <a:pPr marL="742950" marR="200025" lvl="1" indent="-285750">
                        <a:lnSpc>
                          <a:spcPct val="97000"/>
                        </a:lnSpc>
                        <a:spcBef>
                          <a:spcPts val="20"/>
                        </a:spcBef>
                        <a:buSzPts val="1100"/>
                        <a:buFont typeface="Courier New" panose="02070309020205020404" pitchFamily="49" charset="0"/>
                        <a:buChar char="o"/>
                        <a:tabLst>
                          <a:tab pos="982980" algn="l"/>
                        </a:tabLst>
                      </a:pPr>
                      <a:r>
                        <a:rPr lang="en-US" sz="700" spc="0">
                          <a:effectLst/>
                        </a:rPr>
                        <a:t>Nine</a:t>
                      </a:r>
                      <a:r>
                        <a:rPr lang="en-US" sz="700" spc="-35">
                          <a:effectLst/>
                        </a:rPr>
                        <a:t> </a:t>
                      </a:r>
                      <a:r>
                        <a:rPr lang="en-US" sz="700" spc="0">
                          <a:effectLst/>
                        </a:rPr>
                        <a:t>Riis,</a:t>
                      </a:r>
                      <a:r>
                        <a:rPr lang="en-US" sz="700" spc="-35">
                          <a:effectLst/>
                        </a:rPr>
                        <a:t> </a:t>
                      </a:r>
                      <a:r>
                        <a:rPr lang="en-US" sz="700" spc="0">
                          <a:effectLst/>
                        </a:rPr>
                        <a:t>former</a:t>
                      </a:r>
                      <a:r>
                        <a:rPr lang="en-US" sz="700" spc="-35">
                          <a:effectLst/>
                        </a:rPr>
                        <a:t> </a:t>
                      </a:r>
                      <a:r>
                        <a:rPr lang="en-US" sz="700" spc="0">
                          <a:effectLst/>
                        </a:rPr>
                        <a:t>assistant</a:t>
                      </a:r>
                      <a:r>
                        <a:rPr lang="en-US" sz="700" spc="-45">
                          <a:effectLst/>
                        </a:rPr>
                        <a:t> </a:t>
                      </a:r>
                      <a:r>
                        <a:rPr lang="en-US" sz="700" spc="0">
                          <a:effectLst/>
                        </a:rPr>
                        <a:t>attorney</a:t>
                      </a:r>
                      <a:r>
                        <a:rPr lang="en-US" sz="700" spc="-35">
                          <a:effectLst/>
                        </a:rPr>
                        <a:t> </a:t>
                      </a:r>
                      <a:r>
                        <a:rPr lang="en-US" sz="700" spc="0">
                          <a:effectLst/>
                        </a:rPr>
                        <a:t>and</a:t>
                      </a:r>
                      <a:r>
                        <a:rPr lang="en-US" sz="700" spc="-45">
                          <a:effectLst/>
                        </a:rPr>
                        <a:t> </a:t>
                      </a:r>
                      <a:r>
                        <a:rPr lang="en-US" sz="700" spc="0">
                          <a:effectLst/>
                        </a:rPr>
                        <a:t>now</a:t>
                      </a:r>
                      <a:r>
                        <a:rPr lang="en-US" sz="700" spc="-45">
                          <a:effectLst/>
                        </a:rPr>
                        <a:t> </a:t>
                      </a:r>
                      <a:r>
                        <a:rPr lang="en-US" sz="700" spc="0">
                          <a:effectLst/>
                        </a:rPr>
                        <a:t>PhD</a:t>
                      </a:r>
                      <a:r>
                        <a:rPr lang="en-US" sz="700" spc="-30">
                          <a:effectLst/>
                        </a:rPr>
                        <a:t> </a:t>
                      </a:r>
                      <a:r>
                        <a:rPr lang="en-US" sz="700" spc="0">
                          <a:effectLst/>
                        </a:rPr>
                        <a:t>student</a:t>
                      </a:r>
                      <a:r>
                        <a:rPr lang="en-US" sz="700" spc="-35">
                          <a:effectLst/>
                        </a:rPr>
                        <a:t> </a:t>
                      </a:r>
                      <a:r>
                        <a:rPr lang="en-US" sz="700" spc="0">
                          <a:effectLst/>
                        </a:rPr>
                        <a:t>at</a:t>
                      </a:r>
                      <a:r>
                        <a:rPr lang="en-US" sz="700" spc="-35">
                          <a:effectLst/>
                        </a:rPr>
                        <a:t> </a:t>
                      </a:r>
                      <a:r>
                        <a:rPr lang="en-US" sz="700" spc="0">
                          <a:effectLst/>
                        </a:rPr>
                        <a:t>UCPH focusing on data contracts</a:t>
                      </a:r>
                      <a:endParaRPr lang="da-DK" sz="700" spc="0">
                        <a:effectLst/>
                      </a:endParaRPr>
                    </a:p>
                    <a:p>
                      <a:pPr marL="742950" lvl="1" indent="-285750">
                        <a:lnSpc>
                          <a:spcPts val="1360"/>
                        </a:lnSpc>
                        <a:buSzPts val="1100"/>
                        <a:buFont typeface="Courier New" panose="02070309020205020404" pitchFamily="49" charset="0"/>
                        <a:buChar char="o"/>
                        <a:tabLst>
                          <a:tab pos="982345" algn="l"/>
                        </a:tabLst>
                      </a:pPr>
                      <a:r>
                        <a:rPr lang="en-US" sz="700" spc="0">
                          <a:effectLst/>
                        </a:rPr>
                        <a:t>Emil</a:t>
                      </a:r>
                      <a:r>
                        <a:rPr lang="en-US" sz="700" spc="-55">
                          <a:effectLst/>
                        </a:rPr>
                        <a:t> </a:t>
                      </a:r>
                      <a:r>
                        <a:rPr lang="en-US" sz="700" spc="0">
                          <a:effectLst/>
                        </a:rPr>
                        <a:t>Agerskov</a:t>
                      </a:r>
                      <a:r>
                        <a:rPr lang="en-US" sz="700" spc="-55">
                          <a:effectLst/>
                        </a:rPr>
                        <a:t> </a:t>
                      </a:r>
                      <a:r>
                        <a:rPr lang="en-US" sz="700" spc="0">
                          <a:effectLst/>
                        </a:rPr>
                        <a:t>Thuesen,</a:t>
                      </a:r>
                      <a:r>
                        <a:rPr lang="en-US" sz="700" spc="-60">
                          <a:effectLst/>
                        </a:rPr>
                        <a:t> </a:t>
                      </a:r>
                      <a:r>
                        <a:rPr lang="en-US" sz="700" spc="0">
                          <a:effectLst/>
                        </a:rPr>
                        <a:t>Certified</a:t>
                      </a:r>
                      <a:r>
                        <a:rPr lang="en-US" sz="700" spc="-50">
                          <a:effectLst/>
                        </a:rPr>
                        <a:t> </a:t>
                      </a:r>
                      <a:r>
                        <a:rPr lang="en-US" sz="700" spc="0">
                          <a:effectLst/>
                        </a:rPr>
                        <a:t>IT-attorney</a:t>
                      </a:r>
                      <a:r>
                        <a:rPr lang="en-US" sz="700" spc="-45">
                          <a:effectLst/>
                        </a:rPr>
                        <a:t> </a:t>
                      </a:r>
                      <a:r>
                        <a:rPr lang="en-US" sz="700" spc="0">
                          <a:effectLst/>
                        </a:rPr>
                        <a:t>at</a:t>
                      </a:r>
                      <a:r>
                        <a:rPr lang="en-US" sz="700" spc="-60">
                          <a:effectLst/>
                        </a:rPr>
                        <a:t> </a:t>
                      </a:r>
                      <a:r>
                        <a:rPr lang="en-US" sz="700" spc="0">
                          <a:effectLst/>
                        </a:rPr>
                        <a:t>Plesner</a:t>
                      </a:r>
                      <a:r>
                        <a:rPr lang="en-US" sz="700" spc="-60">
                          <a:effectLst/>
                        </a:rPr>
                        <a:t> </a:t>
                      </a:r>
                      <a:r>
                        <a:rPr lang="en-US" sz="700" spc="0">
                          <a:effectLst/>
                        </a:rPr>
                        <a:t>Law</a:t>
                      </a:r>
                      <a:r>
                        <a:rPr lang="en-US" sz="700" spc="-50">
                          <a:effectLst/>
                        </a:rPr>
                        <a:t> </a:t>
                      </a:r>
                      <a:r>
                        <a:rPr lang="en-US" sz="700" spc="-20">
                          <a:effectLst/>
                        </a:rPr>
                        <a:t>Firm</a:t>
                      </a:r>
                      <a:endParaRPr lang="da-DK" sz="700" spc="0">
                        <a:effectLst/>
                      </a:endParaRPr>
                    </a:p>
                    <a:p>
                      <a:pPr marL="742950" lvl="1" indent="-285750">
                        <a:lnSpc>
                          <a:spcPts val="1345"/>
                        </a:lnSpc>
                        <a:buSzPts val="1100"/>
                        <a:buFont typeface="Courier New" panose="02070309020205020404" pitchFamily="49" charset="0"/>
                        <a:buChar char="o"/>
                        <a:tabLst>
                          <a:tab pos="982345" algn="l"/>
                        </a:tabLst>
                      </a:pPr>
                      <a:r>
                        <a:rPr lang="en-US" sz="700" spc="0">
                          <a:effectLst/>
                        </a:rPr>
                        <a:t>Jesper</a:t>
                      </a:r>
                      <a:r>
                        <a:rPr lang="en-US" sz="700" spc="-55">
                          <a:effectLst/>
                        </a:rPr>
                        <a:t> </a:t>
                      </a:r>
                      <a:r>
                        <a:rPr lang="en-US" sz="700" spc="0">
                          <a:effectLst/>
                        </a:rPr>
                        <a:t>Løffler</a:t>
                      </a:r>
                      <a:r>
                        <a:rPr lang="en-US" sz="700" spc="-55">
                          <a:effectLst/>
                        </a:rPr>
                        <a:t> </a:t>
                      </a:r>
                      <a:r>
                        <a:rPr lang="en-US" sz="700" spc="0">
                          <a:effectLst/>
                        </a:rPr>
                        <a:t>Nielsen,</a:t>
                      </a:r>
                      <a:r>
                        <a:rPr lang="en-US" sz="700" spc="-60">
                          <a:effectLst/>
                        </a:rPr>
                        <a:t> </a:t>
                      </a:r>
                      <a:r>
                        <a:rPr lang="en-US" sz="700" spc="0">
                          <a:effectLst/>
                        </a:rPr>
                        <a:t>PhD,</a:t>
                      </a:r>
                      <a:r>
                        <a:rPr lang="en-US" sz="700" spc="-60">
                          <a:effectLst/>
                        </a:rPr>
                        <a:t> </a:t>
                      </a:r>
                      <a:r>
                        <a:rPr lang="en-US" sz="700" spc="0">
                          <a:effectLst/>
                        </a:rPr>
                        <a:t>Certified</a:t>
                      </a:r>
                      <a:r>
                        <a:rPr lang="en-US" sz="700" spc="-55">
                          <a:effectLst/>
                        </a:rPr>
                        <a:t> </a:t>
                      </a:r>
                      <a:r>
                        <a:rPr lang="en-US" sz="700" spc="0">
                          <a:effectLst/>
                        </a:rPr>
                        <a:t>IT-attorney</a:t>
                      </a:r>
                      <a:r>
                        <a:rPr lang="en-US" sz="700" spc="-50">
                          <a:effectLst/>
                        </a:rPr>
                        <a:t> </a:t>
                      </a:r>
                      <a:r>
                        <a:rPr lang="en-US" sz="700" spc="0">
                          <a:effectLst/>
                        </a:rPr>
                        <a:t>at</a:t>
                      </a:r>
                      <a:r>
                        <a:rPr lang="en-US" sz="700" spc="-60">
                          <a:effectLst/>
                        </a:rPr>
                        <a:t> </a:t>
                      </a:r>
                      <a:r>
                        <a:rPr lang="en-US" sz="700" spc="0">
                          <a:effectLst/>
                        </a:rPr>
                        <a:t>Focus</a:t>
                      </a:r>
                      <a:r>
                        <a:rPr lang="en-US" sz="700" spc="-50">
                          <a:effectLst/>
                        </a:rPr>
                        <a:t> </a:t>
                      </a:r>
                      <a:r>
                        <a:rPr lang="en-US" sz="700" spc="-10">
                          <a:effectLst/>
                        </a:rPr>
                        <a:t>Advokater</a:t>
                      </a:r>
                      <a:endParaRPr lang="da-DK" sz="700" spc="0">
                        <a:effectLst/>
                      </a:endParaRPr>
                    </a:p>
                    <a:p>
                      <a:pPr marL="742950" lvl="1" indent="-285750">
                        <a:lnSpc>
                          <a:spcPts val="1360"/>
                        </a:lnSpc>
                        <a:buSzPts val="1100"/>
                        <a:buFont typeface="Courier New" panose="02070309020205020404" pitchFamily="49" charset="0"/>
                        <a:buChar char="o"/>
                        <a:tabLst>
                          <a:tab pos="982345" algn="l"/>
                        </a:tabLst>
                      </a:pPr>
                      <a:r>
                        <a:rPr lang="en-US" sz="700" spc="0">
                          <a:effectLst/>
                        </a:rPr>
                        <a:t>Knap</a:t>
                      </a:r>
                      <a:r>
                        <a:rPr lang="en-US" sz="700" spc="-30">
                          <a:effectLst/>
                        </a:rPr>
                        <a:t> </a:t>
                      </a:r>
                      <a:r>
                        <a:rPr lang="en-US" sz="700" spc="0">
                          <a:effectLst/>
                        </a:rPr>
                        <a:t>10</a:t>
                      </a:r>
                      <a:r>
                        <a:rPr lang="en-US" sz="700" spc="-15">
                          <a:effectLst/>
                        </a:rPr>
                        <a:t> </a:t>
                      </a:r>
                      <a:r>
                        <a:rPr lang="en-US" sz="700" spc="-10">
                          <a:effectLst/>
                        </a:rPr>
                        <a:t>sider</a:t>
                      </a:r>
                      <a:endParaRPr lang="da-DK" sz="700" spc="0">
                        <a:effectLst/>
                        <a:latin typeface="Calibri" panose="020F0502020204030204" pitchFamily="34" charset="0"/>
                        <a:ea typeface="Courier New" panose="02070309020205020404" pitchFamily="49" charset="0"/>
                        <a:cs typeface="Times New Roman" panose="02020603050405020304" pitchFamily="18" charset="0"/>
                      </a:endParaRPr>
                    </a:p>
                  </a:txBody>
                  <a:tcPr marL="0" marR="0" marT="0" marB="0"/>
                </a:tc>
                <a:extLst>
                  <a:ext uri="{0D108BD9-81ED-4DB2-BD59-A6C34878D82A}">
                    <a16:rowId xmlns:a16="http://schemas.microsoft.com/office/drawing/2014/main" val="3461161731"/>
                  </a:ext>
                </a:extLst>
              </a:tr>
              <a:tr h="646772">
                <a:tc>
                  <a:txBody>
                    <a:bodyPr/>
                    <a:lstStyle/>
                    <a:p>
                      <a:pPr marL="67945">
                        <a:buNone/>
                      </a:pPr>
                      <a:r>
                        <a:rPr lang="da-DK" sz="1000">
                          <a:effectLst/>
                        </a:rPr>
                        <a:t>?</a:t>
                      </a:r>
                    </a:p>
                    <a:p>
                      <a:pPr marL="67945">
                        <a:buNone/>
                      </a:pPr>
                      <a:r>
                        <a:rPr lang="da-DK" sz="1000">
                          <a:effectLst/>
                        </a:rPr>
                        <a:t>Jakub</a:t>
                      </a:r>
                    </a:p>
                    <a:p>
                      <a:pPr marL="67945">
                        <a:lnSpc>
                          <a:spcPts val="1305"/>
                        </a:lnSpc>
                        <a:buNone/>
                      </a:pPr>
                      <a:r>
                        <a:rPr lang="en-US" sz="1000">
                          <a:effectLst/>
                        </a:rPr>
                        <a:t> </a:t>
                      </a:r>
                      <a:endParaRPr lang="da-DK"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342900" lvl="0" indent="-342900">
                        <a:lnSpc>
                          <a:spcPts val="1400"/>
                        </a:lnSpc>
                        <a:buSzPts val="1100"/>
                        <a:buFont typeface="Symbol" panose="05050102010706020507" pitchFamily="18" charset="2"/>
                        <a:buChar char=""/>
                        <a:tabLst>
                          <a:tab pos="525145" algn="l"/>
                        </a:tabLst>
                      </a:pPr>
                      <a:r>
                        <a:rPr lang="da-DK" sz="1000" spc="0">
                          <a:effectLst/>
                        </a:rPr>
                        <a:t>Det</a:t>
                      </a:r>
                      <a:r>
                        <a:rPr lang="da-DK" sz="1000" spc="-55">
                          <a:effectLst/>
                        </a:rPr>
                        <a:t> </a:t>
                      </a:r>
                      <a:r>
                        <a:rPr lang="da-DK" sz="1000" spc="0">
                          <a:effectLst/>
                        </a:rPr>
                        <a:t>stigende</a:t>
                      </a:r>
                      <a:r>
                        <a:rPr lang="da-DK" sz="1000" spc="-45">
                          <a:effectLst/>
                        </a:rPr>
                        <a:t> </a:t>
                      </a:r>
                      <a:r>
                        <a:rPr lang="da-DK" sz="1000" spc="0">
                          <a:effectLst/>
                        </a:rPr>
                        <a:t>fokus</a:t>
                      </a:r>
                      <a:r>
                        <a:rPr lang="da-DK" sz="1000" spc="-40">
                          <a:effectLst/>
                        </a:rPr>
                        <a:t> </a:t>
                      </a:r>
                      <a:r>
                        <a:rPr lang="da-DK" sz="1000" spc="0">
                          <a:effectLst/>
                        </a:rPr>
                        <a:t>på</a:t>
                      </a:r>
                      <a:r>
                        <a:rPr lang="da-DK" sz="1000" spc="-50">
                          <a:effectLst/>
                        </a:rPr>
                        <a:t> </a:t>
                      </a:r>
                      <a:r>
                        <a:rPr lang="da-DK" sz="1000" spc="0">
                          <a:effectLst/>
                        </a:rPr>
                        <a:t>”by</a:t>
                      </a:r>
                      <a:r>
                        <a:rPr lang="da-DK" sz="1000" spc="-50">
                          <a:effectLst/>
                        </a:rPr>
                        <a:t> </a:t>
                      </a:r>
                      <a:r>
                        <a:rPr lang="da-DK" sz="1000" spc="0">
                          <a:effectLst/>
                        </a:rPr>
                        <a:t>Design”-lovkrav,</a:t>
                      </a:r>
                      <a:r>
                        <a:rPr lang="da-DK" sz="1000" spc="-50">
                          <a:effectLst/>
                        </a:rPr>
                        <a:t> </a:t>
                      </a:r>
                      <a:r>
                        <a:rPr lang="da-DK" sz="1000" spc="0">
                          <a:effectLst/>
                        </a:rPr>
                        <a:t>særligt</a:t>
                      </a:r>
                      <a:r>
                        <a:rPr lang="da-DK" sz="1000" spc="-50">
                          <a:effectLst/>
                        </a:rPr>
                        <a:t> </a:t>
                      </a:r>
                      <a:r>
                        <a:rPr lang="da-DK" sz="1000" spc="0">
                          <a:effectLst/>
                        </a:rPr>
                        <a:t>i</a:t>
                      </a:r>
                      <a:r>
                        <a:rPr lang="da-DK" sz="1000" spc="-45">
                          <a:effectLst/>
                        </a:rPr>
                        <a:t> </a:t>
                      </a:r>
                      <a:r>
                        <a:rPr lang="da-DK" sz="1000" spc="-25">
                          <a:effectLst/>
                        </a:rPr>
                        <a:t>EU</a:t>
                      </a:r>
                      <a:endParaRPr lang="da-DK" sz="1000" spc="0">
                        <a:effectLst/>
                        <a:latin typeface="Calibri" panose="020F0502020204030204" pitchFamily="34" charset="0"/>
                        <a:ea typeface="Symbol" panose="05050102010706020507" pitchFamily="18" charset="2"/>
                        <a:cs typeface="Symbol" panose="05050102010706020507" pitchFamily="18" charset="2"/>
                      </a:endParaRPr>
                    </a:p>
                  </a:txBody>
                  <a:tcPr marL="0" marR="0" marT="0" marB="0"/>
                </a:tc>
                <a:tc>
                  <a:txBody>
                    <a:bodyPr/>
                    <a:lstStyle/>
                    <a:p>
                      <a:pPr marL="342900" lvl="0" indent="-342900">
                        <a:lnSpc>
                          <a:spcPts val="1400"/>
                        </a:lnSpc>
                        <a:buSzPts val="1100"/>
                        <a:buFont typeface="Symbol" panose="05050102010706020507" pitchFamily="18" charset="2"/>
                        <a:buChar char=""/>
                        <a:tabLst>
                          <a:tab pos="525780" algn="l"/>
                        </a:tabLst>
                      </a:pPr>
                      <a:r>
                        <a:rPr lang="en-US" sz="700" u="sng" spc="0">
                          <a:effectLst/>
                          <a:hlinkClick r:id="rId4"/>
                        </a:rPr>
                        <a:t>Elgar</a:t>
                      </a:r>
                      <a:r>
                        <a:rPr lang="en-US" sz="700" u="sng" spc="-20">
                          <a:effectLst/>
                          <a:hlinkClick r:id="rId4"/>
                        </a:rPr>
                        <a:t> </a:t>
                      </a:r>
                      <a:r>
                        <a:rPr lang="en-US" sz="700" u="sng" spc="0">
                          <a:effectLst/>
                          <a:hlinkClick r:id="rId4"/>
                        </a:rPr>
                        <a:t>Encyclopedia</a:t>
                      </a:r>
                      <a:r>
                        <a:rPr lang="en-US" sz="700" u="sng" spc="-30">
                          <a:effectLst/>
                          <a:hlinkClick r:id="rId4"/>
                        </a:rPr>
                        <a:t> </a:t>
                      </a:r>
                      <a:r>
                        <a:rPr lang="en-US" sz="700" u="sng" spc="0">
                          <a:effectLst/>
                          <a:hlinkClick r:id="rId4"/>
                        </a:rPr>
                        <a:t>of</a:t>
                      </a:r>
                      <a:r>
                        <a:rPr lang="en-US" sz="700" u="sng" spc="-30">
                          <a:effectLst/>
                          <a:hlinkClick r:id="rId4"/>
                        </a:rPr>
                        <a:t> </a:t>
                      </a:r>
                      <a:r>
                        <a:rPr lang="en-US" sz="700" u="sng" spc="0">
                          <a:effectLst/>
                          <a:hlinkClick r:id="rId4"/>
                        </a:rPr>
                        <a:t>Law</a:t>
                      </a:r>
                      <a:r>
                        <a:rPr lang="en-US" sz="700" u="sng" spc="-15">
                          <a:effectLst/>
                          <a:hlinkClick r:id="rId4"/>
                        </a:rPr>
                        <a:t> </a:t>
                      </a:r>
                      <a:r>
                        <a:rPr lang="en-US" sz="700" u="sng" spc="0">
                          <a:effectLst/>
                          <a:hlinkClick r:id="rId4"/>
                        </a:rPr>
                        <a:t>and</a:t>
                      </a:r>
                      <a:r>
                        <a:rPr lang="en-US" sz="700" u="sng" spc="-25">
                          <a:effectLst/>
                          <a:hlinkClick r:id="rId4"/>
                        </a:rPr>
                        <a:t> </a:t>
                      </a:r>
                      <a:r>
                        <a:rPr lang="en-US" sz="700" u="sng" spc="0">
                          <a:effectLst/>
                          <a:hlinkClick r:id="rId4"/>
                        </a:rPr>
                        <a:t>Data</a:t>
                      </a:r>
                      <a:r>
                        <a:rPr lang="en-US" sz="700" u="sng" spc="-20">
                          <a:effectLst/>
                          <a:hlinkClick r:id="rId4"/>
                        </a:rPr>
                        <a:t> </a:t>
                      </a:r>
                      <a:r>
                        <a:rPr lang="en-US" sz="700" u="sng" spc="0">
                          <a:effectLst/>
                          <a:hlinkClick r:id="rId4"/>
                        </a:rPr>
                        <a:t>Science</a:t>
                      </a:r>
                      <a:r>
                        <a:rPr lang="en-US" sz="700" u="sng" spc="-25">
                          <a:effectLst/>
                          <a:hlinkClick r:id="rId4"/>
                        </a:rPr>
                        <a:t> </a:t>
                      </a:r>
                      <a:r>
                        <a:rPr lang="en-US" sz="700" u="sng" spc="0">
                          <a:effectLst/>
                          <a:hlinkClick r:id="rId4"/>
                        </a:rPr>
                        <a:t>(e-</a:t>
                      </a:r>
                      <a:r>
                        <a:rPr lang="en-US" sz="700" u="sng" spc="-10">
                          <a:effectLst/>
                          <a:hlinkClick r:id="rId4"/>
                        </a:rPr>
                        <a:t>elgar.com)</a:t>
                      </a:r>
                      <a:endParaRPr lang="da-DK" sz="700" spc="0">
                        <a:effectLst/>
                      </a:endParaRPr>
                    </a:p>
                    <a:p>
                      <a:pPr marL="742950" marR="321310" lvl="1" indent="-285750">
                        <a:lnSpc>
                          <a:spcPct val="98000"/>
                        </a:lnSpc>
                        <a:spcBef>
                          <a:spcPts val="10"/>
                        </a:spcBef>
                        <a:buSzPts val="1100"/>
                        <a:buFont typeface="Courier New" panose="02070309020205020404" pitchFamily="49" charset="0"/>
                        <a:buChar char="o"/>
                        <a:tabLst>
                          <a:tab pos="982980" algn="l"/>
                        </a:tabLst>
                      </a:pPr>
                      <a:r>
                        <a:rPr lang="en-US" sz="700" spc="-10">
                          <a:effectLst/>
                        </a:rPr>
                        <a:t>Fx</a:t>
                      </a:r>
                      <a:r>
                        <a:rPr lang="en-US" sz="700" spc="-35">
                          <a:effectLst/>
                        </a:rPr>
                        <a:t> </a:t>
                      </a:r>
                      <a:r>
                        <a:rPr lang="en-US" sz="700" spc="-10">
                          <a:effectLst/>
                        </a:rPr>
                        <a:t>begreberne</a:t>
                      </a:r>
                      <a:r>
                        <a:rPr lang="en-US" sz="700" spc="-35">
                          <a:effectLst/>
                        </a:rPr>
                        <a:t> </a:t>
                      </a:r>
                      <a:r>
                        <a:rPr lang="en-US" sz="700" spc="-10">
                          <a:effectLst/>
                        </a:rPr>
                        <a:t>“Anonymity”,</a:t>
                      </a:r>
                      <a:r>
                        <a:rPr lang="en-US" sz="700" spc="-35">
                          <a:effectLst/>
                        </a:rPr>
                        <a:t> </a:t>
                      </a:r>
                      <a:r>
                        <a:rPr lang="en-US" sz="700" spc="-10">
                          <a:effectLst/>
                        </a:rPr>
                        <a:t>“Anonymous</a:t>
                      </a:r>
                      <a:r>
                        <a:rPr lang="en-US" sz="700" spc="-35">
                          <a:effectLst/>
                        </a:rPr>
                        <a:t> </a:t>
                      </a:r>
                      <a:r>
                        <a:rPr lang="en-US" sz="700" spc="-10">
                          <a:effectLst/>
                        </a:rPr>
                        <a:t>data”,</a:t>
                      </a:r>
                      <a:r>
                        <a:rPr lang="en-US" sz="700" spc="-35">
                          <a:effectLst/>
                        </a:rPr>
                        <a:t> </a:t>
                      </a:r>
                      <a:r>
                        <a:rPr lang="en-US" sz="700" spc="-10">
                          <a:effectLst/>
                        </a:rPr>
                        <a:t>“Bias”,</a:t>
                      </a:r>
                      <a:r>
                        <a:rPr lang="en-US" sz="700" spc="-35">
                          <a:effectLst/>
                        </a:rPr>
                        <a:t> </a:t>
                      </a:r>
                      <a:r>
                        <a:rPr lang="en-US" sz="700" spc="-10">
                          <a:effectLst/>
                        </a:rPr>
                        <a:t>“Ethics”, </a:t>
                      </a:r>
                      <a:r>
                        <a:rPr lang="en-US" sz="700" spc="0">
                          <a:effectLst/>
                        </a:rPr>
                        <a:t>“Fairness”, “Personal data in the EU legal system”, “Privacy”, “Privacy by Design” og “Transparency” (ca. 60 sider)</a:t>
                      </a:r>
                      <a:endParaRPr lang="da-DK" sz="700" spc="0">
                        <a:effectLst/>
                      </a:endParaRPr>
                    </a:p>
                    <a:p>
                      <a:pPr marL="342900" lvl="0" indent="-342900">
                        <a:buSzPts val="1100"/>
                        <a:buFont typeface="Symbol" panose="05050102010706020507" pitchFamily="18" charset="2"/>
                        <a:buChar char=""/>
                        <a:tabLst>
                          <a:tab pos="525780" algn="l"/>
                        </a:tabLst>
                      </a:pPr>
                      <a:r>
                        <a:rPr lang="en-US" sz="700" u="sng" spc="0">
                          <a:effectLst/>
                          <a:hlinkClick r:id="rId5"/>
                        </a:rPr>
                        <a:t>Law</a:t>
                      </a:r>
                      <a:r>
                        <a:rPr lang="en-US" sz="700" u="sng" spc="-30">
                          <a:effectLst/>
                          <a:hlinkClick r:id="rId5"/>
                        </a:rPr>
                        <a:t> </a:t>
                      </a:r>
                      <a:r>
                        <a:rPr lang="en-US" sz="700" u="sng" spc="0">
                          <a:effectLst/>
                          <a:hlinkClick r:id="rId5"/>
                        </a:rPr>
                        <a:t>for</a:t>
                      </a:r>
                      <a:r>
                        <a:rPr lang="en-US" sz="700" u="sng" spc="-30">
                          <a:effectLst/>
                          <a:hlinkClick r:id="rId5"/>
                        </a:rPr>
                        <a:t> </a:t>
                      </a:r>
                      <a:r>
                        <a:rPr lang="en-US" sz="700" u="sng" spc="0">
                          <a:effectLst/>
                          <a:hlinkClick r:id="rId5"/>
                        </a:rPr>
                        <a:t>Computer</a:t>
                      </a:r>
                      <a:r>
                        <a:rPr lang="en-US" sz="700" u="sng" spc="-35">
                          <a:effectLst/>
                          <a:hlinkClick r:id="rId5"/>
                        </a:rPr>
                        <a:t> </a:t>
                      </a:r>
                      <a:r>
                        <a:rPr lang="en-US" sz="700" u="sng" spc="0">
                          <a:effectLst/>
                          <a:hlinkClick r:id="rId5"/>
                        </a:rPr>
                        <a:t>Scientists</a:t>
                      </a:r>
                      <a:r>
                        <a:rPr lang="en-US" sz="700" u="sng" spc="-30">
                          <a:effectLst/>
                          <a:hlinkClick r:id="rId5"/>
                        </a:rPr>
                        <a:t> </a:t>
                      </a:r>
                      <a:r>
                        <a:rPr lang="en-US" sz="700" u="sng" spc="0">
                          <a:effectLst/>
                          <a:hlinkClick r:id="rId5"/>
                        </a:rPr>
                        <a:t>and</a:t>
                      </a:r>
                      <a:r>
                        <a:rPr lang="en-US" sz="700" u="sng" spc="-40">
                          <a:effectLst/>
                          <a:hlinkClick r:id="rId5"/>
                        </a:rPr>
                        <a:t> </a:t>
                      </a:r>
                      <a:r>
                        <a:rPr lang="en-US" sz="700" u="sng" spc="0">
                          <a:effectLst/>
                          <a:hlinkClick r:id="rId5"/>
                        </a:rPr>
                        <a:t>Other</a:t>
                      </a:r>
                      <a:r>
                        <a:rPr lang="en-US" sz="700" u="sng" spc="-45">
                          <a:effectLst/>
                          <a:hlinkClick r:id="rId5"/>
                        </a:rPr>
                        <a:t> </a:t>
                      </a:r>
                      <a:r>
                        <a:rPr lang="en-US" sz="700" u="sng" spc="0">
                          <a:effectLst/>
                          <a:hlinkClick r:id="rId5"/>
                        </a:rPr>
                        <a:t>Folk</a:t>
                      </a:r>
                      <a:r>
                        <a:rPr lang="en-US" sz="700" u="sng" spc="-35">
                          <a:effectLst/>
                          <a:hlinkClick r:id="rId5"/>
                        </a:rPr>
                        <a:t> </a:t>
                      </a:r>
                      <a:r>
                        <a:rPr lang="en-US" sz="700" u="sng" spc="0">
                          <a:effectLst/>
                          <a:hlinkClick r:id="rId5"/>
                        </a:rPr>
                        <a:t>|</a:t>
                      </a:r>
                      <a:r>
                        <a:rPr lang="en-US" sz="700" u="sng" spc="-35">
                          <a:effectLst/>
                          <a:hlinkClick r:id="rId5"/>
                        </a:rPr>
                        <a:t> </a:t>
                      </a:r>
                      <a:r>
                        <a:rPr lang="en-US" sz="700" u="sng" spc="0">
                          <a:effectLst/>
                          <a:hlinkClick r:id="rId5"/>
                        </a:rPr>
                        <a:t>Oxford</a:t>
                      </a:r>
                      <a:r>
                        <a:rPr lang="en-US" sz="700" u="sng" spc="-35">
                          <a:effectLst/>
                          <a:hlinkClick r:id="rId5"/>
                        </a:rPr>
                        <a:t> </a:t>
                      </a:r>
                      <a:r>
                        <a:rPr lang="en-US" sz="700" u="sng" spc="0">
                          <a:effectLst/>
                          <a:hlinkClick r:id="rId5"/>
                        </a:rPr>
                        <a:t>Academic</a:t>
                      </a:r>
                      <a:r>
                        <a:rPr lang="en-US" sz="700" u="sng" spc="-35">
                          <a:effectLst/>
                          <a:hlinkClick r:id="rId5"/>
                        </a:rPr>
                        <a:t> </a:t>
                      </a:r>
                      <a:r>
                        <a:rPr lang="en-US" sz="700" u="sng" spc="-10">
                          <a:effectLst/>
                          <a:hlinkClick r:id="rId5"/>
                        </a:rPr>
                        <a:t>(oup.com)</a:t>
                      </a:r>
                      <a:endParaRPr lang="da-DK" sz="700" spc="0">
                        <a:effectLst/>
                      </a:endParaRPr>
                    </a:p>
                    <a:p>
                      <a:pPr marL="342900" lvl="0" indent="-342900">
                        <a:lnSpc>
                          <a:spcPts val="1350"/>
                        </a:lnSpc>
                        <a:buSzPts val="1100"/>
                        <a:buFont typeface="Symbol" panose="05050102010706020507" pitchFamily="18" charset="2"/>
                        <a:buChar char=""/>
                      </a:pPr>
                      <a:r>
                        <a:rPr lang="en-US" sz="700" spc="0">
                          <a:effectLst/>
                        </a:rPr>
                        <a:t>Kapitel</a:t>
                      </a:r>
                      <a:r>
                        <a:rPr lang="en-US" sz="700" spc="-25">
                          <a:effectLst/>
                        </a:rPr>
                        <a:t> </a:t>
                      </a:r>
                      <a:r>
                        <a:rPr lang="en-US" sz="700" spc="0">
                          <a:effectLst/>
                        </a:rPr>
                        <a:t>10</a:t>
                      </a:r>
                      <a:r>
                        <a:rPr lang="en-US" sz="700" spc="-25">
                          <a:effectLst/>
                        </a:rPr>
                        <a:t> </a:t>
                      </a:r>
                      <a:r>
                        <a:rPr lang="en-US" sz="700" spc="0">
                          <a:effectLst/>
                        </a:rPr>
                        <a:t>–</a:t>
                      </a:r>
                      <a:r>
                        <a:rPr lang="en-US" sz="700" spc="-30">
                          <a:effectLst/>
                        </a:rPr>
                        <a:t> </a:t>
                      </a:r>
                      <a:r>
                        <a:rPr lang="en-US" sz="700" spc="0">
                          <a:effectLst/>
                        </a:rPr>
                        <a:t>Legal</a:t>
                      </a:r>
                      <a:r>
                        <a:rPr lang="en-US" sz="700" spc="-40">
                          <a:effectLst/>
                        </a:rPr>
                        <a:t> </a:t>
                      </a:r>
                      <a:r>
                        <a:rPr lang="en-US" sz="700" spc="0">
                          <a:effectLst/>
                        </a:rPr>
                        <a:t>by</a:t>
                      </a:r>
                      <a:r>
                        <a:rPr lang="en-US" sz="700" spc="-25">
                          <a:effectLst/>
                        </a:rPr>
                        <a:t> </a:t>
                      </a:r>
                      <a:r>
                        <a:rPr lang="en-US" sz="700" spc="0">
                          <a:effectLst/>
                        </a:rPr>
                        <a:t>design</a:t>
                      </a:r>
                      <a:r>
                        <a:rPr lang="en-US" sz="700" spc="-30">
                          <a:effectLst/>
                        </a:rPr>
                        <a:t> </a:t>
                      </a:r>
                      <a:r>
                        <a:rPr lang="en-US" sz="700" spc="0">
                          <a:effectLst/>
                        </a:rPr>
                        <a:t>or</a:t>
                      </a:r>
                      <a:r>
                        <a:rPr lang="en-US" sz="700" spc="-25">
                          <a:effectLst/>
                        </a:rPr>
                        <a:t> </a:t>
                      </a:r>
                      <a:r>
                        <a:rPr lang="en-US" sz="700" spc="0">
                          <a:effectLst/>
                        </a:rPr>
                        <a:t>legal</a:t>
                      </a:r>
                      <a:r>
                        <a:rPr lang="en-US" sz="700" spc="-25">
                          <a:effectLst/>
                        </a:rPr>
                        <a:t> </a:t>
                      </a:r>
                      <a:r>
                        <a:rPr lang="en-US" sz="700" spc="0">
                          <a:effectLst/>
                        </a:rPr>
                        <a:t>protection</a:t>
                      </a:r>
                      <a:r>
                        <a:rPr lang="en-US" sz="700" spc="-30">
                          <a:effectLst/>
                        </a:rPr>
                        <a:t> </a:t>
                      </a:r>
                      <a:r>
                        <a:rPr lang="en-US" sz="700" spc="0">
                          <a:effectLst/>
                        </a:rPr>
                        <a:t>by</a:t>
                      </a:r>
                      <a:r>
                        <a:rPr lang="en-US" sz="700" spc="-25">
                          <a:effectLst/>
                        </a:rPr>
                        <a:t> </a:t>
                      </a:r>
                      <a:r>
                        <a:rPr lang="en-US" sz="700" spc="-10">
                          <a:effectLst/>
                        </a:rPr>
                        <a:t>desgin</a:t>
                      </a:r>
                      <a:endParaRPr lang="da-DK" sz="700" spc="0">
                        <a:effectLst/>
                        <a:latin typeface="Calibri" panose="020F0502020204030204" pitchFamily="34" charset="0"/>
                        <a:ea typeface="Symbol" panose="05050102010706020507" pitchFamily="18" charset="2"/>
                        <a:cs typeface="Symbol" panose="05050102010706020507" pitchFamily="18" charset="2"/>
                      </a:endParaRPr>
                    </a:p>
                  </a:txBody>
                  <a:tcPr marL="0" marR="0" marT="0" marB="0"/>
                </a:tc>
                <a:extLst>
                  <a:ext uri="{0D108BD9-81ED-4DB2-BD59-A6C34878D82A}">
                    <a16:rowId xmlns:a16="http://schemas.microsoft.com/office/drawing/2014/main" val="675862271"/>
                  </a:ext>
                </a:extLst>
              </a:tr>
              <a:tr h="332712">
                <a:tc>
                  <a:txBody>
                    <a:bodyPr/>
                    <a:lstStyle/>
                    <a:p>
                      <a:pPr marL="67945">
                        <a:lnSpc>
                          <a:spcPts val="1305"/>
                        </a:lnSpc>
                        <a:buNone/>
                      </a:pPr>
                      <a:r>
                        <a:rPr lang="en-US" sz="1000" dirty="0">
                          <a:effectLst/>
                        </a:rPr>
                        <a:t>18.11.</a:t>
                      </a:r>
                      <a:endParaRPr lang="da-DK" sz="1000" dirty="0">
                        <a:effectLst/>
                      </a:endParaRPr>
                    </a:p>
                    <a:p>
                      <a:pPr marL="67945">
                        <a:lnSpc>
                          <a:spcPts val="1305"/>
                        </a:lnSpc>
                        <a:buNone/>
                      </a:pPr>
                      <a:r>
                        <a:rPr lang="en-US" sz="1000" dirty="0">
                          <a:effectLst/>
                        </a:rPr>
                        <a:t>Stefan</a:t>
                      </a:r>
                      <a:endParaRPr lang="da-DK"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342900" lvl="0" indent="-342900">
                        <a:lnSpc>
                          <a:spcPts val="1400"/>
                        </a:lnSpc>
                        <a:buSzPts val="1100"/>
                        <a:buFont typeface="Symbol" panose="05050102010706020507" pitchFamily="18" charset="2"/>
                        <a:buChar char=""/>
                        <a:tabLst>
                          <a:tab pos="525145" algn="l"/>
                        </a:tabLst>
                      </a:pPr>
                      <a:r>
                        <a:rPr lang="da-DK" sz="1000" spc="0">
                          <a:effectLst/>
                        </a:rPr>
                        <a:t>Regulering</a:t>
                      </a:r>
                      <a:r>
                        <a:rPr lang="da-DK" sz="1000" spc="-30">
                          <a:effectLst/>
                        </a:rPr>
                        <a:t> </a:t>
                      </a:r>
                      <a:r>
                        <a:rPr lang="da-DK" sz="1000" spc="0">
                          <a:effectLst/>
                        </a:rPr>
                        <a:t>af</a:t>
                      </a:r>
                      <a:r>
                        <a:rPr lang="da-DK" sz="1000" spc="-30">
                          <a:effectLst/>
                        </a:rPr>
                        <a:t> </a:t>
                      </a:r>
                      <a:r>
                        <a:rPr lang="da-DK" sz="1000" spc="0">
                          <a:effectLst/>
                        </a:rPr>
                        <a:t>AI,</a:t>
                      </a:r>
                      <a:r>
                        <a:rPr lang="da-DK" sz="1000" spc="-15">
                          <a:effectLst/>
                        </a:rPr>
                        <a:t> </a:t>
                      </a:r>
                      <a:r>
                        <a:rPr lang="da-DK" sz="1000" spc="0">
                          <a:effectLst/>
                        </a:rPr>
                        <a:t>herunder</a:t>
                      </a:r>
                      <a:r>
                        <a:rPr lang="da-DK" sz="1000" spc="-25">
                          <a:effectLst/>
                        </a:rPr>
                        <a:t> </a:t>
                      </a:r>
                      <a:r>
                        <a:rPr lang="da-DK" sz="1000" spc="0">
                          <a:effectLst/>
                        </a:rPr>
                        <a:t>AI</a:t>
                      </a:r>
                      <a:r>
                        <a:rPr lang="da-DK" sz="1000" spc="-20">
                          <a:effectLst/>
                        </a:rPr>
                        <a:t> </a:t>
                      </a:r>
                      <a:r>
                        <a:rPr lang="da-DK" sz="1000" spc="-25">
                          <a:effectLst/>
                        </a:rPr>
                        <a:t>Act</a:t>
                      </a:r>
                      <a:endParaRPr lang="da-DK" sz="1000" spc="0">
                        <a:effectLst/>
                        <a:latin typeface="Calibri" panose="020F0502020204030204" pitchFamily="34" charset="0"/>
                        <a:ea typeface="Symbol" panose="05050102010706020507" pitchFamily="18" charset="2"/>
                        <a:cs typeface="Symbol" panose="05050102010706020507" pitchFamily="18" charset="2"/>
                      </a:endParaRPr>
                    </a:p>
                  </a:txBody>
                  <a:tcPr marL="0" marR="0" marT="0" marB="0"/>
                </a:tc>
                <a:tc>
                  <a:txBody>
                    <a:bodyPr/>
                    <a:lstStyle/>
                    <a:p>
                      <a:pPr marL="342900" lvl="0" indent="-342900">
                        <a:lnSpc>
                          <a:spcPts val="1350"/>
                        </a:lnSpc>
                        <a:buSzPts val="1100"/>
                        <a:buFont typeface="Symbol" panose="05050102010706020507" pitchFamily="18" charset="2"/>
                        <a:buChar char=""/>
                      </a:pPr>
                      <a:r>
                        <a:rPr lang="da-DK" sz="700" u="sng" spc="0">
                          <a:effectLst/>
                          <a:hlinkClick r:id="rId6"/>
                        </a:rPr>
                        <a:t>Reglerne i AI-forordningen</a:t>
                      </a:r>
                      <a:r>
                        <a:rPr lang="da-DK" sz="700" spc="0">
                          <a:effectLst/>
                        </a:rPr>
                        <a:t> - Digitaliseringsstyrelsen</a:t>
                      </a:r>
                      <a:endParaRPr lang="da-DK" sz="700" spc="0">
                        <a:effectLst/>
                        <a:latin typeface="Calibri" panose="020F0502020204030204" pitchFamily="34" charset="0"/>
                        <a:ea typeface="Symbol" panose="05050102010706020507" pitchFamily="18" charset="2"/>
                        <a:cs typeface="Symbol" panose="05050102010706020507" pitchFamily="18" charset="2"/>
                      </a:endParaRPr>
                    </a:p>
                  </a:txBody>
                  <a:tcPr marL="0" marR="0" marT="0" marB="0"/>
                </a:tc>
                <a:extLst>
                  <a:ext uri="{0D108BD9-81ED-4DB2-BD59-A6C34878D82A}">
                    <a16:rowId xmlns:a16="http://schemas.microsoft.com/office/drawing/2014/main" val="1266372328"/>
                  </a:ext>
                </a:extLst>
              </a:tr>
              <a:tr h="664609">
                <a:tc>
                  <a:txBody>
                    <a:bodyPr/>
                    <a:lstStyle/>
                    <a:p>
                      <a:pPr marL="67945">
                        <a:buNone/>
                      </a:pPr>
                      <a:r>
                        <a:rPr lang="da-DK" sz="1000">
                          <a:effectLst/>
                        </a:rPr>
                        <a:t>25.11.</a:t>
                      </a:r>
                    </a:p>
                    <a:p>
                      <a:pPr marL="67945">
                        <a:buNone/>
                      </a:pPr>
                      <a:r>
                        <a:rPr lang="da-DK" sz="1000">
                          <a:effectLst/>
                        </a:rPr>
                        <a:t>Daniel</a:t>
                      </a:r>
                      <a:endParaRPr lang="da-DK"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342900" lvl="0" indent="-342900">
                        <a:lnSpc>
                          <a:spcPts val="1390"/>
                        </a:lnSpc>
                        <a:buSzPts val="1100"/>
                        <a:buFont typeface="Symbol" panose="05050102010706020507" pitchFamily="18" charset="2"/>
                        <a:buChar char=""/>
                        <a:tabLst>
                          <a:tab pos="525145" algn="l"/>
                        </a:tabLst>
                      </a:pPr>
                      <a:r>
                        <a:rPr lang="da-DK" sz="1000" spc="-10">
                          <a:effectLst/>
                        </a:rPr>
                        <a:t>Regulering</a:t>
                      </a:r>
                      <a:r>
                        <a:rPr lang="da-DK" sz="1000" spc="0">
                          <a:effectLst/>
                        </a:rPr>
                        <a:t> </a:t>
                      </a:r>
                      <a:r>
                        <a:rPr lang="da-DK" sz="1000" spc="-10">
                          <a:effectLst/>
                        </a:rPr>
                        <a:t>af</a:t>
                      </a:r>
                      <a:r>
                        <a:rPr lang="da-DK" sz="1000" spc="10">
                          <a:effectLst/>
                        </a:rPr>
                        <a:t> </a:t>
                      </a:r>
                      <a:r>
                        <a:rPr lang="da-DK" sz="1000" spc="-10">
                          <a:effectLst/>
                        </a:rPr>
                        <a:t>”privacy”,</a:t>
                      </a:r>
                      <a:r>
                        <a:rPr lang="da-DK" sz="1000" spc="20">
                          <a:effectLst/>
                        </a:rPr>
                        <a:t> </a:t>
                      </a:r>
                      <a:r>
                        <a:rPr lang="da-DK" sz="1000" spc="-10">
                          <a:effectLst/>
                        </a:rPr>
                        <a:t>herunder</a:t>
                      </a:r>
                      <a:r>
                        <a:rPr lang="da-DK" sz="1000" spc="15">
                          <a:effectLst/>
                        </a:rPr>
                        <a:t> </a:t>
                      </a:r>
                      <a:r>
                        <a:rPr lang="da-DK" sz="1000" spc="-20">
                          <a:effectLst/>
                        </a:rPr>
                        <a:t>GDPR</a:t>
                      </a:r>
                      <a:endParaRPr lang="da-DK" sz="1000" spc="0">
                        <a:effectLst/>
                        <a:latin typeface="Calibri" panose="020F0502020204030204" pitchFamily="34" charset="0"/>
                        <a:ea typeface="Symbol" panose="05050102010706020507" pitchFamily="18" charset="2"/>
                        <a:cs typeface="Symbol" panose="05050102010706020507" pitchFamily="18" charset="2"/>
                      </a:endParaRPr>
                    </a:p>
                  </a:txBody>
                  <a:tcPr marL="0" marR="0" marT="0" marB="0"/>
                </a:tc>
                <a:tc>
                  <a:txBody>
                    <a:bodyPr/>
                    <a:lstStyle/>
                    <a:p>
                      <a:pPr marL="342900" lvl="0" indent="-342900">
                        <a:lnSpc>
                          <a:spcPts val="1390"/>
                        </a:lnSpc>
                        <a:buSzPts val="1100"/>
                        <a:buFont typeface="Symbol" panose="05050102010706020507" pitchFamily="18" charset="2"/>
                        <a:buChar char=""/>
                        <a:tabLst>
                          <a:tab pos="525780" algn="l"/>
                        </a:tabLst>
                      </a:pPr>
                      <a:r>
                        <a:rPr lang="da-DK" sz="700" u="sng" spc="0">
                          <a:effectLst/>
                          <a:hlinkClick r:id="rId7"/>
                        </a:rPr>
                        <a:t>Digitalisering af retten og det praktiske juridiske arbejde</a:t>
                      </a:r>
                      <a:r>
                        <a:rPr lang="en-US" sz="700" spc="0">
                          <a:effectLst/>
                        </a:rPr>
                        <a:t> </a:t>
                      </a:r>
                      <a:endParaRPr lang="da-DK" sz="700" spc="0">
                        <a:effectLst/>
                      </a:endParaRPr>
                    </a:p>
                    <a:p>
                      <a:pPr marL="742950" lvl="1" indent="-285750">
                        <a:lnSpc>
                          <a:spcPts val="1360"/>
                        </a:lnSpc>
                        <a:buSzPts val="1100"/>
                        <a:buFont typeface="Courier New" panose="02070309020205020404" pitchFamily="49" charset="0"/>
                        <a:buChar char="o"/>
                        <a:tabLst>
                          <a:tab pos="982345" algn="l"/>
                        </a:tabLst>
                      </a:pPr>
                      <a:r>
                        <a:rPr lang="da-DK" sz="700" spc="0">
                          <a:effectLst/>
                        </a:rPr>
                        <a:t>Kapitel 4</a:t>
                      </a:r>
                      <a:r>
                        <a:rPr lang="da-DK" sz="700" spc="-30">
                          <a:effectLst/>
                        </a:rPr>
                        <a:t> </a:t>
                      </a:r>
                      <a:r>
                        <a:rPr lang="da-DK" sz="700" spc="0">
                          <a:effectLst/>
                        </a:rPr>
                        <a:t>-Indføring i databeskyttelsesretten (ca.</a:t>
                      </a:r>
                      <a:r>
                        <a:rPr lang="da-DK" sz="700" spc="-50">
                          <a:effectLst/>
                        </a:rPr>
                        <a:t> 32</a:t>
                      </a:r>
                      <a:r>
                        <a:rPr lang="da-DK" sz="700" spc="-40">
                          <a:effectLst/>
                        </a:rPr>
                        <a:t> </a:t>
                      </a:r>
                      <a:r>
                        <a:rPr lang="da-DK" sz="700" spc="-10">
                          <a:effectLst/>
                        </a:rPr>
                        <a:t>sider)</a:t>
                      </a:r>
                      <a:endParaRPr lang="da-DK" sz="700" spc="0">
                        <a:effectLst/>
                      </a:endParaRPr>
                    </a:p>
                    <a:p>
                      <a:pPr marL="342900" lvl="0" indent="-342900">
                        <a:lnSpc>
                          <a:spcPts val="1385"/>
                        </a:lnSpc>
                        <a:buSzPts val="1100"/>
                        <a:buFont typeface="Symbol" panose="05050102010706020507" pitchFamily="18" charset="2"/>
                        <a:buChar char=""/>
                        <a:tabLst>
                          <a:tab pos="525780" algn="l"/>
                        </a:tabLst>
                      </a:pPr>
                      <a:r>
                        <a:rPr lang="da-DK" sz="700" spc="0">
                          <a:effectLst/>
                        </a:rPr>
                        <a:t>Datatilsynets</a:t>
                      </a:r>
                      <a:r>
                        <a:rPr lang="da-DK" sz="700" spc="-60">
                          <a:effectLst/>
                        </a:rPr>
                        <a:t> </a:t>
                      </a:r>
                      <a:r>
                        <a:rPr lang="da-DK" sz="700" spc="0">
                          <a:effectLst/>
                        </a:rPr>
                        <a:t>materiale</a:t>
                      </a:r>
                      <a:r>
                        <a:rPr lang="da-DK" sz="700" spc="-55">
                          <a:effectLst/>
                        </a:rPr>
                        <a:t> </a:t>
                      </a:r>
                      <a:r>
                        <a:rPr lang="da-DK" sz="700" spc="0">
                          <a:effectLst/>
                        </a:rPr>
                        <a:t>om</a:t>
                      </a:r>
                      <a:r>
                        <a:rPr lang="da-DK" sz="700" spc="-60">
                          <a:effectLst/>
                        </a:rPr>
                        <a:t> </a:t>
                      </a:r>
                      <a:r>
                        <a:rPr lang="da-DK" sz="700" spc="0">
                          <a:effectLst/>
                        </a:rPr>
                        <a:t>kunstig</a:t>
                      </a:r>
                      <a:r>
                        <a:rPr lang="da-DK" sz="700" spc="-55">
                          <a:effectLst/>
                        </a:rPr>
                        <a:t> </a:t>
                      </a:r>
                      <a:r>
                        <a:rPr lang="da-DK" sz="700" spc="0">
                          <a:effectLst/>
                        </a:rPr>
                        <a:t>intelligens,</a:t>
                      </a:r>
                      <a:r>
                        <a:rPr lang="da-DK" sz="700" spc="-50">
                          <a:effectLst/>
                        </a:rPr>
                        <a:t> </a:t>
                      </a:r>
                      <a:r>
                        <a:rPr lang="da-DK" sz="700" spc="-10">
                          <a:effectLst/>
                        </a:rPr>
                        <a:t>herunder:</a:t>
                      </a:r>
                      <a:endParaRPr lang="da-DK" sz="700" spc="0">
                        <a:effectLst/>
                      </a:endParaRPr>
                    </a:p>
                    <a:p>
                      <a:pPr marL="742950" lvl="1" indent="-285750">
                        <a:lnSpc>
                          <a:spcPts val="1360"/>
                        </a:lnSpc>
                        <a:buSzPts val="1100"/>
                        <a:buFont typeface="Courier New" panose="02070309020205020404" pitchFamily="49" charset="0"/>
                        <a:buChar char="o"/>
                        <a:tabLst>
                          <a:tab pos="982345" algn="l"/>
                        </a:tabLst>
                      </a:pPr>
                      <a:r>
                        <a:rPr lang="da-DK" sz="700" u="sng" spc="0">
                          <a:effectLst/>
                          <a:hlinkClick r:id="rId8"/>
                        </a:rPr>
                        <a:t>Vejledning</a:t>
                      </a:r>
                      <a:r>
                        <a:rPr lang="da-DK" sz="700" u="sng" spc="-60">
                          <a:effectLst/>
                          <a:hlinkClick r:id="rId8"/>
                        </a:rPr>
                        <a:t> </a:t>
                      </a:r>
                      <a:r>
                        <a:rPr lang="da-DK" sz="700" u="sng" spc="0">
                          <a:effectLst/>
                          <a:hlinkClick r:id="rId8"/>
                        </a:rPr>
                        <a:t>om</a:t>
                      </a:r>
                      <a:r>
                        <a:rPr lang="da-DK" sz="700" u="sng" spc="-50">
                          <a:effectLst/>
                          <a:hlinkClick r:id="rId8"/>
                        </a:rPr>
                        <a:t> </a:t>
                      </a:r>
                      <a:r>
                        <a:rPr lang="da-DK" sz="700" u="sng" spc="0">
                          <a:effectLst/>
                          <a:hlinkClick r:id="rId8"/>
                        </a:rPr>
                        <a:t>myndigheders</a:t>
                      </a:r>
                      <a:r>
                        <a:rPr lang="da-DK" sz="700" u="sng" spc="-40">
                          <a:effectLst/>
                          <a:hlinkClick r:id="rId8"/>
                        </a:rPr>
                        <a:t> </a:t>
                      </a:r>
                      <a:r>
                        <a:rPr lang="da-DK" sz="700" u="sng" spc="0">
                          <a:effectLst/>
                          <a:hlinkClick r:id="rId8"/>
                        </a:rPr>
                        <a:t>brug</a:t>
                      </a:r>
                      <a:r>
                        <a:rPr lang="da-DK" sz="700" u="sng" spc="-50">
                          <a:effectLst/>
                          <a:hlinkClick r:id="rId8"/>
                        </a:rPr>
                        <a:t> </a:t>
                      </a:r>
                      <a:r>
                        <a:rPr lang="da-DK" sz="700" u="sng" spc="0">
                          <a:effectLst/>
                          <a:hlinkClick r:id="rId8"/>
                        </a:rPr>
                        <a:t>af</a:t>
                      </a:r>
                      <a:r>
                        <a:rPr lang="da-DK" sz="700" u="sng" spc="-40">
                          <a:effectLst/>
                          <a:hlinkClick r:id="rId8"/>
                        </a:rPr>
                        <a:t> </a:t>
                      </a:r>
                      <a:r>
                        <a:rPr lang="da-DK" sz="700" u="sng" spc="-25">
                          <a:effectLst/>
                          <a:hlinkClick r:id="rId8"/>
                        </a:rPr>
                        <a:t>AI</a:t>
                      </a:r>
                      <a:endParaRPr lang="da-DK" sz="700" spc="0">
                        <a:effectLst/>
                      </a:endParaRPr>
                    </a:p>
                    <a:p>
                      <a:pPr marL="742950" lvl="1" indent="-285750">
                        <a:lnSpc>
                          <a:spcPts val="1360"/>
                        </a:lnSpc>
                        <a:buSzPts val="1100"/>
                        <a:buFont typeface="Courier New" panose="02070309020205020404" pitchFamily="49" charset="0"/>
                        <a:buChar char="o"/>
                        <a:tabLst>
                          <a:tab pos="982345" algn="l"/>
                        </a:tabLst>
                      </a:pPr>
                      <a:r>
                        <a:rPr lang="da-DK" sz="700" u="sng" spc="-10">
                          <a:effectLst/>
                          <a:hlinkClick r:id="rId9"/>
                        </a:rPr>
                        <a:t>Konsekvensanalyse</a:t>
                      </a:r>
                      <a:r>
                        <a:rPr lang="da-DK" sz="700" u="sng" spc="25">
                          <a:effectLst/>
                          <a:hlinkClick r:id="rId9"/>
                        </a:rPr>
                        <a:t> </a:t>
                      </a:r>
                      <a:r>
                        <a:rPr lang="da-DK" sz="700" u="sng" spc="-10">
                          <a:effectLst/>
                          <a:hlinkClick r:id="rId9"/>
                        </a:rPr>
                        <a:t>vedrørende</a:t>
                      </a:r>
                      <a:r>
                        <a:rPr lang="da-DK" sz="700" u="sng" spc="40">
                          <a:effectLst/>
                          <a:hlinkClick r:id="rId9"/>
                        </a:rPr>
                        <a:t> </a:t>
                      </a:r>
                      <a:r>
                        <a:rPr lang="da-DK" sz="700" u="sng" spc="-10">
                          <a:effectLst/>
                          <a:hlinkClick r:id="rId9"/>
                        </a:rPr>
                        <a:t>databeskyttelse</a:t>
                      </a:r>
                      <a:r>
                        <a:rPr lang="da-DK" sz="700" u="sng" spc="25">
                          <a:effectLst/>
                          <a:hlinkClick r:id="rId9"/>
                        </a:rPr>
                        <a:t> </a:t>
                      </a:r>
                      <a:r>
                        <a:rPr lang="da-DK" sz="700" u="sng" spc="-10">
                          <a:effectLst/>
                          <a:hlinkClick r:id="rId9"/>
                        </a:rPr>
                        <a:t>til</a:t>
                      </a:r>
                      <a:r>
                        <a:rPr lang="da-DK" sz="700" u="sng" spc="40">
                          <a:effectLst/>
                          <a:hlinkClick r:id="rId9"/>
                        </a:rPr>
                        <a:t> </a:t>
                      </a:r>
                      <a:r>
                        <a:rPr lang="da-DK" sz="700" u="sng" spc="-10">
                          <a:effectLst/>
                          <a:hlinkClick r:id="rId9"/>
                        </a:rPr>
                        <a:t>AI-løsninger</a:t>
                      </a:r>
                      <a:endParaRPr lang="da-DK" sz="700" spc="0">
                        <a:effectLst/>
                        <a:latin typeface="Calibri" panose="020F0502020204030204" pitchFamily="34" charset="0"/>
                        <a:ea typeface="Courier New" panose="02070309020205020404" pitchFamily="49" charset="0"/>
                        <a:cs typeface="Times New Roman" panose="02020603050405020304" pitchFamily="18" charset="0"/>
                      </a:endParaRPr>
                    </a:p>
                  </a:txBody>
                  <a:tcPr marL="0" marR="0" marT="0" marB="0"/>
                </a:tc>
                <a:extLst>
                  <a:ext uri="{0D108BD9-81ED-4DB2-BD59-A6C34878D82A}">
                    <a16:rowId xmlns:a16="http://schemas.microsoft.com/office/drawing/2014/main" val="2670657877"/>
                  </a:ext>
                </a:extLst>
              </a:tr>
              <a:tr h="337232">
                <a:tc>
                  <a:txBody>
                    <a:bodyPr/>
                    <a:lstStyle/>
                    <a:p>
                      <a:pPr marL="67945">
                        <a:buNone/>
                      </a:pPr>
                      <a:r>
                        <a:rPr lang="en-US" sz="1000" dirty="0">
                          <a:effectLst/>
                        </a:rPr>
                        <a:t>2.12.</a:t>
                      </a:r>
                      <a:endParaRPr lang="da-DK" sz="1000" dirty="0">
                        <a:effectLst/>
                      </a:endParaRPr>
                    </a:p>
                    <a:p>
                      <a:pPr marL="67945">
                        <a:buNone/>
                      </a:pPr>
                      <a:r>
                        <a:rPr lang="en-US" sz="1000" dirty="0">
                          <a:effectLst/>
                        </a:rPr>
                        <a:t>Daniel</a:t>
                      </a:r>
                      <a:endParaRPr lang="da-DK"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342900" lvl="0" indent="-342900">
                        <a:lnSpc>
                          <a:spcPts val="1400"/>
                        </a:lnSpc>
                        <a:buSzPts val="1100"/>
                        <a:buFont typeface="Symbol" panose="05050102010706020507" pitchFamily="18" charset="2"/>
                        <a:buChar char=""/>
                        <a:tabLst>
                          <a:tab pos="525145" algn="l"/>
                        </a:tabLst>
                      </a:pPr>
                      <a:r>
                        <a:rPr lang="da-DK" sz="1000" spc="0" dirty="0">
                          <a:effectLst/>
                        </a:rPr>
                        <a:t>Særligt</a:t>
                      </a:r>
                      <a:r>
                        <a:rPr lang="da-DK" sz="1000" spc="-55" dirty="0">
                          <a:effectLst/>
                        </a:rPr>
                        <a:t> </a:t>
                      </a:r>
                      <a:r>
                        <a:rPr lang="da-DK" sz="1000" spc="0" dirty="0">
                          <a:effectLst/>
                        </a:rPr>
                        <a:t>om</a:t>
                      </a:r>
                      <a:r>
                        <a:rPr lang="da-DK" sz="1000" spc="-40" dirty="0">
                          <a:effectLst/>
                        </a:rPr>
                        <a:t> </a:t>
                      </a:r>
                      <a:r>
                        <a:rPr lang="da-DK" sz="1000" spc="0" dirty="0">
                          <a:effectLst/>
                        </a:rPr>
                        <a:t>regulering</a:t>
                      </a:r>
                      <a:r>
                        <a:rPr lang="da-DK" sz="1000" spc="-40" dirty="0">
                          <a:effectLst/>
                        </a:rPr>
                        <a:t> </a:t>
                      </a:r>
                      <a:r>
                        <a:rPr lang="da-DK" sz="1000" spc="0" dirty="0">
                          <a:effectLst/>
                        </a:rPr>
                        <a:t>af</a:t>
                      </a:r>
                      <a:r>
                        <a:rPr lang="da-DK" sz="1000" spc="-35" dirty="0">
                          <a:effectLst/>
                        </a:rPr>
                        <a:t> </a:t>
                      </a:r>
                      <a:r>
                        <a:rPr lang="da-DK" sz="1000" spc="0" dirty="0">
                          <a:effectLst/>
                        </a:rPr>
                        <a:t>cybersikkerhed,</a:t>
                      </a:r>
                      <a:r>
                        <a:rPr lang="da-DK" sz="1000" spc="-30" dirty="0">
                          <a:effectLst/>
                        </a:rPr>
                        <a:t> </a:t>
                      </a:r>
                      <a:r>
                        <a:rPr lang="da-DK" sz="1000" spc="0" dirty="0">
                          <a:effectLst/>
                        </a:rPr>
                        <a:t>herunder</a:t>
                      </a:r>
                      <a:r>
                        <a:rPr lang="da-DK" sz="1000" spc="-40" dirty="0">
                          <a:effectLst/>
                        </a:rPr>
                        <a:t> </a:t>
                      </a:r>
                      <a:r>
                        <a:rPr lang="da-DK" sz="1000" spc="0" dirty="0">
                          <a:effectLst/>
                        </a:rPr>
                        <a:t>NIS2</a:t>
                      </a:r>
                      <a:r>
                        <a:rPr lang="da-DK" sz="1000" spc="-30" dirty="0">
                          <a:effectLst/>
                        </a:rPr>
                        <a:t> </a:t>
                      </a:r>
                      <a:r>
                        <a:rPr lang="da-DK" sz="1000" spc="0" dirty="0">
                          <a:effectLst/>
                        </a:rPr>
                        <a:t>og</a:t>
                      </a:r>
                      <a:r>
                        <a:rPr lang="da-DK" sz="1000" spc="-35" dirty="0">
                          <a:effectLst/>
                        </a:rPr>
                        <a:t> </a:t>
                      </a:r>
                      <a:r>
                        <a:rPr lang="da-DK" sz="1000" spc="0" dirty="0" err="1">
                          <a:effectLst/>
                        </a:rPr>
                        <a:t>Cyber</a:t>
                      </a:r>
                      <a:r>
                        <a:rPr lang="da-DK" sz="1000" spc="-30" dirty="0">
                          <a:effectLst/>
                        </a:rPr>
                        <a:t> </a:t>
                      </a:r>
                      <a:r>
                        <a:rPr lang="da-DK" sz="1000" spc="0" dirty="0" err="1">
                          <a:effectLst/>
                        </a:rPr>
                        <a:t>Resilience</a:t>
                      </a:r>
                      <a:r>
                        <a:rPr lang="da-DK" sz="1000" spc="-35" dirty="0">
                          <a:effectLst/>
                        </a:rPr>
                        <a:t> </a:t>
                      </a:r>
                      <a:r>
                        <a:rPr lang="da-DK" sz="1000" spc="-25" dirty="0" err="1">
                          <a:effectLst/>
                        </a:rPr>
                        <a:t>Act</a:t>
                      </a:r>
                      <a:endParaRPr lang="da-DK" sz="1000" spc="0" dirty="0">
                        <a:effectLst/>
                        <a:latin typeface="Calibri" panose="020F0502020204030204" pitchFamily="34" charset="0"/>
                        <a:ea typeface="Symbol" panose="05050102010706020507" pitchFamily="18" charset="2"/>
                        <a:cs typeface="Symbol" panose="05050102010706020507" pitchFamily="18" charset="2"/>
                      </a:endParaRPr>
                    </a:p>
                  </a:txBody>
                  <a:tcPr marL="0" marR="0" marT="0" marB="0"/>
                </a:tc>
                <a:tc>
                  <a:txBody>
                    <a:bodyPr/>
                    <a:lstStyle/>
                    <a:p>
                      <a:pPr marL="342900" lvl="0" indent="-342900">
                        <a:lnSpc>
                          <a:spcPts val="1395"/>
                        </a:lnSpc>
                        <a:buSzPts val="1100"/>
                        <a:buFont typeface="Symbol" panose="05050102010706020507" pitchFamily="18" charset="2"/>
                        <a:buChar char=""/>
                        <a:tabLst>
                          <a:tab pos="525780" algn="l"/>
                        </a:tabLst>
                      </a:pPr>
                      <a:r>
                        <a:rPr lang="da-DK" sz="700" u="sng" spc="0" dirty="0">
                          <a:effectLst/>
                          <a:hlinkClick r:id="rId10"/>
                        </a:rPr>
                        <a:t>NIS2-update:</a:t>
                      </a:r>
                      <a:r>
                        <a:rPr lang="da-DK" sz="700" u="sng" spc="-45" dirty="0">
                          <a:effectLst/>
                          <a:hlinkClick r:id="rId10"/>
                        </a:rPr>
                        <a:t> </a:t>
                      </a:r>
                      <a:r>
                        <a:rPr lang="da-DK" sz="700" u="sng" spc="0" dirty="0">
                          <a:effectLst/>
                          <a:hlinkClick r:id="rId10"/>
                        </a:rPr>
                        <a:t>Status</a:t>
                      </a:r>
                      <a:r>
                        <a:rPr lang="da-DK" sz="700" u="sng" spc="-55" dirty="0">
                          <a:effectLst/>
                          <a:hlinkClick r:id="rId10"/>
                        </a:rPr>
                        <a:t> </a:t>
                      </a:r>
                      <a:r>
                        <a:rPr lang="da-DK" sz="700" u="sng" spc="0" dirty="0">
                          <a:effectLst/>
                          <a:hlinkClick r:id="rId10"/>
                        </a:rPr>
                        <a:t>og</a:t>
                      </a:r>
                      <a:r>
                        <a:rPr lang="da-DK" sz="700" u="sng" spc="-40" dirty="0">
                          <a:effectLst/>
                          <a:hlinkClick r:id="rId10"/>
                        </a:rPr>
                        <a:t> </a:t>
                      </a:r>
                      <a:r>
                        <a:rPr lang="da-DK" sz="700" u="sng" spc="0" dirty="0">
                          <a:effectLst/>
                          <a:hlinkClick r:id="rId10"/>
                        </a:rPr>
                        <a:t>fortolkningsbidrag</a:t>
                      </a:r>
                      <a:r>
                        <a:rPr lang="da-DK" sz="700" u="sng" spc="-45" dirty="0">
                          <a:effectLst/>
                          <a:hlinkClick r:id="rId10"/>
                        </a:rPr>
                        <a:t> </a:t>
                      </a:r>
                      <a:r>
                        <a:rPr lang="da-DK" sz="700" u="sng" spc="0" dirty="0">
                          <a:effectLst/>
                          <a:hlinkClick r:id="rId10"/>
                        </a:rPr>
                        <a:t>(august</a:t>
                      </a:r>
                      <a:r>
                        <a:rPr lang="da-DK" sz="700" u="sng" spc="-40" dirty="0">
                          <a:effectLst/>
                          <a:hlinkClick r:id="rId10"/>
                        </a:rPr>
                        <a:t> </a:t>
                      </a:r>
                      <a:r>
                        <a:rPr lang="da-DK" sz="700" u="sng" spc="0" dirty="0">
                          <a:effectLst/>
                          <a:hlinkClick r:id="rId10"/>
                        </a:rPr>
                        <a:t>2024)</a:t>
                      </a:r>
                      <a:r>
                        <a:rPr lang="da-DK" sz="700" u="sng" spc="-35" dirty="0">
                          <a:effectLst/>
                          <a:hlinkClick r:id="rId10"/>
                        </a:rPr>
                        <a:t> </a:t>
                      </a:r>
                      <a:r>
                        <a:rPr lang="da-DK" sz="700" u="sng" spc="0" dirty="0">
                          <a:effectLst/>
                          <a:hlinkClick r:id="rId10"/>
                        </a:rPr>
                        <a:t>|</a:t>
                      </a:r>
                      <a:r>
                        <a:rPr lang="da-DK" sz="700" u="sng" spc="-50" dirty="0">
                          <a:effectLst/>
                          <a:hlinkClick r:id="rId10"/>
                        </a:rPr>
                        <a:t> </a:t>
                      </a:r>
                      <a:r>
                        <a:rPr lang="da-DK" sz="700" u="sng" spc="-10" dirty="0">
                          <a:effectLst/>
                          <a:hlinkClick r:id="rId10"/>
                        </a:rPr>
                        <a:t>LinkedIn</a:t>
                      </a:r>
                      <a:endParaRPr lang="da-DK" sz="700" spc="0" dirty="0">
                        <a:effectLst/>
                      </a:endParaRPr>
                    </a:p>
                    <a:p>
                      <a:pPr marL="342900" lvl="0" indent="-342900">
                        <a:lnSpc>
                          <a:spcPts val="1395"/>
                        </a:lnSpc>
                        <a:buSzPts val="1100"/>
                        <a:buFont typeface="Symbol" panose="05050102010706020507" pitchFamily="18" charset="2"/>
                        <a:buChar char=""/>
                        <a:tabLst>
                          <a:tab pos="525780" algn="l"/>
                        </a:tabLst>
                      </a:pPr>
                      <a:r>
                        <a:rPr lang="da-DK" sz="700" u="sng" spc="0" dirty="0">
                          <a:effectLst/>
                          <a:hlinkClick r:id="rId11"/>
                        </a:rPr>
                        <a:t>Hvad er NIS2</a:t>
                      </a:r>
                      <a:r>
                        <a:rPr lang="da-DK" sz="700" spc="0" dirty="0">
                          <a:effectLst/>
                        </a:rPr>
                        <a:t> – styrelsen for samfundssikkerhed</a:t>
                      </a:r>
                    </a:p>
                    <a:p>
                      <a:pPr marL="342900" lvl="0" indent="-342900">
                        <a:lnSpc>
                          <a:spcPts val="1400"/>
                        </a:lnSpc>
                        <a:buSzPts val="1100"/>
                        <a:buFont typeface="Symbol" panose="05050102010706020507" pitchFamily="18" charset="2"/>
                        <a:buChar char=""/>
                        <a:tabLst>
                          <a:tab pos="525780" algn="l"/>
                        </a:tabLst>
                      </a:pPr>
                      <a:r>
                        <a:rPr lang="da-DK" sz="700" u="sng" spc="0" dirty="0" err="1">
                          <a:effectLst/>
                          <a:hlinkClick r:id="rId12"/>
                        </a:rPr>
                        <a:t>Cyber</a:t>
                      </a:r>
                      <a:r>
                        <a:rPr lang="da-DK" sz="700" u="sng" spc="-35" dirty="0">
                          <a:effectLst/>
                          <a:hlinkClick r:id="rId12"/>
                        </a:rPr>
                        <a:t> </a:t>
                      </a:r>
                      <a:r>
                        <a:rPr lang="da-DK" sz="700" u="sng" spc="0" dirty="0" err="1">
                          <a:effectLst/>
                          <a:hlinkClick r:id="rId12"/>
                        </a:rPr>
                        <a:t>Resilience</a:t>
                      </a:r>
                      <a:r>
                        <a:rPr lang="da-DK" sz="700" u="sng" spc="-40" dirty="0">
                          <a:effectLst/>
                          <a:hlinkClick r:id="rId12"/>
                        </a:rPr>
                        <a:t> </a:t>
                      </a:r>
                      <a:r>
                        <a:rPr lang="da-DK" sz="700" u="sng" spc="0" dirty="0" err="1">
                          <a:effectLst/>
                          <a:hlinkClick r:id="rId12"/>
                        </a:rPr>
                        <a:t>Act</a:t>
                      </a:r>
                      <a:r>
                        <a:rPr lang="da-DK" sz="700" u="sng" spc="-40" dirty="0">
                          <a:effectLst/>
                          <a:hlinkClick r:id="rId12"/>
                        </a:rPr>
                        <a:t> </a:t>
                      </a:r>
                      <a:r>
                        <a:rPr lang="da-DK" sz="700" u="sng" spc="0" dirty="0">
                          <a:effectLst/>
                          <a:hlinkClick r:id="rId12"/>
                        </a:rPr>
                        <a:t>–</a:t>
                      </a:r>
                      <a:r>
                        <a:rPr lang="da-DK" sz="700" u="sng" spc="-25" dirty="0">
                          <a:effectLst/>
                          <a:hlinkClick r:id="rId12"/>
                        </a:rPr>
                        <a:t> </a:t>
                      </a:r>
                      <a:r>
                        <a:rPr lang="da-DK" sz="700" u="sng" spc="0" dirty="0">
                          <a:effectLst/>
                          <a:hlinkClick r:id="rId12"/>
                        </a:rPr>
                        <a:t>set</a:t>
                      </a:r>
                      <a:r>
                        <a:rPr lang="da-DK" sz="700" u="sng" spc="-40" dirty="0">
                          <a:effectLst/>
                          <a:hlinkClick r:id="rId12"/>
                        </a:rPr>
                        <a:t> </a:t>
                      </a:r>
                      <a:r>
                        <a:rPr lang="da-DK" sz="700" u="sng" spc="0" dirty="0">
                          <a:effectLst/>
                          <a:hlinkClick r:id="rId12"/>
                        </a:rPr>
                        <a:t>fra</a:t>
                      </a:r>
                      <a:r>
                        <a:rPr lang="da-DK" sz="700" u="sng" spc="-35" dirty="0">
                          <a:effectLst/>
                          <a:hlinkClick r:id="rId12"/>
                        </a:rPr>
                        <a:t> </a:t>
                      </a:r>
                      <a:r>
                        <a:rPr lang="da-DK" sz="700" u="sng" spc="0" dirty="0">
                          <a:effectLst/>
                          <a:hlinkClick r:id="rId12"/>
                        </a:rPr>
                        <a:t>henholdsvis</a:t>
                      </a:r>
                      <a:r>
                        <a:rPr lang="da-DK" sz="700" u="sng" spc="-30" dirty="0">
                          <a:effectLst/>
                          <a:hlinkClick r:id="rId12"/>
                        </a:rPr>
                        <a:t> </a:t>
                      </a:r>
                      <a:r>
                        <a:rPr lang="da-DK" sz="700" u="sng" spc="0" dirty="0">
                          <a:effectLst/>
                          <a:hlinkClick r:id="rId12"/>
                        </a:rPr>
                        <a:t>juristens</a:t>
                      </a:r>
                      <a:r>
                        <a:rPr lang="da-DK" sz="700" u="sng" spc="-45" dirty="0">
                          <a:effectLst/>
                          <a:hlinkClick r:id="rId12"/>
                        </a:rPr>
                        <a:t> </a:t>
                      </a:r>
                      <a:r>
                        <a:rPr lang="da-DK" sz="700" u="sng" spc="0" dirty="0">
                          <a:effectLst/>
                          <a:hlinkClick r:id="rId12"/>
                        </a:rPr>
                        <a:t>og</a:t>
                      </a:r>
                      <a:r>
                        <a:rPr lang="da-DK" sz="700" u="sng" spc="-45" dirty="0">
                          <a:effectLst/>
                          <a:hlinkClick r:id="rId12"/>
                        </a:rPr>
                        <a:t> </a:t>
                      </a:r>
                      <a:r>
                        <a:rPr lang="da-DK" sz="700" u="sng" spc="0" dirty="0">
                          <a:effectLst/>
                          <a:hlinkClick r:id="rId12"/>
                        </a:rPr>
                        <a:t>teknikerens</a:t>
                      </a:r>
                      <a:r>
                        <a:rPr lang="da-DK" sz="700" u="sng" spc="-45" dirty="0">
                          <a:effectLst/>
                          <a:hlinkClick r:id="rId12"/>
                        </a:rPr>
                        <a:t> </a:t>
                      </a:r>
                      <a:r>
                        <a:rPr lang="da-DK" sz="700" u="sng" spc="-10" dirty="0">
                          <a:effectLst/>
                          <a:hlinkClick r:id="rId12"/>
                        </a:rPr>
                        <a:t>vinkel</a:t>
                      </a:r>
                      <a:endParaRPr lang="da-DK" sz="700" spc="0" dirty="0">
                        <a:effectLst/>
                        <a:latin typeface="Calibri" panose="020F0502020204030204" pitchFamily="34" charset="0"/>
                        <a:ea typeface="Symbol" panose="05050102010706020507" pitchFamily="18" charset="2"/>
                        <a:cs typeface="Symbol" panose="05050102010706020507" pitchFamily="18" charset="2"/>
                      </a:endParaRPr>
                    </a:p>
                  </a:txBody>
                  <a:tcPr marL="0" marR="0" marT="0" marB="0"/>
                </a:tc>
                <a:extLst>
                  <a:ext uri="{0D108BD9-81ED-4DB2-BD59-A6C34878D82A}">
                    <a16:rowId xmlns:a16="http://schemas.microsoft.com/office/drawing/2014/main" val="2480984449"/>
                  </a:ext>
                </a:extLst>
              </a:tr>
              <a:tr h="338006">
                <a:tc>
                  <a:txBody>
                    <a:bodyPr/>
                    <a:lstStyle/>
                    <a:p>
                      <a:pPr marL="67945">
                        <a:buNone/>
                      </a:pPr>
                      <a:r>
                        <a:rPr lang="da-DK" sz="1000">
                          <a:effectLst/>
                        </a:rPr>
                        <a:t>9.12.</a:t>
                      </a:r>
                    </a:p>
                    <a:p>
                      <a:pPr marL="67945">
                        <a:buNone/>
                      </a:pPr>
                      <a:r>
                        <a:rPr lang="da-DK" sz="1000">
                          <a:effectLst/>
                        </a:rPr>
                        <a:t>Ayo</a:t>
                      </a:r>
                      <a:endParaRPr lang="da-DK"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525145" indent="-228600">
                        <a:buNone/>
                        <a:tabLst>
                          <a:tab pos="525145" algn="l"/>
                        </a:tabLst>
                      </a:pPr>
                      <a:r>
                        <a:rPr lang="en-US" sz="1000" dirty="0" err="1">
                          <a:effectLst/>
                        </a:rPr>
                        <a:t>Opsamling</a:t>
                      </a:r>
                      <a:r>
                        <a:rPr lang="en-US" sz="1000" spc="-35" dirty="0">
                          <a:effectLst/>
                        </a:rPr>
                        <a:t> </a:t>
                      </a:r>
                      <a:r>
                        <a:rPr lang="en-US" sz="1000" dirty="0" err="1">
                          <a:effectLst/>
                        </a:rPr>
                        <a:t>inden</a:t>
                      </a:r>
                      <a:r>
                        <a:rPr lang="en-US" sz="1000" spc="-30" dirty="0">
                          <a:effectLst/>
                        </a:rPr>
                        <a:t> </a:t>
                      </a:r>
                      <a:r>
                        <a:rPr lang="en-US" sz="1000" spc="-10" dirty="0" err="1">
                          <a:effectLst/>
                        </a:rPr>
                        <a:t>eksamen</a:t>
                      </a:r>
                      <a:endParaRPr lang="da-DK"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945">
                        <a:buNone/>
                      </a:pPr>
                      <a:r>
                        <a:rPr lang="en-US" sz="700" dirty="0">
                          <a:effectLst/>
                        </a:rPr>
                        <a:t> </a:t>
                      </a:r>
                      <a:endParaRPr lang="da-DK" sz="7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491768927"/>
                  </a:ext>
                </a:extLst>
              </a:tr>
            </a:tbl>
          </a:graphicData>
        </a:graphic>
      </p:graphicFrame>
      <p:sp>
        <p:nvSpPr>
          <p:cNvPr id="3" name="Pladsholder til dato 2">
            <a:extLst>
              <a:ext uri="{FF2B5EF4-FFF2-40B4-BE49-F238E27FC236}">
                <a16:creationId xmlns:a16="http://schemas.microsoft.com/office/drawing/2014/main" id="{CE48FE67-17D7-7BDA-118C-17CDC46BA439}"/>
              </a:ext>
            </a:extLst>
          </p:cNvPr>
          <p:cNvSpPr>
            <a:spLocks noGrp="1"/>
          </p:cNvSpPr>
          <p:nvPr>
            <p:ph type="dt" sz="half" idx="20"/>
          </p:nvPr>
        </p:nvSpPr>
        <p:spPr/>
        <p:txBody>
          <a:bodyPr/>
          <a:lstStyle/>
          <a:p>
            <a:fld id="{86717432-E2DD-47F1-B170-962D98F14AA8}" type="datetime1">
              <a:rPr lang="da-DK" smtClean="0"/>
              <a:t>08.01.2026</a:t>
            </a:fld>
            <a:endParaRPr lang="da-DK" dirty="0"/>
          </a:p>
        </p:txBody>
      </p:sp>
    </p:spTree>
    <p:extLst>
      <p:ext uri="{BB962C8B-B14F-4D97-AF65-F5344CB8AC3E}">
        <p14:creationId xmlns:p14="http://schemas.microsoft.com/office/powerpoint/2010/main" val="462215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020CF2-AB1B-2807-0EFE-E6467A744A8B}"/>
              </a:ext>
            </a:extLst>
          </p:cNvPr>
          <p:cNvSpPr>
            <a:spLocks noGrp="1"/>
          </p:cNvSpPr>
          <p:nvPr>
            <p:ph type="title"/>
          </p:nvPr>
        </p:nvSpPr>
        <p:spPr>
          <a:xfrm>
            <a:off x="410400" y="1028246"/>
            <a:ext cx="10962000" cy="671967"/>
          </a:xfrm>
        </p:spPr>
        <p:txBody>
          <a:bodyPr anchor="t">
            <a:normAutofit/>
          </a:bodyPr>
          <a:lstStyle/>
          <a:p>
            <a:r>
              <a:rPr lang="da-DK" dirty="0"/>
              <a:t>Undervisere</a:t>
            </a:r>
          </a:p>
        </p:txBody>
      </p:sp>
      <p:sp>
        <p:nvSpPr>
          <p:cNvPr id="4" name="Pladsholder til dato 3">
            <a:extLst>
              <a:ext uri="{FF2B5EF4-FFF2-40B4-BE49-F238E27FC236}">
                <a16:creationId xmlns:a16="http://schemas.microsoft.com/office/drawing/2014/main" id="{6B0A532D-AA0F-F7D6-492A-1F52F0A6FA21}"/>
              </a:ext>
            </a:extLst>
          </p:cNvPr>
          <p:cNvSpPr>
            <a:spLocks noGrp="1"/>
          </p:cNvSpPr>
          <p:nvPr>
            <p:ph type="dt" sz="half" idx="20"/>
          </p:nvPr>
        </p:nvSpPr>
        <p:spPr/>
        <p:txBody>
          <a:bodyPr/>
          <a:lstStyle/>
          <a:p>
            <a:pPr>
              <a:spcAft>
                <a:spcPts val="600"/>
              </a:spcAft>
            </a:pPr>
            <a:fld id="{BFD01687-F36E-4C02-8EF3-70ACA1F95A75}" type="datetime1">
              <a:rPr lang="da-DK" smtClean="0"/>
              <a:pPr>
                <a:spcAft>
                  <a:spcPts val="600"/>
                </a:spcAft>
              </a:pPr>
              <a:t>08.01.2026</a:t>
            </a:fld>
            <a:endParaRPr lang="da-DK"/>
          </a:p>
        </p:txBody>
      </p:sp>
      <p:sp>
        <p:nvSpPr>
          <p:cNvPr id="5" name="Pladsholder til slidenummer 4">
            <a:extLst>
              <a:ext uri="{FF2B5EF4-FFF2-40B4-BE49-F238E27FC236}">
                <a16:creationId xmlns:a16="http://schemas.microsoft.com/office/drawing/2014/main" id="{A6426CF4-3408-4A95-3BA5-BBA0607F9B63}"/>
              </a:ext>
            </a:extLst>
          </p:cNvPr>
          <p:cNvSpPr>
            <a:spLocks noGrp="1"/>
          </p:cNvSpPr>
          <p:nvPr>
            <p:ph type="sldNum" sz="quarter" idx="22"/>
          </p:nvPr>
        </p:nvSpPr>
        <p:spPr/>
        <p:txBody>
          <a:bodyPr/>
          <a:lstStyle/>
          <a:p>
            <a:pPr>
              <a:spcAft>
                <a:spcPts val="600"/>
              </a:spcAft>
            </a:pPr>
            <a:fld id="{45D37B1E-C366-494F-A587-962AD9AABC83}" type="slidenum">
              <a:rPr lang="da-DK" smtClean="0"/>
              <a:pPr>
                <a:spcAft>
                  <a:spcPts val="600"/>
                </a:spcAft>
              </a:pPr>
              <a:t>3</a:t>
            </a:fld>
            <a:endParaRPr lang="da-DK"/>
          </a:p>
        </p:txBody>
      </p:sp>
      <p:graphicFrame>
        <p:nvGraphicFramePr>
          <p:cNvPr id="7" name="Pladsholder til indhold 2">
            <a:extLst>
              <a:ext uri="{FF2B5EF4-FFF2-40B4-BE49-F238E27FC236}">
                <a16:creationId xmlns:a16="http://schemas.microsoft.com/office/drawing/2014/main" id="{2818C60D-CD67-8AA1-CFD2-5360536E7084}"/>
              </a:ext>
            </a:extLst>
          </p:cNvPr>
          <p:cNvGraphicFramePr>
            <a:graphicFrameLocks noGrp="1"/>
          </p:cNvGraphicFramePr>
          <p:nvPr>
            <p:ph sz="quarter" idx="19"/>
            <p:extLst>
              <p:ext uri="{D42A27DB-BD31-4B8C-83A1-F6EECF244321}">
                <p14:modId xmlns:p14="http://schemas.microsoft.com/office/powerpoint/2010/main" val="3095146699"/>
              </p:ext>
            </p:extLst>
          </p:nvPr>
        </p:nvGraphicFramePr>
        <p:xfrm>
          <a:off x="411163" y="1989138"/>
          <a:ext cx="10961237" cy="3864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8069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7245A5-B9CA-8572-AB2D-B5BCCE338922}"/>
              </a:ext>
            </a:extLst>
          </p:cNvPr>
          <p:cNvSpPr>
            <a:spLocks noGrp="1"/>
          </p:cNvSpPr>
          <p:nvPr>
            <p:ph type="title"/>
          </p:nvPr>
        </p:nvSpPr>
        <p:spPr/>
        <p:txBody>
          <a:bodyPr/>
          <a:lstStyle/>
          <a:p>
            <a:r>
              <a:rPr lang="da-DK" dirty="0"/>
              <a:t>Forventningsafstemning</a:t>
            </a:r>
          </a:p>
        </p:txBody>
      </p:sp>
      <p:sp>
        <p:nvSpPr>
          <p:cNvPr id="3" name="Pladsholder til indhold 2">
            <a:extLst>
              <a:ext uri="{FF2B5EF4-FFF2-40B4-BE49-F238E27FC236}">
                <a16:creationId xmlns:a16="http://schemas.microsoft.com/office/drawing/2014/main" id="{E6356457-752E-2A24-0E17-CB91101F40C3}"/>
              </a:ext>
            </a:extLst>
          </p:cNvPr>
          <p:cNvSpPr>
            <a:spLocks noGrp="1"/>
          </p:cNvSpPr>
          <p:nvPr>
            <p:ph sz="quarter" idx="19"/>
          </p:nvPr>
        </p:nvSpPr>
        <p:spPr/>
        <p:txBody>
          <a:bodyPr/>
          <a:lstStyle/>
          <a:p>
            <a:pPr marL="0" indent="0">
              <a:buNone/>
            </a:pPr>
            <a:r>
              <a:rPr lang="da-DK" dirty="0"/>
              <a:t>Vores forventninger til jer:</a:t>
            </a:r>
          </a:p>
          <a:p>
            <a:r>
              <a:rPr lang="da-DK" dirty="0"/>
              <a:t>At I kan redegøre for og reflektere over de juridiske emner som er pensum og som vi taler om i konfrontationstimerne (dvs. indholdet af slides):</a:t>
            </a:r>
          </a:p>
          <a:p>
            <a:pPr lvl="1"/>
            <a:r>
              <a:rPr lang="da-DK" dirty="0"/>
              <a:t>Eksempel:</a:t>
            </a:r>
          </a:p>
          <a:p>
            <a:pPr lvl="2"/>
            <a:r>
              <a:rPr lang="da-DK" dirty="0"/>
              <a:t>Undervisningsgangen vedrørende databeskyttelsesret: At I til eksamen kan forklare hvorfor vi har disse regler (i det omfang det nævnes i pensum eller i undervisningen), hvad de overordnede principper er, reflektere over databeskyttelsesretten i relation til jeres egen uddannelse og nævne eventuelle udfordringer.</a:t>
            </a:r>
          </a:p>
          <a:p>
            <a:pPr marL="0" indent="0">
              <a:buNone/>
            </a:pPr>
            <a:endParaRPr lang="da-DK" dirty="0"/>
          </a:p>
          <a:p>
            <a:r>
              <a:rPr lang="da-DK" dirty="0"/>
              <a:t>I skal ikke:</a:t>
            </a:r>
          </a:p>
          <a:p>
            <a:pPr lvl="1"/>
            <a:r>
              <a:rPr lang="da-DK" dirty="0"/>
              <a:t>Redegøre for indholdet af hele regelsættet eller f.eks. forstå den bagvedliggende lovgivningsproces:</a:t>
            </a:r>
          </a:p>
          <a:p>
            <a:pPr lvl="1"/>
            <a:r>
              <a:rPr lang="da-DK" dirty="0"/>
              <a:t>Konkrete bestemmelser/paragraffer/artikler skal I alene kunne redegøre for i det omfang de nævnes til konfrontationstimerne.</a:t>
            </a:r>
          </a:p>
        </p:txBody>
      </p:sp>
      <p:sp>
        <p:nvSpPr>
          <p:cNvPr id="4" name="Pladsholder til dato 3">
            <a:extLst>
              <a:ext uri="{FF2B5EF4-FFF2-40B4-BE49-F238E27FC236}">
                <a16:creationId xmlns:a16="http://schemas.microsoft.com/office/drawing/2014/main" id="{9B53E368-6244-37E2-7EE7-FD4BD54F3DA4}"/>
              </a:ext>
            </a:extLst>
          </p:cNvPr>
          <p:cNvSpPr>
            <a:spLocks noGrp="1"/>
          </p:cNvSpPr>
          <p:nvPr>
            <p:ph type="dt" sz="half" idx="20"/>
          </p:nvPr>
        </p:nvSpPr>
        <p:spPr/>
        <p:txBody>
          <a:bodyPr/>
          <a:lstStyle/>
          <a:p>
            <a:fld id="{1DB8EB68-4C54-48BA-A7C0-EC75FD8653C8}" type="datetime1">
              <a:rPr lang="da-DK" smtClean="0"/>
              <a:t>08.01.2026</a:t>
            </a:fld>
            <a:endParaRPr lang="da-DK" dirty="0"/>
          </a:p>
        </p:txBody>
      </p:sp>
      <p:sp>
        <p:nvSpPr>
          <p:cNvPr id="5" name="Pladsholder til slidenummer 4">
            <a:extLst>
              <a:ext uri="{FF2B5EF4-FFF2-40B4-BE49-F238E27FC236}">
                <a16:creationId xmlns:a16="http://schemas.microsoft.com/office/drawing/2014/main" id="{C4ABB32B-E8AD-1BC3-B810-2092F63705BF}"/>
              </a:ext>
            </a:extLst>
          </p:cNvPr>
          <p:cNvSpPr>
            <a:spLocks noGrp="1"/>
          </p:cNvSpPr>
          <p:nvPr>
            <p:ph type="sldNum" sz="quarter" idx="22"/>
          </p:nvPr>
        </p:nvSpPr>
        <p:spPr/>
        <p:txBody>
          <a:bodyPr/>
          <a:lstStyle/>
          <a:p>
            <a:fld id="{45D37B1E-C366-494F-A587-962AD9AABC83}" type="slidenum">
              <a:rPr lang="da-DK" smtClean="0"/>
              <a:pPr/>
              <a:t>4</a:t>
            </a:fld>
            <a:endParaRPr lang="da-DK" dirty="0"/>
          </a:p>
        </p:txBody>
      </p:sp>
    </p:spTree>
    <p:extLst>
      <p:ext uri="{BB962C8B-B14F-4D97-AF65-F5344CB8AC3E}">
        <p14:creationId xmlns:p14="http://schemas.microsoft.com/office/powerpoint/2010/main" val="2883156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00AE7F-FD0E-33C2-975A-24950F922701}"/>
              </a:ext>
            </a:extLst>
          </p:cNvPr>
          <p:cNvSpPr>
            <a:spLocks noGrp="1"/>
          </p:cNvSpPr>
          <p:nvPr>
            <p:ph type="title"/>
          </p:nvPr>
        </p:nvSpPr>
        <p:spPr/>
        <p:txBody>
          <a:bodyPr/>
          <a:lstStyle/>
          <a:p>
            <a:r>
              <a:rPr lang="da-DK" dirty="0"/>
              <a:t>Forventningsafstemning</a:t>
            </a:r>
          </a:p>
        </p:txBody>
      </p:sp>
      <p:sp>
        <p:nvSpPr>
          <p:cNvPr id="3" name="Pladsholder til indhold 2">
            <a:extLst>
              <a:ext uri="{FF2B5EF4-FFF2-40B4-BE49-F238E27FC236}">
                <a16:creationId xmlns:a16="http://schemas.microsoft.com/office/drawing/2014/main" id="{4E3728C7-FF5E-EE6E-859C-5CF8479FC20A}"/>
              </a:ext>
            </a:extLst>
          </p:cNvPr>
          <p:cNvSpPr>
            <a:spLocks noGrp="1"/>
          </p:cNvSpPr>
          <p:nvPr>
            <p:ph sz="quarter" idx="19"/>
          </p:nvPr>
        </p:nvSpPr>
        <p:spPr/>
        <p:txBody>
          <a:bodyPr/>
          <a:lstStyle/>
          <a:p>
            <a:endParaRPr lang="da-DK" dirty="0"/>
          </a:p>
          <a:p>
            <a:endParaRPr lang="da-DK" dirty="0"/>
          </a:p>
          <a:p>
            <a:r>
              <a:rPr lang="da-DK" dirty="0"/>
              <a:t>Til eksamen må I meget gerne komme med eksempler, for at illustrere at I har forstået materialet:</a:t>
            </a:r>
          </a:p>
          <a:p>
            <a:pPr lvl="1"/>
            <a:r>
              <a:rPr lang="da-DK" dirty="0"/>
              <a:t>Eksempel: I tilknytningen til det lærte materiale: Hvis i får et spørgsmål om AI-regulering kan I illustrere at I har forstået den overordnede tanke om risikobaseret tilgang i AI </a:t>
            </a:r>
            <a:r>
              <a:rPr lang="da-DK" dirty="0" err="1"/>
              <a:t>Act</a:t>
            </a:r>
            <a:r>
              <a:rPr lang="da-DK" dirty="0"/>
              <a:t>, ved at nævne AI </a:t>
            </a:r>
            <a:r>
              <a:rPr lang="da-DK" dirty="0" err="1"/>
              <a:t>Act’s</a:t>
            </a:r>
            <a:r>
              <a:rPr lang="da-DK" dirty="0"/>
              <a:t> ”pyramide” for højrisiko-krav og (efter bedste evne) nævne pyramidens indhold.</a:t>
            </a:r>
          </a:p>
          <a:p>
            <a:endParaRPr lang="da-DK" dirty="0"/>
          </a:p>
          <a:p>
            <a:pPr lvl="1"/>
            <a:r>
              <a:rPr lang="da-DK" dirty="0"/>
              <a:t>Eksempel: Eksempler fra det rigtige liv: Hvis I får spørgsmålet hvorfor </a:t>
            </a:r>
            <a:r>
              <a:rPr lang="da-DK" dirty="0" err="1"/>
              <a:t>cybersikkerhedsregulering</a:t>
            </a:r>
            <a:r>
              <a:rPr lang="da-DK" dirty="0"/>
              <a:t> er vigtigt? Her kan i f.eks. nævne eksempler hvor det er gået galt, og derefter reflektere over det i relation til det I har lært.</a:t>
            </a:r>
          </a:p>
          <a:p>
            <a:endParaRPr lang="da-DK" dirty="0"/>
          </a:p>
          <a:p>
            <a:endParaRPr lang="da-DK" dirty="0"/>
          </a:p>
          <a:p>
            <a:endParaRPr lang="da-DK" dirty="0"/>
          </a:p>
        </p:txBody>
      </p:sp>
      <p:sp>
        <p:nvSpPr>
          <p:cNvPr id="4" name="Pladsholder til dato 3">
            <a:extLst>
              <a:ext uri="{FF2B5EF4-FFF2-40B4-BE49-F238E27FC236}">
                <a16:creationId xmlns:a16="http://schemas.microsoft.com/office/drawing/2014/main" id="{00DC1814-17A3-8511-A38C-0EDB39D9E0C5}"/>
              </a:ext>
            </a:extLst>
          </p:cNvPr>
          <p:cNvSpPr>
            <a:spLocks noGrp="1"/>
          </p:cNvSpPr>
          <p:nvPr>
            <p:ph type="dt" sz="half" idx="20"/>
          </p:nvPr>
        </p:nvSpPr>
        <p:spPr/>
        <p:txBody>
          <a:bodyPr/>
          <a:lstStyle/>
          <a:p>
            <a:fld id="{B94121E5-32AB-4F02-8EBD-F0854F7B2C12}" type="datetime1">
              <a:rPr lang="da-DK" smtClean="0"/>
              <a:t>08.01.2026</a:t>
            </a:fld>
            <a:endParaRPr lang="da-DK" dirty="0"/>
          </a:p>
        </p:txBody>
      </p:sp>
      <p:sp>
        <p:nvSpPr>
          <p:cNvPr id="5" name="Pladsholder til slidenummer 4">
            <a:extLst>
              <a:ext uri="{FF2B5EF4-FFF2-40B4-BE49-F238E27FC236}">
                <a16:creationId xmlns:a16="http://schemas.microsoft.com/office/drawing/2014/main" id="{28AEB5CF-B411-A94D-9AC4-07BDDF83E2DA}"/>
              </a:ext>
            </a:extLst>
          </p:cNvPr>
          <p:cNvSpPr>
            <a:spLocks noGrp="1"/>
          </p:cNvSpPr>
          <p:nvPr>
            <p:ph type="sldNum" sz="quarter" idx="22"/>
          </p:nvPr>
        </p:nvSpPr>
        <p:spPr/>
        <p:txBody>
          <a:bodyPr/>
          <a:lstStyle/>
          <a:p>
            <a:fld id="{45D37B1E-C366-494F-A587-962AD9AABC83}" type="slidenum">
              <a:rPr lang="da-DK" smtClean="0"/>
              <a:pPr/>
              <a:t>5</a:t>
            </a:fld>
            <a:endParaRPr lang="da-DK" dirty="0"/>
          </a:p>
        </p:txBody>
      </p:sp>
    </p:spTree>
    <p:extLst>
      <p:ext uri="{BB962C8B-B14F-4D97-AF65-F5344CB8AC3E}">
        <p14:creationId xmlns:p14="http://schemas.microsoft.com/office/powerpoint/2010/main" val="3651772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72B039-D4C5-1358-C376-234412E3892C}"/>
              </a:ext>
            </a:extLst>
          </p:cNvPr>
          <p:cNvSpPr>
            <a:spLocks noGrp="1"/>
          </p:cNvSpPr>
          <p:nvPr>
            <p:ph type="title"/>
          </p:nvPr>
        </p:nvSpPr>
        <p:spPr/>
        <p:txBody>
          <a:bodyPr/>
          <a:lstStyle/>
          <a:p>
            <a:r>
              <a:rPr lang="da-DK" dirty="0"/>
              <a:t>Formålet med undervisningen i dag</a:t>
            </a:r>
          </a:p>
        </p:txBody>
      </p:sp>
      <p:sp>
        <p:nvSpPr>
          <p:cNvPr id="3" name="Pladsholder til indhold 2">
            <a:extLst>
              <a:ext uri="{FF2B5EF4-FFF2-40B4-BE49-F238E27FC236}">
                <a16:creationId xmlns:a16="http://schemas.microsoft.com/office/drawing/2014/main" id="{B9D2C394-C9BC-D31B-0579-95C63E94E7FD}"/>
              </a:ext>
            </a:extLst>
          </p:cNvPr>
          <p:cNvSpPr>
            <a:spLocks noGrp="1"/>
          </p:cNvSpPr>
          <p:nvPr>
            <p:ph sz="quarter" idx="19"/>
          </p:nvPr>
        </p:nvSpPr>
        <p:spPr/>
        <p:txBody>
          <a:bodyPr/>
          <a:lstStyle/>
          <a:p>
            <a:r>
              <a:rPr lang="da-DK" dirty="0"/>
              <a:t>At give jer bedre indsigt i juristernes metode og hvordan vi arbejder med regler </a:t>
            </a:r>
          </a:p>
          <a:p>
            <a:r>
              <a:rPr lang="da-DK" dirty="0"/>
              <a:t>Jurastuderende har et selvstændigt fag ”Juridisk metode” – det er ikke dette fag. </a:t>
            </a:r>
          </a:p>
          <a:p>
            <a:endParaRPr lang="da-DK" dirty="0"/>
          </a:p>
          <a:p>
            <a:r>
              <a:rPr lang="da-DK" dirty="0"/>
              <a:t>En introduktion til:</a:t>
            </a:r>
          </a:p>
          <a:p>
            <a:pPr lvl="1"/>
            <a:r>
              <a:rPr lang="da-DK" dirty="0"/>
              <a:t>Det juridiske sprog og termer</a:t>
            </a:r>
          </a:p>
          <a:p>
            <a:pPr lvl="1"/>
            <a:r>
              <a:rPr lang="da-DK" dirty="0"/>
              <a:t>Sammenhængen mellem national, EU og international ret</a:t>
            </a:r>
          </a:p>
          <a:p>
            <a:pPr lvl="1"/>
            <a:r>
              <a:rPr lang="da-DK" dirty="0"/>
              <a:t>Opmærksomhedspunkter ved den juridiske metode, til når I skal samarbejde med jurister i fremtiden </a:t>
            </a:r>
          </a:p>
          <a:p>
            <a:endParaRPr lang="da-DK" dirty="0"/>
          </a:p>
          <a:p>
            <a:endParaRPr lang="da-DK" dirty="0"/>
          </a:p>
        </p:txBody>
      </p:sp>
      <p:sp>
        <p:nvSpPr>
          <p:cNvPr id="4" name="Pladsholder til dato 3">
            <a:extLst>
              <a:ext uri="{FF2B5EF4-FFF2-40B4-BE49-F238E27FC236}">
                <a16:creationId xmlns:a16="http://schemas.microsoft.com/office/drawing/2014/main" id="{B982735C-8660-6A4D-A3C3-4019E88D278E}"/>
              </a:ext>
            </a:extLst>
          </p:cNvPr>
          <p:cNvSpPr>
            <a:spLocks noGrp="1"/>
          </p:cNvSpPr>
          <p:nvPr>
            <p:ph type="dt" sz="half" idx="20"/>
          </p:nvPr>
        </p:nvSpPr>
        <p:spPr/>
        <p:txBody>
          <a:bodyPr/>
          <a:lstStyle/>
          <a:p>
            <a:fld id="{2190A229-A685-4E2A-A398-6DC99E9438AC}" type="datetime1">
              <a:rPr lang="da-DK" smtClean="0"/>
              <a:t>08.01.2026</a:t>
            </a:fld>
            <a:endParaRPr lang="da-DK" dirty="0"/>
          </a:p>
        </p:txBody>
      </p:sp>
      <p:sp>
        <p:nvSpPr>
          <p:cNvPr id="5" name="Pladsholder til slidenummer 4">
            <a:extLst>
              <a:ext uri="{FF2B5EF4-FFF2-40B4-BE49-F238E27FC236}">
                <a16:creationId xmlns:a16="http://schemas.microsoft.com/office/drawing/2014/main" id="{A8953FC8-54DD-B12F-03EF-6626B3832482}"/>
              </a:ext>
            </a:extLst>
          </p:cNvPr>
          <p:cNvSpPr>
            <a:spLocks noGrp="1"/>
          </p:cNvSpPr>
          <p:nvPr>
            <p:ph type="sldNum" sz="quarter" idx="22"/>
          </p:nvPr>
        </p:nvSpPr>
        <p:spPr/>
        <p:txBody>
          <a:bodyPr/>
          <a:lstStyle/>
          <a:p>
            <a:fld id="{45D37B1E-C366-494F-A587-962AD9AABC83}" type="slidenum">
              <a:rPr lang="da-DK" smtClean="0"/>
              <a:pPr/>
              <a:t>6</a:t>
            </a:fld>
            <a:endParaRPr lang="da-DK" dirty="0"/>
          </a:p>
        </p:txBody>
      </p:sp>
    </p:spTree>
    <p:extLst>
      <p:ext uri="{BB962C8B-B14F-4D97-AF65-F5344CB8AC3E}">
        <p14:creationId xmlns:p14="http://schemas.microsoft.com/office/powerpoint/2010/main" val="1824155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3699E1-4765-916B-0301-D5B617771150}"/>
              </a:ext>
            </a:extLst>
          </p:cNvPr>
          <p:cNvSpPr>
            <a:spLocks noGrp="1"/>
          </p:cNvSpPr>
          <p:nvPr>
            <p:ph type="title"/>
          </p:nvPr>
        </p:nvSpPr>
        <p:spPr>
          <a:xfrm>
            <a:off x="410400" y="1028246"/>
            <a:ext cx="10962000" cy="671967"/>
          </a:xfrm>
        </p:spPr>
        <p:txBody>
          <a:bodyPr anchor="t">
            <a:normAutofit/>
          </a:bodyPr>
          <a:lstStyle/>
          <a:p>
            <a:r>
              <a:rPr lang="da-DK" dirty="0"/>
              <a:t>Spørgsmål</a:t>
            </a:r>
          </a:p>
        </p:txBody>
      </p:sp>
      <p:sp>
        <p:nvSpPr>
          <p:cNvPr id="4" name="Pladsholder til dato 3">
            <a:extLst>
              <a:ext uri="{FF2B5EF4-FFF2-40B4-BE49-F238E27FC236}">
                <a16:creationId xmlns:a16="http://schemas.microsoft.com/office/drawing/2014/main" id="{D64F64B4-3326-48E6-EDB5-2FBF5845054D}"/>
              </a:ext>
            </a:extLst>
          </p:cNvPr>
          <p:cNvSpPr>
            <a:spLocks noGrp="1"/>
          </p:cNvSpPr>
          <p:nvPr>
            <p:ph type="dt" sz="half" idx="20"/>
          </p:nvPr>
        </p:nvSpPr>
        <p:spPr/>
        <p:txBody>
          <a:bodyPr/>
          <a:lstStyle/>
          <a:p>
            <a:pPr>
              <a:spcAft>
                <a:spcPts val="600"/>
              </a:spcAft>
            </a:pPr>
            <a:fld id="{3477583B-D74B-45D5-B554-6447FEE75D19}" type="datetime1">
              <a:rPr lang="da-DK" smtClean="0"/>
              <a:pPr>
                <a:spcAft>
                  <a:spcPts val="600"/>
                </a:spcAft>
              </a:pPr>
              <a:t>08.01.2026</a:t>
            </a:fld>
            <a:endParaRPr lang="da-DK"/>
          </a:p>
        </p:txBody>
      </p:sp>
      <p:sp>
        <p:nvSpPr>
          <p:cNvPr id="5" name="Pladsholder til slidenummer 4">
            <a:extLst>
              <a:ext uri="{FF2B5EF4-FFF2-40B4-BE49-F238E27FC236}">
                <a16:creationId xmlns:a16="http://schemas.microsoft.com/office/drawing/2014/main" id="{1567C484-F3BB-E5E2-3A4F-7F0BF6F45BBF}"/>
              </a:ext>
            </a:extLst>
          </p:cNvPr>
          <p:cNvSpPr>
            <a:spLocks noGrp="1"/>
          </p:cNvSpPr>
          <p:nvPr>
            <p:ph type="sldNum" sz="quarter" idx="22"/>
          </p:nvPr>
        </p:nvSpPr>
        <p:spPr/>
        <p:txBody>
          <a:bodyPr/>
          <a:lstStyle/>
          <a:p>
            <a:pPr>
              <a:spcAft>
                <a:spcPts val="600"/>
              </a:spcAft>
            </a:pPr>
            <a:fld id="{45D37B1E-C366-494F-A587-962AD9AABC83}" type="slidenum">
              <a:rPr lang="da-DK" smtClean="0"/>
              <a:pPr>
                <a:spcAft>
                  <a:spcPts val="600"/>
                </a:spcAft>
              </a:pPr>
              <a:t>7</a:t>
            </a:fld>
            <a:endParaRPr lang="da-DK"/>
          </a:p>
        </p:txBody>
      </p:sp>
      <p:graphicFrame>
        <p:nvGraphicFramePr>
          <p:cNvPr id="7" name="Pladsholder til indhold 2">
            <a:extLst>
              <a:ext uri="{FF2B5EF4-FFF2-40B4-BE49-F238E27FC236}">
                <a16:creationId xmlns:a16="http://schemas.microsoft.com/office/drawing/2014/main" id="{99202CBD-ED5F-7848-D9C0-40BF48B6CDA5}"/>
              </a:ext>
            </a:extLst>
          </p:cNvPr>
          <p:cNvGraphicFramePr>
            <a:graphicFrameLocks noGrp="1"/>
          </p:cNvGraphicFramePr>
          <p:nvPr>
            <p:ph sz="quarter" idx="19"/>
            <p:extLst>
              <p:ext uri="{D42A27DB-BD31-4B8C-83A1-F6EECF244321}">
                <p14:modId xmlns:p14="http://schemas.microsoft.com/office/powerpoint/2010/main" val="756657905"/>
              </p:ext>
            </p:extLst>
          </p:nvPr>
        </p:nvGraphicFramePr>
        <p:xfrm>
          <a:off x="411163" y="1989138"/>
          <a:ext cx="10961237" cy="3864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0193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038C2B-01DD-E440-4131-FA42A72DE4D1}"/>
              </a:ext>
            </a:extLst>
          </p:cNvPr>
          <p:cNvSpPr>
            <a:spLocks noGrp="1"/>
          </p:cNvSpPr>
          <p:nvPr>
            <p:ph type="title"/>
          </p:nvPr>
        </p:nvSpPr>
        <p:spPr/>
        <p:txBody>
          <a:bodyPr/>
          <a:lstStyle/>
          <a:p>
            <a:r>
              <a:rPr lang="da-DK" dirty="0"/>
              <a:t>Diverse begreber</a:t>
            </a:r>
            <a:br>
              <a:rPr lang="da-DK" b="0" dirty="0"/>
            </a:br>
            <a:br>
              <a:rPr lang="da-DK" b="0" dirty="0"/>
            </a:br>
            <a:br>
              <a:rPr lang="da-DK" b="0" dirty="0"/>
            </a:br>
            <a:endParaRPr lang="da-DK" dirty="0"/>
          </a:p>
        </p:txBody>
      </p:sp>
      <p:sp>
        <p:nvSpPr>
          <p:cNvPr id="3" name="Pladsholder til indhold 2">
            <a:extLst>
              <a:ext uri="{FF2B5EF4-FFF2-40B4-BE49-F238E27FC236}">
                <a16:creationId xmlns:a16="http://schemas.microsoft.com/office/drawing/2014/main" id="{BCC7D37B-5E8D-8695-926E-D7638B298583}"/>
              </a:ext>
            </a:extLst>
          </p:cNvPr>
          <p:cNvSpPr>
            <a:spLocks noGrp="1"/>
          </p:cNvSpPr>
          <p:nvPr>
            <p:ph sz="quarter" idx="19"/>
          </p:nvPr>
        </p:nvSpPr>
        <p:spPr/>
        <p:txBody>
          <a:bodyPr/>
          <a:lstStyle/>
          <a:p>
            <a:r>
              <a:rPr lang="da-DK" sz="2400" dirty="0"/>
              <a:t>Juridisk metode</a:t>
            </a:r>
          </a:p>
          <a:p>
            <a:r>
              <a:rPr lang="da-DK" sz="2400" dirty="0"/>
              <a:t>Gældende ret</a:t>
            </a:r>
          </a:p>
          <a:p>
            <a:r>
              <a:rPr lang="da-DK" sz="2400" dirty="0"/>
              <a:t>Retskilderne</a:t>
            </a:r>
          </a:p>
          <a:p>
            <a:r>
              <a:rPr lang="da-DK" sz="2400" dirty="0"/>
              <a:t>Regelkonflikt</a:t>
            </a:r>
          </a:p>
          <a:p>
            <a:r>
              <a:rPr lang="da-DK" sz="2400" dirty="0"/>
              <a:t>Rettens dimensioner</a:t>
            </a:r>
          </a:p>
          <a:p>
            <a:r>
              <a:rPr lang="da-DK" sz="2400" dirty="0"/>
              <a:t>Særligt om EU-retten</a:t>
            </a:r>
          </a:p>
          <a:p>
            <a:r>
              <a:rPr lang="da-DK" sz="2400" dirty="0"/>
              <a:t>Etikken og jura</a:t>
            </a:r>
          </a:p>
        </p:txBody>
      </p:sp>
      <p:sp>
        <p:nvSpPr>
          <p:cNvPr id="4" name="Pladsholder til dato 3">
            <a:extLst>
              <a:ext uri="{FF2B5EF4-FFF2-40B4-BE49-F238E27FC236}">
                <a16:creationId xmlns:a16="http://schemas.microsoft.com/office/drawing/2014/main" id="{43E0AC6E-A789-FD93-2429-2184DEB2C100}"/>
              </a:ext>
            </a:extLst>
          </p:cNvPr>
          <p:cNvSpPr>
            <a:spLocks noGrp="1"/>
          </p:cNvSpPr>
          <p:nvPr>
            <p:ph type="dt" sz="half" idx="20"/>
          </p:nvPr>
        </p:nvSpPr>
        <p:spPr/>
        <p:txBody>
          <a:bodyPr/>
          <a:lstStyle/>
          <a:p>
            <a:fld id="{F1DCE05A-A933-4378-9484-61E5B40A7A7B}" type="datetime1">
              <a:rPr lang="da-DK" smtClean="0"/>
              <a:t>08.01.2026</a:t>
            </a:fld>
            <a:endParaRPr lang="da-DK" dirty="0"/>
          </a:p>
        </p:txBody>
      </p:sp>
      <p:sp>
        <p:nvSpPr>
          <p:cNvPr id="5" name="Pladsholder til slidenummer 4">
            <a:extLst>
              <a:ext uri="{FF2B5EF4-FFF2-40B4-BE49-F238E27FC236}">
                <a16:creationId xmlns:a16="http://schemas.microsoft.com/office/drawing/2014/main" id="{B06EBB12-CFF0-A5B7-81DE-F9F2F27798BA}"/>
              </a:ext>
            </a:extLst>
          </p:cNvPr>
          <p:cNvSpPr>
            <a:spLocks noGrp="1"/>
          </p:cNvSpPr>
          <p:nvPr>
            <p:ph type="sldNum" sz="quarter" idx="22"/>
          </p:nvPr>
        </p:nvSpPr>
        <p:spPr/>
        <p:txBody>
          <a:bodyPr/>
          <a:lstStyle/>
          <a:p>
            <a:fld id="{45D37B1E-C366-494F-A587-962AD9AABC83}" type="slidenum">
              <a:rPr lang="da-DK" smtClean="0"/>
              <a:pPr/>
              <a:t>8</a:t>
            </a:fld>
            <a:endParaRPr lang="da-DK" dirty="0"/>
          </a:p>
        </p:txBody>
      </p:sp>
    </p:spTree>
    <p:extLst>
      <p:ext uri="{BB962C8B-B14F-4D97-AF65-F5344CB8AC3E}">
        <p14:creationId xmlns:p14="http://schemas.microsoft.com/office/powerpoint/2010/main" val="1863268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7C493F-0B6C-F32F-A81A-E42298583840}"/>
              </a:ext>
            </a:extLst>
          </p:cNvPr>
          <p:cNvSpPr>
            <a:spLocks noGrp="1"/>
          </p:cNvSpPr>
          <p:nvPr>
            <p:ph type="title"/>
          </p:nvPr>
        </p:nvSpPr>
        <p:spPr/>
        <p:txBody>
          <a:bodyPr/>
          <a:lstStyle/>
          <a:p>
            <a:r>
              <a:rPr lang="da-DK" dirty="0"/>
              <a:t>Juridisk metode</a:t>
            </a:r>
          </a:p>
        </p:txBody>
      </p:sp>
      <p:sp>
        <p:nvSpPr>
          <p:cNvPr id="3" name="Pladsholder til indhold 2">
            <a:extLst>
              <a:ext uri="{FF2B5EF4-FFF2-40B4-BE49-F238E27FC236}">
                <a16:creationId xmlns:a16="http://schemas.microsoft.com/office/drawing/2014/main" id="{49243A9B-A808-55B4-E839-E789AD150BE1}"/>
              </a:ext>
            </a:extLst>
          </p:cNvPr>
          <p:cNvSpPr>
            <a:spLocks noGrp="1"/>
          </p:cNvSpPr>
          <p:nvPr>
            <p:ph sz="quarter" idx="19"/>
          </p:nvPr>
        </p:nvSpPr>
        <p:spPr/>
        <p:txBody>
          <a:bodyPr/>
          <a:lstStyle/>
          <a:p>
            <a:endParaRPr lang="da-DK" dirty="0"/>
          </a:p>
          <a:p>
            <a:endParaRPr lang="da-DK" dirty="0"/>
          </a:p>
          <a:p>
            <a:r>
              <a:rPr lang="da-DK" b="1" dirty="0"/>
              <a:t>Hvorfor?</a:t>
            </a:r>
          </a:p>
          <a:p>
            <a:r>
              <a:rPr lang="da-DK" i="1" dirty="0"/>
              <a:t>”Når man ønsker at afklare, hvilke retlige regler der betragtes som gældende i et bestemt </a:t>
            </a:r>
            <a:r>
              <a:rPr lang="da-DK" i="1" dirty="0" err="1"/>
              <a:t>retsystem</a:t>
            </a:r>
            <a:r>
              <a:rPr lang="da-DK" i="1" dirty="0"/>
              <a:t>, for derved at få kendskab til, om en bestemt adfærd kan foretages frit eller skal opfylde bestemte betingelser eller er forbudt, har man brug for et grundlag for at opnå denne viden, der ligeledes gør det muligt at vurdere, om reglerne er hensigtsmæssige og dermed uden videre kan benyttes”</a:t>
            </a:r>
          </a:p>
          <a:p>
            <a:pPr marL="0" indent="0">
              <a:buNone/>
            </a:pPr>
            <a:r>
              <a:rPr lang="da-DK" i="1" dirty="0"/>
              <a:t>		Retssystemet og Juridisk Metode, 3. udgave, Peter Blume, s. 172</a:t>
            </a:r>
            <a:endParaRPr lang="da-DK" dirty="0"/>
          </a:p>
          <a:p>
            <a:endParaRPr lang="da-DK" dirty="0"/>
          </a:p>
          <a:p>
            <a:endParaRPr lang="da-DK" dirty="0"/>
          </a:p>
          <a:p>
            <a:r>
              <a:rPr lang="da-DK" dirty="0"/>
              <a:t>Metoden adskiller sig fra f.eks. empiriske metoder som man kender fra naturvidenskaben</a:t>
            </a:r>
          </a:p>
          <a:p>
            <a:r>
              <a:rPr lang="da-DK" dirty="0"/>
              <a:t>Et af juristens vigtigste redskaber er ”det gode argument”. Er retskilden anvendt på en korrekt måde? </a:t>
            </a:r>
          </a:p>
          <a:p>
            <a:endParaRPr lang="da-DK" dirty="0"/>
          </a:p>
          <a:p>
            <a:endParaRPr lang="da-DK" dirty="0"/>
          </a:p>
        </p:txBody>
      </p:sp>
      <p:sp>
        <p:nvSpPr>
          <p:cNvPr id="4" name="Pladsholder til dato 3">
            <a:extLst>
              <a:ext uri="{FF2B5EF4-FFF2-40B4-BE49-F238E27FC236}">
                <a16:creationId xmlns:a16="http://schemas.microsoft.com/office/drawing/2014/main" id="{E7B5B11A-080C-6D96-5777-5926C5DFC0DF}"/>
              </a:ext>
            </a:extLst>
          </p:cNvPr>
          <p:cNvSpPr>
            <a:spLocks noGrp="1"/>
          </p:cNvSpPr>
          <p:nvPr>
            <p:ph type="dt" sz="half" idx="20"/>
          </p:nvPr>
        </p:nvSpPr>
        <p:spPr/>
        <p:txBody>
          <a:bodyPr/>
          <a:lstStyle/>
          <a:p>
            <a:fld id="{C853F727-A509-43EB-817F-D362D2332EB8}" type="datetime1">
              <a:rPr lang="da-DK" smtClean="0"/>
              <a:t>08.01.2026</a:t>
            </a:fld>
            <a:endParaRPr lang="da-DK" dirty="0"/>
          </a:p>
        </p:txBody>
      </p:sp>
      <p:sp>
        <p:nvSpPr>
          <p:cNvPr id="5" name="Pladsholder til slidenummer 4">
            <a:extLst>
              <a:ext uri="{FF2B5EF4-FFF2-40B4-BE49-F238E27FC236}">
                <a16:creationId xmlns:a16="http://schemas.microsoft.com/office/drawing/2014/main" id="{AF0A55D4-07D8-342F-A69B-62761FF80F1B}"/>
              </a:ext>
            </a:extLst>
          </p:cNvPr>
          <p:cNvSpPr>
            <a:spLocks noGrp="1"/>
          </p:cNvSpPr>
          <p:nvPr>
            <p:ph type="sldNum" sz="quarter" idx="22"/>
          </p:nvPr>
        </p:nvSpPr>
        <p:spPr/>
        <p:txBody>
          <a:bodyPr/>
          <a:lstStyle/>
          <a:p>
            <a:fld id="{45D37B1E-C366-494F-A587-962AD9AABC83}" type="slidenum">
              <a:rPr lang="da-DK" smtClean="0"/>
              <a:pPr/>
              <a:t>9</a:t>
            </a:fld>
            <a:endParaRPr lang="da-DK" dirty="0"/>
          </a:p>
        </p:txBody>
      </p:sp>
    </p:spTree>
    <p:extLst>
      <p:ext uri="{BB962C8B-B14F-4D97-AF65-F5344CB8AC3E}">
        <p14:creationId xmlns:p14="http://schemas.microsoft.com/office/powerpoint/2010/main" val="2402528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1D759E-AEF6-678C-9A3B-4CD6D9F26622}"/>
              </a:ext>
            </a:extLst>
          </p:cNvPr>
          <p:cNvSpPr>
            <a:spLocks noGrp="1"/>
          </p:cNvSpPr>
          <p:nvPr>
            <p:ph type="title"/>
          </p:nvPr>
        </p:nvSpPr>
        <p:spPr/>
        <p:txBody>
          <a:bodyPr/>
          <a:lstStyle/>
          <a:p>
            <a:r>
              <a:rPr lang="da-DK" dirty="0"/>
              <a:t>Juridisk metode</a:t>
            </a:r>
          </a:p>
        </p:txBody>
      </p:sp>
      <p:sp>
        <p:nvSpPr>
          <p:cNvPr id="3" name="Pladsholder til indhold 2">
            <a:extLst>
              <a:ext uri="{FF2B5EF4-FFF2-40B4-BE49-F238E27FC236}">
                <a16:creationId xmlns:a16="http://schemas.microsoft.com/office/drawing/2014/main" id="{7B969CBD-6C4E-01B8-DFCE-098194402CD3}"/>
              </a:ext>
            </a:extLst>
          </p:cNvPr>
          <p:cNvSpPr>
            <a:spLocks noGrp="1"/>
          </p:cNvSpPr>
          <p:nvPr>
            <p:ph sz="quarter" idx="19"/>
          </p:nvPr>
        </p:nvSpPr>
        <p:spPr/>
        <p:txBody>
          <a:bodyPr/>
          <a:lstStyle/>
          <a:p>
            <a:r>
              <a:rPr lang="da-DK" sz="1800" dirty="0"/>
              <a:t>Hvad er det?</a:t>
            </a:r>
          </a:p>
          <a:p>
            <a:pPr lvl="1"/>
            <a:r>
              <a:rPr lang="da-DK" sz="1600" dirty="0"/>
              <a:t>En metode, der bruges til at finde frem til </a:t>
            </a:r>
            <a:r>
              <a:rPr lang="da-DK" sz="1600" i="1" dirty="0"/>
              <a:t>gældende ret</a:t>
            </a:r>
          </a:p>
          <a:p>
            <a:pPr lvl="1"/>
            <a:endParaRPr lang="da-DK" sz="1600" i="1" dirty="0"/>
          </a:p>
          <a:p>
            <a:r>
              <a:rPr lang="da-DK" sz="1800" dirty="0"/>
              <a:t>Gældende ret</a:t>
            </a:r>
          </a:p>
          <a:p>
            <a:pPr lvl="1"/>
            <a:r>
              <a:rPr lang="da-DK" sz="1600" dirty="0"/>
              <a:t>Alle regler, der finder anvendelse på et bestemt juridisk område</a:t>
            </a:r>
          </a:p>
          <a:p>
            <a:pPr lvl="1"/>
            <a:r>
              <a:rPr lang="da-DK" sz="1600" dirty="0"/>
              <a:t>Skrevne/uskrevne (som i virkeligheden ikke er uskrevne)</a:t>
            </a:r>
          </a:p>
          <a:p>
            <a:pPr lvl="1"/>
            <a:r>
              <a:rPr lang="da-DK" sz="1600" dirty="0"/>
              <a:t>Formelle/uformelle</a:t>
            </a:r>
          </a:p>
          <a:p>
            <a:pPr lvl="1"/>
            <a:endParaRPr lang="da-DK" sz="1600" dirty="0"/>
          </a:p>
          <a:p>
            <a:pPr lvl="1"/>
            <a:r>
              <a:rPr lang="da-DK" sz="1600" dirty="0"/>
              <a:t>Retsforskrifter: </a:t>
            </a:r>
          </a:p>
          <a:p>
            <a:pPr lvl="2"/>
            <a:r>
              <a:rPr lang="da-DK" sz="1400" dirty="0"/>
              <a:t>Lovgivning, f.eks. fra Folketinget eller EU</a:t>
            </a:r>
          </a:p>
          <a:p>
            <a:pPr lvl="1"/>
            <a:r>
              <a:rPr lang="da-DK" sz="1600" dirty="0"/>
              <a:t>Retlige afgørelser:</a:t>
            </a:r>
          </a:p>
          <a:p>
            <a:pPr lvl="2"/>
            <a:r>
              <a:rPr lang="da-DK" sz="1400" dirty="0"/>
              <a:t>Viser hvordan reglerne blev fortolket i specifikke tilfælde</a:t>
            </a:r>
          </a:p>
          <a:p>
            <a:pPr lvl="2"/>
            <a:endParaRPr lang="da-DK" sz="1400" dirty="0"/>
          </a:p>
          <a:p>
            <a:pPr lvl="1"/>
            <a:r>
              <a:rPr lang="da-DK" sz="1600" dirty="0"/>
              <a:t>En enkel lov eller afgørelse er som regel ikke nok til at fastsætte gældende ret. </a:t>
            </a:r>
          </a:p>
          <a:p>
            <a:pPr lvl="2"/>
            <a:endParaRPr lang="da-DK" sz="1400" dirty="0"/>
          </a:p>
          <a:p>
            <a:pPr lvl="4"/>
            <a:endParaRPr lang="da-DK" sz="1800" dirty="0"/>
          </a:p>
        </p:txBody>
      </p:sp>
      <p:sp>
        <p:nvSpPr>
          <p:cNvPr id="4" name="Pladsholder til dato 3">
            <a:extLst>
              <a:ext uri="{FF2B5EF4-FFF2-40B4-BE49-F238E27FC236}">
                <a16:creationId xmlns:a16="http://schemas.microsoft.com/office/drawing/2014/main" id="{4F574C2A-5C22-C90E-F1DD-5D5C6711BC56}"/>
              </a:ext>
            </a:extLst>
          </p:cNvPr>
          <p:cNvSpPr>
            <a:spLocks noGrp="1"/>
          </p:cNvSpPr>
          <p:nvPr>
            <p:ph type="dt" sz="half" idx="20"/>
          </p:nvPr>
        </p:nvSpPr>
        <p:spPr/>
        <p:txBody>
          <a:bodyPr/>
          <a:lstStyle/>
          <a:p>
            <a:fld id="{1D398E01-D244-49C1-902A-FA39706FDAA6}" type="datetime1">
              <a:rPr lang="da-DK" smtClean="0"/>
              <a:t>08.01.2026</a:t>
            </a:fld>
            <a:endParaRPr lang="da-DK" dirty="0"/>
          </a:p>
        </p:txBody>
      </p:sp>
      <p:sp>
        <p:nvSpPr>
          <p:cNvPr id="5" name="Pladsholder til slidenummer 4">
            <a:extLst>
              <a:ext uri="{FF2B5EF4-FFF2-40B4-BE49-F238E27FC236}">
                <a16:creationId xmlns:a16="http://schemas.microsoft.com/office/drawing/2014/main" id="{D8A758DF-E643-2A76-3986-01AD2A1918AA}"/>
              </a:ext>
            </a:extLst>
          </p:cNvPr>
          <p:cNvSpPr>
            <a:spLocks noGrp="1"/>
          </p:cNvSpPr>
          <p:nvPr>
            <p:ph type="sldNum" sz="quarter" idx="22"/>
          </p:nvPr>
        </p:nvSpPr>
        <p:spPr/>
        <p:txBody>
          <a:bodyPr/>
          <a:lstStyle/>
          <a:p>
            <a:fld id="{45D37B1E-C366-494F-A587-962AD9AABC83}" type="slidenum">
              <a:rPr lang="da-DK" smtClean="0"/>
              <a:pPr/>
              <a:t>10</a:t>
            </a:fld>
            <a:endParaRPr lang="da-DK" dirty="0"/>
          </a:p>
        </p:txBody>
      </p:sp>
    </p:spTree>
    <p:extLst>
      <p:ext uri="{BB962C8B-B14F-4D97-AF65-F5344CB8AC3E}">
        <p14:creationId xmlns:p14="http://schemas.microsoft.com/office/powerpoint/2010/main" val="69248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BEBE57-472E-B577-920C-C29FF13C758D}"/>
              </a:ext>
            </a:extLst>
          </p:cNvPr>
          <p:cNvSpPr>
            <a:spLocks noGrp="1"/>
          </p:cNvSpPr>
          <p:nvPr>
            <p:ph type="title"/>
          </p:nvPr>
        </p:nvSpPr>
        <p:spPr>
          <a:xfrm>
            <a:off x="410400" y="1028246"/>
            <a:ext cx="10962000" cy="671967"/>
          </a:xfrm>
        </p:spPr>
        <p:txBody>
          <a:bodyPr anchor="t">
            <a:normAutofit/>
          </a:bodyPr>
          <a:lstStyle/>
          <a:p>
            <a:r>
              <a:rPr lang="da-DK" dirty="0"/>
              <a:t>Spørgsmål</a:t>
            </a:r>
          </a:p>
        </p:txBody>
      </p:sp>
      <p:sp>
        <p:nvSpPr>
          <p:cNvPr id="4" name="Pladsholder til dato 3">
            <a:extLst>
              <a:ext uri="{FF2B5EF4-FFF2-40B4-BE49-F238E27FC236}">
                <a16:creationId xmlns:a16="http://schemas.microsoft.com/office/drawing/2014/main" id="{8E73EB55-1A0E-41B1-C30D-2C32C016960A}"/>
              </a:ext>
            </a:extLst>
          </p:cNvPr>
          <p:cNvSpPr>
            <a:spLocks noGrp="1"/>
          </p:cNvSpPr>
          <p:nvPr>
            <p:ph type="dt" sz="half" idx="20"/>
          </p:nvPr>
        </p:nvSpPr>
        <p:spPr/>
        <p:txBody>
          <a:bodyPr/>
          <a:lstStyle/>
          <a:p>
            <a:pPr>
              <a:spcAft>
                <a:spcPts val="600"/>
              </a:spcAft>
            </a:pPr>
            <a:fld id="{E9417C66-A4C3-431A-9D4D-C2C113A083FF}" type="datetime1">
              <a:rPr lang="da-DK" smtClean="0"/>
              <a:pPr>
                <a:spcAft>
                  <a:spcPts val="600"/>
                </a:spcAft>
              </a:pPr>
              <a:t>08.01.2026</a:t>
            </a:fld>
            <a:endParaRPr lang="da-DK"/>
          </a:p>
        </p:txBody>
      </p:sp>
      <p:sp>
        <p:nvSpPr>
          <p:cNvPr id="5" name="Pladsholder til slidenummer 4">
            <a:extLst>
              <a:ext uri="{FF2B5EF4-FFF2-40B4-BE49-F238E27FC236}">
                <a16:creationId xmlns:a16="http://schemas.microsoft.com/office/drawing/2014/main" id="{4C6F113E-74D5-DD8A-AC25-15F32FF33BA9}"/>
              </a:ext>
            </a:extLst>
          </p:cNvPr>
          <p:cNvSpPr>
            <a:spLocks noGrp="1"/>
          </p:cNvSpPr>
          <p:nvPr>
            <p:ph type="sldNum" sz="quarter" idx="22"/>
          </p:nvPr>
        </p:nvSpPr>
        <p:spPr/>
        <p:txBody>
          <a:bodyPr/>
          <a:lstStyle/>
          <a:p>
            <a:pPr>
              <a:spcAft>
                <a:spcPts val="600"/>
              </a:spcAft>
            </a:pPr>
            <a:fld id="{45D37B1E-C366-494F-A587-962AD9AABC83}" type="slidenum">
              <a:rPr lang="da-DK" smtClean="0"/>
              <a:pPr>
                <a:spcAft>
                  <a:spcPts val="600"/>
                </a:spcAft>
              </a:pPr>
              <a:t>11</a:t>
            </a:fld>
            <a:endParaRPr lang="da-DK"/>
          </a:p>
        </p:txBody>
      </p:sp>
      <p:graphicFrame>
        <p:nvGraphicFramePr>
          <p:cNvPr id="7" name="Pladsholder til indhold 2">
            <a:extLst>
              <a:ext uri="{FF2B5EF4-FFF2-40B4-BE49-F238E27FC236}">
                <a16:creationId xmlns:a16="http://schemas.microsoft.com/office/drawing/2014/main" id="{A54F2678-2119-6E53-2E6E-7CE3CE1223A4}"/>
              </a:ext>
            </a:extLst>
          </p:cNvPr>
          <p:cNvGraphicFramePr>
            <a:graphicFrameLocks noGrp="1"/>
          </p:cNvGraphicFramePr>
          <p:nvPr>
            <p:ph sz="quarter" idx="19"/>
            <p:extLst>
              <p:ext uri="{D42A27DB-BD31-4B8C-83A1-F6EECF244321}">
                <p14:modId xmlns:p14="http://schemas.microsoft.com/office/powerpoint/2010/main" val="331889086"/>
              </p:ext>
            </p:extLst>
          </p:nvPr>
        </p:nvGraphicFramePr>
        <p:xfrm>
          <a:off x="411163" y="1989138"/>
          <a:ext cx="10961237" cy="3864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9755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DAED91-79FD-D503-743B-1EFED4A2A961}"/>
              </a:ext>
            </a:extLst>
          </p:cNvPr>
          <p:cNvSpPr>
            <a:spLocks noGrp="1"/>
          </p:cNvSpPr>
          <p:nvPr>
            <p:ph type="title"/>
          </p:nvPr>
        </p:nvSpPr>
        <p:spPr/>
        <p:txBody>
          <a:bodyPr/>
          <a:lstStyle/>
          <a:p>
            <a:r>
              <a:rPr lang="da-DK" dirty="0"/>
              <a:t>Gældende ret</a:t>
            </a:r>
          </a:p>
        </p:txBody>
      </p:sp>
      <p:sp>
        <p:nvSpPr>
          <p:cNvPr id="3" name="Pladsholder til indhold 2">
            <a:extLst>
              <a:ext uri="{FF2B5EF4-FFF2-40B4-BE49-F238E27FC236}">
                <a16:creationId xmlns:a16="http://schemas.microsoft.com/office/drawing/2014/main" id="{B9EBDEC1-11B0-2922-80CA-77BA9CEE0CBA}"/>
              </a:ext>
            </a:extLst>
          </p:cNvPr>
          <p:cNvSpPr>
            <a:spLocks noGrp="1"/>
          </p:cNvSpPr>
          <p:nvPr>
            <p:ph sz="quarter" idx="19"/>
          </p:nvPr>
        </p:nvSpPr>
        <p:spPr/>
        <p:txBody>
          <a:bodyPr/>
          <a:lstStyle/>
          <a:p>
            <a:r>
              <a:rPr lang="da-DK" sz="1800" b="1" i="0" u="none" strike="noStrike" baseline="0" dirty="0">
                <a:latin typeface="+mj-lt"/>
              </a:rPr>
              <a:t>Gældende ret = retlige norm </a:t>
            </a:r>
          </a:p>
          <a:p>
            <a:r>
              <a:rPr lang="da-DK" sz="1600" b="0" i="1" u="none" strike="noStrike" baseline="0" dirty="0">
                <a:latin typeface="+mj-lt"/>
              </a:rPr>
              <a:t>”Normen er således den regel, der er resultatet af en analyse og sammenstilling af de retskilder, der har betydning i forhold til en bestemt problemstilling”, </a:t>
            </a:r>
            <a:r>
              <a:rPr lang="da-DK" sz="1600" b="0" i="0" u="none" strike="noStrike" baseline="0" dirty="0">
                <a:latin typeface="+mj-lt"/>
              </a:rPr>
              <a:t>s. 6 i Trzaskowski &amp; Riis </a:t>
            </a:r>
          </a:p>
          <a:p>
            <a:r>
              <a:rPr lang="da-DK" sz="1600" b="0" i="0" u="none" strike="noStrike" baseline="0" dirty="0">
                <a:latin typeface="+mj-lt"/>
              </a:rPr>
              <a:t>Man skal passe på ikke at sammenblande den gældende regel med den gældende ret. </a:t>
            </a:r>
            <a:endParaRPr lang="da-DK" sz="1400" dirty="0">
              <a:latin typeface="+mj-lt"/>
            </a:endParaRPr>
          </a:p>
          <a:p>
            <a:endParaRPr lang="da-DK" sz="1400" b="0" i="0" u="none" strike="noStrike" baseline="0" dirty="0">
              <a:latin typeface="+mj-lt"/>
            </a:endParaRPr>
          </a:p>
          <a:p>
            <a:r>
              <a:rPr lang="da-DK" b="0" i="0" u="none" strike="noStrike" baseline="0" dirty="0">
                <a:latin typeface="+mj-lt"/>
              </a:rPr>
              <a:t>Eksempel:</a:t>
            </a:r>
          </a:p>
          <a:p>
            <a:pPr marL="252000" lvl="1" indent="0">
              <a:buNone/>
            </a:pPr>
            <a:r>
              <a:rPr lang="da-DK" b="0" i="0" u="none" strike="noStrike" baseline="0" dirty="0">
                <a:latin typeface="+mj-lt"/>
              </a:rPr>
              <a:t>Den gældende ret for privatlivsbeskyttende design omfatter flere </a:t>
            </a:r>
            <a:r>
              <a:rPr lang="da-DK" b="0" i="1" u="none" strike="noStrike" baseline="0" dirty="0">
                <a:latin typeface="+mj-lt"/>
              </a:rPr>
              <a:t>retskilder. </a:t>
            </a:r>
          </a:p>
          <a:p>
            <a:pPr marL="252000" lvl="1" indent="0">
              <a:buNone/>
            </a:pPr>
            <a:endParaRPr lang="da-DK" i="1" dirty="0">
              <a:latin typeface="+mj-lt"/>
            </a:endParaRPr>
          </a:p>
          <a:p>
            <a:endParaRPr lang="da-DK" i="1" dirty="0">
              <a:latin typeface="+mj-lt"/>
            </a:endParaRPr>
          </a:p>
          <a:p>
            <a:pPr marL="0" indent="0">
              <a:buNone/>
            </a:pPr>
            <a:endParaRPr lang="da-DK" sz="1600" b="0" i="0" u="none" strike="noStrike" baseline="0" dirty="0">
              <a:latin typeface="+mj-lt"/>
            </a:endParaRPr>
          </a:p>
          <a:p>
            <a:endParaRPr lang="da-DK" sz="1600" b="0" i="0" u="none" strike="noStrike" baseline="0" dirty="0">
              <a:latin typeface="+mj-lt"/>
            </a:endParaRPr>
          </a:p>
          <a:p>
            <a:endParaRPr lang="da-DK" dirty="0">
              <a:latin typeface="+mj-lt"/>
            </a:endParaRPr>
          </a:p>
        </p:txBody>
      </p:sp>
      <p:sp>
        <p:nvSpPr>
          <p:cNvPr id="4" name="Pladsholder til dato 3">
            <a:extLst>
              <a:ext uri="{FF2B5EF4-FFF2-40B4-BE49-F238E27FC236}">
                <a16:creationId xmlns:a16="http://schemas.microsoft.com/office/drawing/2014/main" id="{329F0C31-C2C3-2805-6919-A6ECD07E4524}"/>
              </a:ext>
            </a:extLst>
          </p:cNvPr>
          <p:cNvSpPr>
            <a:spLocks noGrp="1"/>
          </p:cNvSpPr>
          <p:nvPr>
            <p:ph type="dt" sz="half" idx="20"/>
          </p:nvPr>
        </p:nvSpPr>
        <p:spPr/>
        <p:txBody>
          <a:bodyPr/>
          <a:lstStyle/>
          <a:p>
            <a:fld id="{3748FE62-FFB7-4F34-876D-FA7584353339}" type="datetime1">
              <a:rPr lang="da-DK" smtClean="0"/>
              <a:t>08.01.2026</a:t>
            </a:fld>
            <a:endParaRPr lang="da-DK" dirty="0"/>
          </a:p>
        </p:txBody>
      </p:sp>
      <p:sp>
        <p:nvSpPr>
          <p:cNvPr id="5" name="Pladsholder til slidenummer 4">
            <a:extLst>
              <a:ext uri="{FF2B5EF4-FFF2-40B4-BE49-F238E27FC236}">
                <a16:creationId xmlns:a16="http://schemas.microsoft.com/office/drawing/2014/main" id="{035DAC19-C27F-F0A9-4F03-E9FCE7209DEE}"/>
              </a:ext>
            </a:extLst>
          </p:cNvPr>
          <p:cNvSpPr>
            <a:spLocks noGrp="1"/>
          </p:cNvSpPr>
          <p:nvPr>
            <p:ph type="sldNum" sz="quarter" idx="22"/>
          </p:nvPr>
        </p:nvSpPr>
        <p:spPr/>
        <p:txBody>
          <a:bodyPr/>
          <a:lstStyle/>
          <a:p>
            <a:fld id="{45D37B1E-C366-494F-A587-962AD9AABC83}" type="slidenum">
              <a:rPr lang="da-DK" smtClean="0"/>
              <a:pPr/>
              <a:t>12</a:t>
            </a:fld>
            <a:endParaRPr lang="da-DK" dirty="0"/>
          </a:p>
        </p:txBody>
      </p:sp>
      <p:graphicFrame>
        <p:nvGraphicFramePr>
          <p:cNvPr id="9" name="Diagram 8">
            <a:extLst>
              <a:ext uri="{FF2B5EF4-FFF2-40B4-BE49-F238E27FC236}">
                <a16:creationId xmlns:a16="http://schemas.microsoft.com/office/drawing/2014/main" id="{A1BD1624-23E0-A5A9-E05C-8B3DFC122898}"/>
              </a:ext>
            </a:extLst>
          </p:cNvPr>
          <p:cNvGraphicFramePr/>
          <p:nvPr>
            <p:extLst>
              <p:ext uri="{D42A27DB-BD31-4B8C-83A1-F6EECF244321}">
                <p14:modId xmlns:p14="http://schemas.microsoft.com/office/powerpoint/2010/main" val="856200427"/>
              </p:ext>
            </p:extLst>
          </p:nvPr>
        </p:nvGraphicFramePr>
        <p:xfrm>
          <a:off x="7225059" y="3148837"/>
          <a:ext cx="5145696" cy="35188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337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C17984-2517-163C-E677-E6583066627E}"/>
              </a:ext>
            </a:extLst>
          </p:cNvPr>
          <p:cNvSpPr>
            <a:spLocks noGrp="1"/>
          </p:cNvSpPr>
          <p:nvPr>
            <p:ph type="title"/>
          </p:nvPr>
        </p:nvSpPr>
        <p:spPr/>
        <p:txBody>
          <a:bodyPr/>
          <a:lstStyle/>
          <a:p>
            <a:r>
              <a:rPr lang="da-DK" dirty="0"/>
              <a:t>Retskilderne</a:t>
            </a:r>
          </a:p>
        </p:txBody>
      </p:sp>
      <p:sp>
        <p:nvSpPr>
          <p:cNvPr id="3" name="Pladsholder til indhold 2">
            <a:extLst>
              <a:ext uri="{FF2B5EF4-FFF2-40B4-BE49-F238E27FC236}">
                <a16:creationId xmlns:a16="http://schemas.microsoft.com/office/drawing/2014/main" id="{3789D711-D07B-4DF3-8F67-F067C8E1C44B}"/>
              </a:ext>
            </a:extLst>
          </p:cNvPr>
          <p:cNvSpPr>
            <a:spLocks noGrp="1"/>
          </p:cNvSpPr>
          <p:nvPr>
            <p:ph sz="quarter" idx="19"/>
          </p:nvPr>
        </p:nvSpPr>
        <p:spPr/>
        <p:txBody>
          <a:bodyPr/>
          <a:lstStyle/>
          <a:p>
            <a:r>
              <a:rPr lang="da-DK" dirty="0"/>
              <a:t>Tre funktioner:</a:t>
            </a:r>
          </a:p>
          <a:p>
            <a:endParaRPr lang="da-DK" dirty="0"/>
          </a:p>
          <a:p>
            <a:r>
              <a:rPr lang="da-DK" b="1" dirty="0"/>
              <a:t>1. Virker normativt</a:t>
            </a:r>
          </a:p>
          <a:p>
            <a:pPr lvl="1"/>
            <a:r>
              <a:rPr lang="da-DK" dirty="0"/>
              <a:t>Beskriver som udgangspunkt ikke noget der er, men angiver, hvorledes noget skal være</a:t>
            </a:r>
          </a:p>
          <a:p>
            <a:pPr lvl="2"/>
            <a:r>
              <a:rPr lang="da-DK" i="1" dirty="0"/>
              <a:t>”Retskilderne tager på sigte at styre eller at dirigere vores adfærd”. S. 4 </a:t>
            </a:r>
            <a:r>
              <a:rPr lang="da-DK" dirty="0"/>
              <a:t>i Trzaskowski &amp; Riis</a:t>
            </a:r>
          </a:p>
          <a:p>
            <a:pPr lvl="2"/>
            <a:r>
              <a:rPr lang="da-DK" dirty="0"/>
              <a:t>Færdselsloven: Vi skal køre i højre side af vejen</a:t>
            </a:r>
          </a:p>
          <a:p>
            <a:pPr lvl="1"/>
            <a:r>
              <a:rPr lang="da-DK" dirty="0"/>
              <a:t>Ny retskilde: Det handler om at skabe forandringer frem for at beskrive verden som den er. </a:t>
            </a:r>
          </a:p>
          <a:p>
            <a:pPr lvl="1"/>
            <a:endParaRPr lang="da-DK" dirty="0"/>
          </a:p>
          <a:p>
            <a:r>
              <a:rPr lang="da-DK" b="1" dirty="0"/>
              <a:t>2. Retskilderne danner grundlaget for fastlæggelsen af den gældende ret</a:t>
            </a:r>
          </a:p>
          <a:p>
            <a:pPr lvl="1"/>
            <a:r>
              <a:rPr lang="da-DK" dirty="0"/>
              <a:t>De er ”kilder” til fastlæggelsen af den gældende ret. </a:t>
            </a:r>
          </a:p>
          <a:p>
            <a:pPr lvl="1"/>
            <a:r>
              <a:rPr lang="da-DK" i="1" dirty="0"/>
              <a:t>”Vi finder altså frem til retskilderne ved se hvilken type af juridisk information, som f.eks. domstolene tillægger betydning” </a:t>
            </a:r>
          </a:p>
          <a:p>
            <a:pPr marL="252000" lvl="1" indent="0">
              <a:buNone/>
            </a:pPr>
            <a:r>
              <a:rPr lang="da-DK" i="1" dirty="0"/>
              <a:t>								s.</a:t>
            </a:r>
            <a:r>
              <a:rPr lang="pl-PL" dirty="0"/>
              <a:t> 5 i Trzaskowski&amp; Riis</a:t>
            </a:r>
            <a:endParaRPr lang="da-DK" dirty="0"/>
          </a:p>
          <a:p>
            <a:pPr marL="252000" lvl="1" indent="0">
              <a:buNone/>
            </a:pPr>
            <a:endParaRPr lang="da-DK" dirty="0"/>
          </a:p>
          <a:p>
            <a:r>
              <a:rPr lang="da-DK" b="1" dirty="0"/>
              <a:t>3. Retskilder er et redskab for juristerne </a:t>
            </a:r>
          </a:p>
          <a:p>
            <a:pPr lvl="1"/>
            <a:r>
              <a:rPr lang="da-DK" dirty="0"/>
              <a:t>Retskilderne er grundlaget for den juridiske argumentation –til at overbevise om at man har ret. </a:t>
            </a:r>
          </a:p>
          <a:p>
            <a:endParaRPr lang="da-DK" dirty="0"/>
          </a:p>
          <a:p>
            <a:pPr marL="252000" lvl="1" indent="0">
              <a:buNone/>
            </a:pPr>
            <a:endParaRPr lang="pl-PL" dirty="0"/>
          </a:p>
          <a:p>
            <a:endParaRPr lang="da-DK" dirty="0"/>
          </a:p>
          <a:p>
            <a:pPr lvl="1"/>
            <a:endParaRPr lang="da-DK" dirty="0"/>
          </a:p>
          <a:p>
            <a:endParaRPr lang="da-DK" dirty="0"/>
          </a:p>
          <a:p>
            <a:endParaRPr lang="da-DK" dirty="0"/>
          </a:p>
        </p:txBody>
      </p:sp>
      <p:sp>
        <p:nvSpPr>
          <p:cNvPr id="4" name="Pladsholder til dato 3">
            <a:extLst>
              <a:ext uri="{FF2B5EF4-FFF2-40B4-BE49-F238E27FC236}">
                <a16:creationId xmlns:a16="http://schemas.microsoft.com/office/drawing/2014/main" id="{6733D940-F0E9-C7F3-130B-40634B303B94}"/>
              </a:ext>
            </a:extLst>
          </p:cNvPr>
          <p:cNvSpPr>
            <a:spLocks noGrp="1"/>
          </p:cNvSpPr>
          <p:nvPr>
            <p:ph type="dt" sz="half" idx="20"/>
          </p:nvPr>
        </p:nvSpPr>
        <p:spPr/>
        <p:txBody>
          <a:bodyPr/>
          <a:lstStyle/>
          <a:p>
            <a:fld id="{F8DCF14F-D7E1-4FF7-8BC3-2A3FCFA50953}" type="datetime1">
              <a:rPr lang="da-DK" smtClean="0"/>
              <a:t>08.01.2026</a:t>
            </a:fld>
            <a:endParaRPr lang="da-DK" dirty="0"/>
          </a:p>
        </p:txBody>
      </p:sp>
      <p:sp>
        <p:nvSpPr>
          <p:cNvPr id="5" name="Pladsholder til slidenummer 4">
            <a:extLst>
              <a:ext uri="{FF2B5EF4-FFF2-40B4-BE49-F238E27FC236}">
                <a16:creationId xmlns:a16="http://schemas.microsoft.com/office/drawing/2014/main" id="{17305EBB-02D4-B665-BA4D-318FD42B53ED}"/>
              </a:ext>
            </a:extLst>
          </p:cNvPr>
          <p:cNvSpPr>
            <a:spLocks noGrp="1"/>
          </p:cNvSpPr>
          <p:nvPr>
            <p:ph type="sldNum" sz="quarter" idx="22"/>
          </p:nvPr>
        </p:nvSpPr>
        <p:spPr/>
        <p:txBody>
          <a:bodyPr/>
          <a:lstStyle/>
          <a:p>
            <a:fld id="{45D37B1E-C366-494F-A587-962AD9AABC83}" type="slidenum">
              <a:rPr lang="da-DK" smtClean="0"/>
              <a:pPr/>
              <a:t>13</a:t>
            </a:fld>
            <a:endParaRPr lang="da-DK" dirty="0"/>
          </a:p>
        </p:txBody>
      </p:sp>
    </p:spTree>
    <p:extLst>
      <p:ext uri="{BB962C8B-B14F-4D97-AF65-F5344CB8AC3E}">
        <p14:creationId xmlns:p14="http://schemas.microsoft.com/office/powerpoint/2010/main" val="1241116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6E7765-391D-D450-4E31-BCA58F40337D}"/>
              </a:ext>
            </a:extLst>
          </p:cNvPr>
          <p:cNvSpPr>
            <a:spLocks noGrp="1"/>
          </p:cNvSpPr>
          <p:nvPr>
            <p:ph type="title"/>
          </p:nvPr>
        </p:nvSpPr>
        <p:spPr/>
        <p:txBody>
          <a:bodyPr/>
          <a:lstStyle/>
          <a:p>
            <a:r>
              <a:rPr lang="da-DK" dirty="0"/>
              <a:t>Retskilderne</a:t>
            </a:r>
          </a:p>
        </p:txBody>
      </p:sp>
      <p:sp>
        <p:nvSpPr>
          <p:cNvPr id="3" name="Pladsholder til indhold 2">
            <a:extLst>
              <a:ext uri="{FF2B5EF4-FFF2-40B4-BE49-F238E27FC236}">
                <a16:creationId xmlns:a16="http://schemas.microsoft.com/office/drawing/2014/main" id="{873DB7E9-0A15-7705-826A-714921872D45}"/>
              </a:ext>
            </a:extLst>
          </p:cNvPr>
          <p:cNvSpPr>
            <a:spLocks noGrp="1"/>
          </p:cNvSpPr>
          <p:nvPr>
            <p:ph sz="quarter" idx="19"/>
          </p:nvPr>
        </p:nvSpPr>
        <p:spPr/>
        <p:txBody>
          <a:bodyPr/>
          <a:lstStyle/>
          <a:p>
            <a:r>
              <a:rPr lang="da-DK" b="1" dirty="0"/>
              <a:t>Retskilden som et centralt værktøj for juristen</a:t>
            </a:r>
          </a:p>
          <a:p>
            <a:r>
              <a:rPr lang="da-DK" dirty="0"/>
              <a:t>Hvad er målet for den juridiske metode? Fastlæggelse af gældende ret</a:t>
            </a:r>
          </a:p>
          <a:p>
            <a:r>
              <a:rPr lang="da-DK" dirty="0"/>
              <a:t>Hvordan kommer man frem til målet? Ved at anvende </a:t>
            </a:r>
            <a:r>
              <a:rPr lang="da-DK" i="1" dirty="0"/>
              <a:t>retskilderne</a:t>
            </a:r>
            <a:endParaRPr lang="da-DK" dirty="0"/>
          </a:p>
          <a:p>
            <a:endParaRPr lang="da-DK" dirty="0"/>
          </a:p>
          <a:p>
            <a:r>
              <a:rPr lang="da-DK" dirty="0"/>
              <a:t>Retskilder er de kilder, som anvendes </a:t>
            </a:r>
            <a:r>
              <a:rPr lang="da-DK" b="1" dirty="0"/>
              <a:t>til at identificere, fortolke </a:t>
            </a:r>
            <a:r>
              <a:rPr lang="da-DK" dirty="0"/>
              <a:t>og anvende </a:t>
            </a:r>
            <a:r>
              <a:rPr lang="da-DK" b="1" dirty="0"/>
              <a:t>reglerne </a:t>
            </a:r>
            <a:r>
              <a:rPr lang="da-DK" dirty="0"/>
              <a:t>inden for et givet retssystem. </a:t>
            </a:r>
          </a:p>
          <a:p>
            <a:pPr lvl="1"/>
            <a:r>
              <a:rPr lang="da-DK" dirty="0"/>
              <a:t>Eksempel: Når en jurist undersøger, om en handling er lovlig, bruger vedkommende de relevante retskilder som reference. </a:t>
            </a:r>
          </a:p>
          <a:p>
            <a:endParaRPr lang="da-DK" dirty="0"/>
          </a:p>
        </p:txBody>
      </p:sp>
      <p:sp>
        <p:nvSpPr>
          <p:cNvPr id="4" name="Pladsholder til dato 3">
            <a:extLst>
              <a:ext uri="{FF2B5EF4-FFF2-40B4-BE49-F238E27FC236}">
                <a16:creationId xmlns:a16="http://schemas.microsoft.com/office/drawing/2014/main" id="{419438BD-96B2-C566-A971-72B9114FB09A}"/>
              </a:ext>
            </a:extLst>
          </p:cNvPr>
          <p:cNvSpPr>
            <a:spLocks noGrp="1"/>
          </p:cNvSpPr>
          <p:nvPr>
            <p:ph type="dt" sz="half" idx="20"/>
          </p:nvPr>
        </p:nvSpPr>
        <p:spPr/>
        <p:txBody>
          <a:bodyPr/>
          <a:lstStyle/>
          <a:p>
            <a:fld id="{D1E6B4F5-E59A-4220-82F4-F59FCB66E884}" type="datetime1">
              <a:rPr lang="da-DK" smtClean="0"/>
              <a:t>08.01.2026</a:t>
            </a:fld>
            <a:endParaRPr lang="da-DK" dirty="0"/>
          </a:p>
        </p:txBody>
      </p:sp>
      <p:sp>
        <p:nvSpPr>
          <p:cNvPr id="5" name="Pladsholder til slidenummer 4">
            <a:extLst>
              <a:ext uri="{FF2B5EF4-FFF2-40B4-BE49-F238E27FC236}">
                <a16:creationId xmlns:a16="http://schemas.microsoft.com/office/drawing/2014/main" id="{6CD4B384-65C8-CF71-7FC8-544CF633B23F}"/>
              </a:ext>
            </a:extLst>
          </p:cNvPr>
          <p:cNvSpPr>
            <a:spLocks noGrp="1"/>
          </p:cNvSpPr>
          <p:nvPr>
            <p:ph type="sldNum" sz="quarter" idx="22"/>
          </p:nvPr>
        </p:nvSpPr>
        <p:spPr/>
        <p:txBody>
          <a:bodyPr/>
          <a:lstStyle/>
          <a:p>
            <a:fld id="{45D37B1E-C366-494F-A587-962AD9AABC83}" type="slidenum">
              <a:rPr lang="da-DK" smtClean="0"/>
              <a:pPr/>
              <a:t>14</a:t>
            </a:fld>
            <a:endParaRPr lang="da-DK" dirty="0"/>
          </a:p>
        </p:txBody>
      </p:sp>
    </p:spTree>
    <p:extLst>
      <p:ext uri="{BB962C8B-B14F-4D97-AF65-F5344CB8AC3E}">
        <p14:creationId xmlns:p14="http://schemas.microsoft.com/office/powerpoint/2010/main" val="872599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1CA93C-95AD-5B4C-F796-83858BEAAF53}"/>
              </a:ext>
            </a:extLst>
          </p:cNvPr>
          <p:cNvSpPr>
            <a:spLocks noGrp="1"/>
          </p:cNvSpPr>
          <p:nvPr>
            <p:ph type="title"/>
          </p:nvPr>
        </p:nvSpPr>
        <p:spPr>
          <a:xfrm>
            <a:off x="410400" y="1028246"/>
            <a:ext cx="10962000" cy="671967"/>
          </a:xfrm>
        </p:spPr>
        <p:txBody>
          <a:bodyPr anchor="t">
            <a:normAutofit/>
          </a:bodyPr>
          <a:lstStyle/>
          <a:p>
            <a:r>
              <a:rPr lang="da-DK" dirty="0"/>
              <a:t>Retskildetyper</a:t>
            </a:r>
          </a:p>
        </p:txBody>
      </p:sp>
      <p:sp>
        <p:nvSpPr>
          <p:cNvPr id="4" name="Pladsholder til dato 3">
            <a:extLst>
              <a:ext uri="{FF2B5EF4-FFF2-40B4-BE49-F238E27FC236}">
                <a16:creationId xmlns:a16="http://schemas.microsoft.com/office/drawing/2014/main" id="{235CEEAB-E273-E1B6-332E-DF1E368317ED}"/>
              </a:ext>
            </a:extLst>
          </p:cNvPr>
          <p:cNvSpPr>
            <a:spLocks noGrp="1"/>
          </p:cNvSpPr>
          <p:nvPr>
            <p:ph type="dt" sz="half" idx="20"/>
          </p:nvPr>
        </p:nvSpPr>
        <p:spPr/>
        <p:txBody>
          <a:bodyPr/>
          <a:lstStyle/>
          <a:p>
            <a:pPr>
              <a:spcAft>
                <a:spcPts val="600"/>
              </a:spcAft>
            </a:pPr>
            <a:fld id="{EAD1106C-7E2F-48D5-B74E-3AB3B505ADB5}" type="datetime1">
              <a:rPr lang="da-DK" smtClean="0"/>
              <a:pPr>
                <a:spcAft>
                  <a:spcPts val="600"/>
                </a:spcAft>
              </a:pPr>
              <a:t>08.01.2026</a:t>
            </a:fld>
            <a:endParaRPr lang="da-DK"/>
          </a:p>
        </p:txBody>
      </p:sp>
      <p:sp>
        <p:nvSpPr>
          <p:cNvPr id="5" name="Pladsholder til slidenummer 4">
            <a:extLst>
              <a:ext uri="{FF2B5EF4-FFF2-40B4-BE49-F238E27FC236}">
                <a16:creationId xmlns:a16="http://schemas.microsoft.com/office/drawing/2014/main" id="{D6546C21-FB99-B2B3-DC21-5B56B28BD628}"/>
              </a:ext>
            </a:extLst>
          </p:cNvPr>
          <p:cNvSpPr>
            <a:spLocks noGrp="1"/>
          </p:cNvSpPr>
          <p:nvPr>
            <p:ph type="sldNum" sz="quarter" idx="22"/>
          </p:nvPr>
        </p:nvSpPr>
        <p:spPr/>
        <p:txBody>
          <a:bodyPr/>
          <a:lstStyle/>
          <a:p>
            <a:pPr>
              <a:spcAft>
                <a:spcPts val="600"/>
              </a:spcAft>
            </a:pPr>
            <a:fld id="{45D37B1E-C366-494F-A587-962AD9AABC83}" type="slidenum">
              <a:rPr lang="da-DK" smtClean="0"/>
              <a:pPr>
                <a:spcAft>
                  <a:spcPts val="600"/>
                </a:spcAft>
              </a:pPr>
              <a:t>15</a:t>
            </a:fld>
            <a:endParaRPr lang="da-DK"/>
          </a:p>
        </p:txBody>
      </p:sp>
      <p:graphicFrame>
        <p:nvGraphicFramePr>
          <p:cNvPr id="7" name="Pladsholder til indhold 2">
            <a:extLst>
              <a:ext uri="{FF2B5EF4-FFF2-40B4-BE49-F238E27FC236}">
                <a16:creationId xmlns:a16="http://schemas.microsoft.com/office/drawing/2014/main" id="{2CE0D1DF-DD64-05A2-3D96-7775F7A5FE31}"/>
              </a:ext>
            </a:extLst>
          </p:cNvPr>
          <p:cNvGraphicFramePr>
            <a:graphicFrameLocks noGrp="1"/>
          </p:cNvGraphicFramePr>
          <p:nvPr>
            <p:ph sz="quarter" idx="19"/>
            <p:extLst>
              <p:ext uri="{D42A27DB-BD31-4B8C-83A1-F6EECF244321}">
                <p14:modId xmlns:p14="http://schemas.microsoft.com/office/powerpoint/2010/main" val="1618024299"/>
              </p:ext>
            </p:extLst>
          </p:nvPr>
        </p:nvGraphicFramePr>
        <p:xfrm>
          <a:off x="411163" y="1989138"/>
          <a:ext cx="10961237" cy="3864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6179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E1570D-9A23-802D-41FC-A4F007632E95}"/>
              </a:ext>
            </a:extLst>
          </p:cNvPr>
          <p:cNvSpPr>
            <a:spLocks noGrp="1"/>
          </p:cNvSpPr>
          <p:nvPr>
            <p:ph type="title"/>
          </p:nvPr>
        </p:nvSpPr>
        <p:spPr/>
        <p:txBody>
          <a:bodyPr/>
          <a:lstStyle/>
          <a:p>
            <a:r>
              <a:rPr lang="da-DK" dirty="0"/>
              <a:t>Danske retskilder</a:t>
            </a:r>
          </a:p>
        </p:txBody>
      </p:sp>
      <p:sp>
        <p:nvSpPr>
          <p:cNvPr id="3" name="Pladsholder til indhold 2">
            <a:extLst>
              <a:ext uri="{FF2B5EF4-FFF2-40B4-BE49-F238E27FC236}">
                <a16:creationId xmlns:a16="http://schemas.microsoft.com/office/drawing/2014/main" id="{D73672CF-91B5-55BD-927E-C61495621B17}"/>
              </a:ext>
            </a:extLst>
          </p:cNvPr>
          <p:cNvSpPr>
            <a:spLocks noGrp="1"/>
          </p:cNvSpPr>
          <p:nvPr>
            <p:ph sz="quarter" idx="19"/>
          </p:nvPr>
        </p:nvSpPr>
        <p:spPr/>
        <p:txBody>
          <a:bodyPr/>
          <a:lstStyle/>
          <a:p>
            <a:r>
              <a:rPr lang="da-DK" sz="1800" dirty="0"/>
              <a:t>Formaliserede retskilder:</a:t>
            </a:r>
          </a:p>
          <a:p>
            <a:endParaRPr lang="da-DK" sz="1800" dirty="0"/>
          </a:p>
          <a:p>
            <a:r>
              <a:rPr lang="da-DK" sz="1800" b="1" dirty="0"/>
              <a:t>Love </a:t>
            </a:r>
            <a:r>
              <a:rPr lang="da-DK" sz="1800" dirty="0"/>
              <a:t>”</a:t>
            </a:r>
            <a:r>
              <a:rPr lang="da-DK" sz="1800" i="1" dirty="0"/>
              <a:t>En samling af regler, som er vedtaget af Folketinget i overensstemmelse med den fremgangsmåde, der er fastsat i grundloven”, </a:t>
            </a:r>
            <a:r>
              <a:rPr lang="da-DK" sz="1800" dirty="0"/>
              <a:t>s. 13 i Trzaskowski &amp; Riis</a:t>
            </a:r>
          </a:p>
          <a:p>
            <a:pPr lvl="1"/>
            <a:r>
              <a:rPr lang="da-DK" sz="1600" dirty="0"/>
              <a:t>Stærk retskilde pga. den demokratiske legitimitet</a:t>
            </a:r>
          </a:p>
          <a:p>
            <a:pPr lvl="1"/>
            <a:r>
              <a:rPr lang="da-DK" sz="1600" dirty="0"/>
              <a:t>En relevant lov kan altid anvendes i en juridisk argumentation.</a:t>
            </a:r>
          </a:p>
          <a:p>
            <a:r>
              <a:rPr lang="da-DK" sz="1800" b="1" dirty="0"/>
              <a:t>Forarbejder</a:t>
            </a:r>
          </a:p>
          <a:p>
            <a:pPr lvl="1"/>
            <a:r>
              <a:rPr lang="da-DK" sz="1600" dirty="0"/>
              <a:t>Åbent spørgsmål om de er en retskilde iflg. lærebogen</a:t>
            </a:r>
          </a:p>
          <a:p>
            <a:pPr lvl="1"/>
            <a:r>
              <a:rPr lang="da-DK" sz="1600" dirty="0"/>
              <a:t>Kan ses som et ”</a:t>
            </a:r>
            <a:r>
              <a:rPr lang="da-DK" sz="1600" i="1" dirty="0"/>
              <a:t>tillæg til loven</a:t>
            </a:r>
            <a:r>
              <a:rPr lang="da-DK" sz="1600" dirty="0"/>
              <a:t>” →Forklarer indholdet og bagvedliggende tanker</a:t>
            </a:r>
          </a:p>
          <a:p>
            <a:pPr lvl="1"/>
            <a:r>
              <a:rPr lang="da-DK" sz="1600" dirty="0"/>
              <a:t>Sondring mellem den </a:t>
            </a:r>
            <a:r>
              <a:rPr lang="da-DK" sz="1600" b="1" dirty="0"/>
              <a:t>objektive </a:t>
            </a:r>
            <a:r>
              <a:rPr lang="da-DK" sz="1600" dirty="0"/>
              <a:t>(ekskl. forarbejder) og </a:t>
            </a:r>
            <a:r>
              <a:rPr lang="da-DK" sz="1600" b="1" dirty="0"/>
              <a:t>subjektive fortolkning </a:t>
            </a:r>
            <a:r>
              <a:rPr lang="da-DK" sz="1600" dirty="0"/>
              <a:t>(inkl. forarbejder)</a:t>
            </a:r>
          </a:p>
          <a:p>
            <a:r>
              <a:rPr lang="da-DK" sz="1800" b="1" dirty="0"/>
              <a:t>Administrative forskrifter</a:t>
            </a:r>
          </a:p>
          <a:p>
            <a:pPr lvl="1"/>
            <a:r>
              <a:rPr lang="da-DK" sz="1600" dirty="0"/>
              <a:t>Forvaltningen kan udstede en række retsforskrifter</a:t>
            </a:r>
          </a:p>
          <a:p>
            <a:pPr lvl="1"/>
            <a:r>
              <a:rPr lang="da-DK" sz="1600" dirty="0"/>
              <a:t>F.eks. Bekendtgørelser → Kan fastsætte pligter og rettigheder </a:t>
            </a:r>
          </a:p>
          <a:p>
            <a:endParaRPr lang="da-DK" sz="1800" dirty="0"/>
          </a:p>
          <a:p>
            <a:endParaRPr lang="da-DK" sz="1800" dirty="0"/>
          </a:p>
          <a:p>
            <a:endParaRPr lang="da-DK" sz="1800" dirty="0"/>
          </a:p>
        </p:txBody>
      </p:sp>
      <p:sp>
        <p:nvSpPr>
          <p:cNvPr id="4" name="Pladsholder til dato 3">
            <a:extLst>
              <a:ext uri="{FF2B5EF4-FFF2-40B4-BE49-F238E27FC236}">
                <a16:creationId xmlns:a16="http://schemas.microsoft.com/office/drawing/2014/main" id="{062A64BE-B5B7-56B7-3C35-08822A80E822}"/>
              </a:ext>
            </a:extLst>
          </p:cNvPr>
          <p:cNvSpPr>
            <a:spLocks noGrp="1"/>
          </p:cNvSpPr>
          <p:nvPr>
            <p:ph type="dt" sz="half" idx="20"/>
          </p:nvPr>
        </p:nvSpPr>
        <p:spPr/>
        <p:txBody>
          <a:bodyPr/>
          <a:lstStyle/>
          <a:p>
            <a:fld id="{A2DFB50A-470C-41A2-81CF-7AC89C719AF5}" type="datetime1">
              <a:rPr lang="da-DK" smtClean="0"/>
              <a:t>08.01.2026</a:t>
            </a:fld>
            <a:endParaRPr lang="da-DK" dirty="0"/>
          </a:p>
        </p:txBody>
      </p:sp>
      <p:sp>
        <p:nvSpPr>
          <p:cNvPr id="5" name="Pladsholder til slidenummer 4">
            <a:extLst>
              <a:ext uri="{FF2B5EF4-FFF2-40B4-BE49-F238E27FC236}">
                <a16:creationId xmlns:a16="http://schemas.microsoft.com/office/drawing/2014/main" id="{8C67AA9A-27EA-2746-CE6E-86AC3222D486}"/>
              </a:ext>
            </a:extLst>
          </p:cNvPr>
          <p:cNvSpPr>
            <a:spLocks noGrp="1"/>
          </p:cNvSpPr>
          <p:nvPr>
            <p:ph type="sldNum" sz="quarter" idx="22"/>
          </p:nvPr>
        </p:nvSpPr>
        <p:spPr/>
        <p:txBody>
          <a:bodyPr/>
          <a:lstStyle/>
          <a:p>
            <a:fld id="{45D37B1E-C366-494F-A587-962AD9AABC83}" type="slidenum">
              <a:rPr lang="da-DK" smtClean="0"/>
              <a:pPr/>
              <a:t>16</a:t>
            </a:fld>
            <a:endParaRPr lang="da-DK" dirty="0"/>
          </a:p>
        </p:txBody>
      </p:sp>
    </p:spTree>
    <p:extLst>
      <p:ext uri="{BB962C8B-B14F-4D97-AF65-F5344CB8AC3E}">
        <p14:creationId xmlns:p14="http://schemas.microsoft.com/office/powerpoint/2010/main" val="411116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21B2A9-AF99-C0AC-95EC-0278D23CBC9C}"/>
              </a:ext>
            </a:extLst>
          </p:cNvPr>
          <p:cNvSpPr>
            <a:spLocks noGrp="1"/>
          </p:cNvSpPr>
          <p:nvPr>
            <p:ph type="title"/>
          </p:nvPr>
        </p:nvSpPr>
        <p:spPr/>
        <p:txBody>
          <a:bodyPr/>
          <a:lstStyle/>
          <a:p>
            <a:r>
              <a:rPr lang="da-DK" dirty="0"/>
              <a:t>Retsafgørelser i Danmark (domme og kendelser)</a:t>
            </a:r>
          </a:p>
        </p:txBody>
      </p:sp>
      <p:sp>
        <p:nvSpPr>
          <p:cNvPr id="3" name="Pladsholder til indhold 2">
            <a:extLst>
              <a:ext uri="{FF2B5EF4-FFF2-40B4-BE49-F238E27FC236}">
                <a16:creationId xmlns:a16="http://schemas.microsoft.com/office/drawing/2014/main" id="{6B19F0D0-00E8-BC68-E9EA-A11F75AF6C39}"/>
              </a:ext>
            </a:extLst>
          </p:cNvPr>
          <p:cNvSpPr>
            <a:spLocks noGrp="1"/>
          </p:cNvSpPr>
          <p:nvPr>
            <p:ph sz="quarter" idx="19"/>
          </p:nvPr>
        </p:nvSpPr>
        <p:spPr/>
        <p:txBody>
          <a:bodyPr/>
          <a:lstStyle/>
          <a:p>
            <a:r>
              <a:rPr lang="da-DK" b="1" dirty="0"/>
              <a:t>Afgørelser der træffes af domstole </a:t>
            </a:r>
            <a:r>
              <a:rPr lang="da-DK" dirty="0"/>
              <a:t>→ F.eks. byretter, landsretter (Sø-og Handelsretten) eller Højesteretten.</a:t>
            </a:r>
          </a:p>
          <a:p>
            <a:pPr lvl="1"/>
            <a:r>
              <a:rPr lang="da-DK" dirty="0"/>
              <a:t>Afgørelser vil inddrage en vurdering af </a:t>
            </a:r>
            <a:r>
              <a:rPr lang="da-DK" b="1" dirty="0"/>
              <a:t>faktuelle forhold </a:t>
            </a:r>
          </a:p>
          <a:p>
            <a:pPr lvl="2"/>
            <a:r>
              <a:rPr lang="da-DK" dirty="0"/>
              <a:t>De teoretiske regler og principper anvendes på fakta.</a:t>
            </a:r>
          </a:p>
          <a:p>
            <a:pPr lvl="2"/>
            <a:r>
              <a:rPr lang="da-DK" dirty="0"/>
              <a:t>F.eks. vurdering af om et tag er mangelfuldt for så vidt angår erstatning. </a:t>
            </a:r>
          </a:p>
          <a:p>
            <a:r>
              <a:rPr lang="da-DK" dirty="0"/>
              <a:t>Afgørelsen kan have en </a:t>
            </a:r>
            <a:r>
              <a:rPr lang="da-DK" b="1" dirty="0"/>
              <a:t>særlig værdi (</a:t>
            </a:r>
            <a:r>
              <a:rPr lang="da-DK" b="1" dirty="0" err="1"/>
              <a:t>præjudikatsværdi</a:t>
            </a:r>
            <a:r>
              <a:rPr lang="da-DK" dirty="0"/>
              <a:t>), hvis den bliver styrende for senere afgørelser</a:t>
            </a:r>
          </a:p>
          <a:p>
            <a:r>
              <a:rPr lang="da-DK" dirty="0"/>
              <a:t>Bliver den samme retlige norm reproduceret og anvendt, eller har den ændret sig?</a:t>
            </a:r>
          </a:p>
          <a:p>
            <a:pPr lvl="1"/>
            <a:r>
              <a:rPr lang="da-DK" dirty="0"/>
              <a:t>Domstolene er med til at fastlægge den gældende ret. </a:t>
            </a:r>
          </a:p>
          <a:p>
            <a:endParaRPr lang="da-DK" dirty="0"/>
          </a:p>
          <a:p>
            <a:r>
              <a:rPr lang="da-DK" b="1" dirty="0"/>
              <a:t>Domstolshierarki i Danmark: </a:t>
            </a:r>
          </a:p>
          <a:p>
            <a:pPr lvl="1"/>
            <a:r>
              <a:rPr lang="da-DK" dirty="0"/>
              <a:t>Højesteret</a:t>
            </a:r>
          </a:p>
          <a:p>
            <a:pPr lvl="1"/>
            <a:r>
              <a:rPr lang="da-DK" dirty="0"/>
              <a:t>Landsret (Sø-og Handelsretten)</a:t>
            </a:r>
          </a:p>
          <a:p>
            <a:pPr lvl="1"/>
            <a:r>
              <a:rPr lang="da-DK" dirty="0"/>
              <a:t>Byret</a:t>
            </a:r>
          </a:p>
          <a:p>
            <a:endParaRPr lang="da-DK" dirty="0"/>
          </a:p>
          <a:p>
            <a:endParaRPr lang="da-DK" dirty="0"/>
          </a:p>
        </p:txBody>
      </p:sp>
      <p:sp>
        <p:nvSpPr>
          <p:cNvPr id="4" name="Pladsholder til dato 3">
            <a:extLst>
              <a:ext uri="{FF2B5EF4-FFF2-40B4-BE49-F238E27FC236}">
                <a16:creationId xmlns:a16="http://schemas.microsoft.com/office/drawing/2014/main" id="{4416AB25-89BD-E6FE-6588-8ABBA555292D}"/>
              </a:ext>
            </a:extLst>
          </p:cNvPr>
          <p:cNvSpPr>
            <a:spLocks noGrp="1"/>
          </p:cNvSpPr>
          <p:nvPr>
            <p:ph type="dt" sz="half" idx="20"/>
          </p:nvPr>
        </p:nvSpPr>
        <p:spPr/>
        <p:txBody>
          <a:bodyPr/>
          <a:lstStyle/>
          <a:p>
            <a:fld id="{633836BF-816D-4C7B-8332-42894B5096C4}" type="datetime1">
              <a:rPr lang="da-DK" smtClean="0"/>
              <a:t>08.01.2026</a:t>
            </a:fld>
            <a:endParaRPr lang="da-DK" dirty="0"/>
          </a:p>
        </p:txBody>
      </p:sp>
      <p:sp>
        <p:nvSpPr>
          <p:cNvPr id="5" name="Pladsholder til slidenummer 4">
            <a:extLst>
              <a:ext uri="{FF2B5EF4-FFF2-40B4-BE49-F238E27FC236}">
                <a16:creationId xmlns:a16="http://schemas.microsoft.com/office/drawing/2014/main" id="{40F79AF8-A1D2-0228-86F6-AACE17347295}"/>
              </a:ext>
            </a:extLst>
          </p:cNvPr>
          <p:cNvSpPr>
            <a:spLocks noGrp="1"/>
          </p:cNvSpPr>
          <p:nvPr>
            <p:ph type="sldNum" sz="quarter" idx="22"/>
          </p:nvPr>
        </p:nvSpPr>
        <p:spPr/>
        <p:txBody>
          <a:bodyPr/>
          <a:lstStyle/>
          <a:p>
            <a:fld id="{45D37B1E-C366-494F-A587-962AD9AABC83}" type="slidenum">
              <a:rPr lang="da-DK" smtClean="0"/>
              <a:pPr/>
              <a:t>17</a:t>
            </a:fld>
            <a:endParaRPr lang="da-DK" dirty="0"/>
          </a:p>
        </p:txBody>
      </p:sp>
    </p:spTree>
    <p:extLst>
      <p:ext uri="{BB962C8B-B14F-4D97-AF65-F5344CB8AC3E}">
        <p14:creationId xmlns:p14="http://schemas.microsoft.com/office/powerpoint/2010/main" val="3177880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730C89-8BBD-5465-D6F4-713B8E8A7ABF}"/>
              </a:ext>
            </a:extLst>
          </p:cNvPr>
          <p:cNvSpPr>
            <a:spLocks noGrp="1"/>
          </p:cNvSpPr>
          <p:nvPr>
            <p:ph type="title"/>
          </p:nvPr>
        </p:nvSpPr>
        <p:spPr/>
        <p:txBody>
          <a:bodyPr/>
          <a:lstStyle/>
          <a:p>
            <a:r>
              <a:rPr lang="da-DK" dirty="0"/>
              <a:t>Administrative afgørelser</a:t>
            </a:r>
          </a:p>
        </p:txBody>
      </p:sp>
      <p:sp>
        <p:nvSpPr>
          <p:cNvPr id="3" name="Pladsholder til indhold 2">
            <a:extLst>
              <a:ext uri="{FF2B5EF4-FFF2-40B4-BE49-F238E27FC236}">
                <a16:creationId xmlns:a16="http://schemas.microsoft.com/office/drawing/2014/main" id="{1D342A7D-D821-6100-4EF4-3BF452280B69}"/>
              </a:ext>
            </a:extLst>
          </p:cNvPr>
          <p:cNvSpPr>
            <a:spLocks noGrp="1"/>
          </p:cNvSpPr>
          <p:nvPr>
            <p:ph sz="quarter" idx="19"/>
          </p:nvPr>
        </p:nvSpPr>
        <p:spPr/>
        <p:txBody>
          <a:bodyPr/>
          <a:lstStyle/>
          <a:p>
            <a:r>
              <a:rPr lang="da-DK" dirty="0"/>
              <a:t>Træffes typisk af den </a:t>
            </a:r>
            <a:r>
              <a:rPr lang="da-DK" b="1" dirty="0"/>
              <a:t>offentlige forvaltning</a:t>
            </a:r>
          </a:p>
          <a:p>
            <a:pPr lvl="1"/>
            <a:r>
              <a:rPr lang="da-DK" dirty="0"/>
              <a:t>F.eks. tilbagebetaling af SU</a:t>
            </a:r>
          </a:p>
          <a:p>
            <a:endParaRPr lang="da-DK" dirty="0"/>
          </a:p>
          <a:p>
            <a:r>
              <a:rPr lang="da-DK" dirty="0"/>
              <a:t>Almindeligvis tillægges de administrative afgørelser </a:t>
            </a:r>
            <a:r>
              <a:rPr lang="da-DK" b="1" dirty="0"/>
              <a:t>ikke</a:t>
            </a:r>
            <a:r>
              <a:rPr lang="da-DK" dirty="0"/>
              <a:t> den samme betydning som retsafgørelser.</a:t>
            </a:r>
          </a:p>
          <a:p>
            <a:pPr lvl="1"/>
            <a:r>
              <a:rPr lang="da-DK" dirty="0"/>
              <a:t>Afgørelserne kan ændres ved dom (hvis de kommer for domstolene) </a:t>
            </a:r>
          </a:p>
          <a:p>
            <a:endParaRPr lang="da-DK" dirty="0"/>
          </a:p>
          <a:p>
            <a:r>
              <a:rPr lang="da-DK" dirty="0"/>
              <a:t>Processen er mindre åben</a:t>
            </a:r>
          </a:p>
          <a:p>
            <a:pPr lvl="1"/>
            <a:r>
              <a:rPr lang="da-DK" dirty="0"/>
              <a:t>Myndigheden styrer sagsforløbet. </a:t>
            </a:r>
          </a:p>
          <a:p>
            <a:endParaRPr lang="da-DK" dirty="0"/>
          </a:p>
        </p:txBody>
      </p:sp>
      <p:sp>
        <p:nvSpPr>
          <p:cNvPr id="4" name="Pladsholder til dato 3">
            <a:extLst>
              <a:ext uri="{FF2B5EF4-FFF2-40B4-BE49-F238E27FC236}">
                <a16:creationId xmlns:a16="http://schemas.microsoft.com/office/drawing/2014/main" id="{FEDED060-D939-D4DA-E514-ECDF48FA6C06}"/>
              </a:ext>
            </a:extLst>
          </p:cNvPr>
          <p:cNvSpPr>
            <a:spLocks noGrp="1"/>
          </p:cNvSpPr>
          <p:nvPr>
            <p:ph type="dt" sz="half" idx="20"/>
          </p:nvPr>
        </p:nvSpPr>
        <p:spPr/>
        <p:txBody>
          <a:bodyPr/>
          <a:lstStyle/>
          <a:p>
            <a:fld id="{C6CFFCCD-3B9B-4CA4-A774-72A0D6189B01}" type="datetime1">
              <a:rPr lang="da-DK" smtClean="0"/>
              <a:t>08.01.2026</a:t>
            </a:fld>
            <a:endParaRPr lang="da-DK" dirty="0"/>
          </a:p>
        </p:txBody>
      </p:sp>
      <p:sp>
        <p:nvSpPr>
          <p:cNvPr id="5" name="Pladsholder til slidenummer 4">
            <a:extLst>
              <a:ext uri="{FF2B5EF4-FFF2-40B4-BE49-F238E27FC236}">
                <a16:creationId xmlns:a16="http://schemas.microsoft.com/office/drawing/2014/main" id="{E91B039F-F905-5A63-3C5B-CCB403FA5282}"/>
              </a:ext>
            </a:extLst>
          </p:cNvPr>
          <p:cNvSpPr>
            <a:spLocks noGrp="1"/>
          </p:cNvSpPr>
          <p:nvPr>
            <p:ph type="sldNum" sz="quarter" idx="22"/>
          </p:nvPr>
        </p:nvSpPr>
        <p:spPr/>
        <p:txBody>
          <a:bodyPr/>
          <a:lstStyle/>
          <a:p>
            <a:fld id="{45D37B1E-C366-494F-A587-962AD9AABC83}" type="slidenum">
              <a:rPr lang="da-DK" smtClean="0"/>
              <a:pPr/>
              <a:t>18</a:t>
            </a:fld>
            <a:endParaRPr lang="da-DK" dirty="0"/>
          </a:p>
        </p:txBody>
      </p:sp>
    </p:spTree>
    <p:extLst>
      <p:ext uri="{BB962C8B-B14F-4D97-AF65-F5344CB8AC3E}">
        <p14:creationId xmlns:p14="http://schemas.microsoft.com/office/powerpoint/2010/main" val="4000685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CE7F97-A9E5-46B6-0AC0-4388F63ADD6A}"/>
              </a:ext>
            </a:extLst>
          </p:cNvPr>
          <p:cNvSpPr>
            <a:spLocks noGrp="1"/>
          </p:cNvSpPr>
          <p:nvPr>
            <p:ph type="title"/>
          </p:nvPr>
        </p:nvSpPr>
        <p:spPr/>
        <p:txBody>
          <a:bodyPr/>
          <a:lstStyle/>
          <a:p>
            <a:r>
              <a:rPr lang="da-DK" dirty="0" err="1"/>
              <a:t>Retssædvaner</a:t>
            </a:r>
            <a:r>
              <a:rPr lang="da-DK" dirty="0"/>
              <a:t> m.m.</a:t>
            </a:r>
          </a:p>
        </p:txBody>
      </p:sp>
      <p:sp>
        <p:nvSpPr>
          <p:cNvPr id="3" name="Pladsholder til indhold 2">
            <a:extLst>
              <a:ext uri="{FF2B5EF4-FFF2-40B4-BE49-F238E27FC236}">
                <a16:creationId xmlns:a16="http://schemas.microsoft.com/office/drawing/2014/main" id="{040741BC-237B-3A30-6F15-306E03001A77}"/>
              </a:ext>
            </a:extLst>
          </p:cNvPr>
          <p:cNvSpPr>
            <a:spLocks noGrp="1"/>
          </p:cNvSpPr>
          <p:nvPr>
            <p:ph sz="quarter" idx="19"/>
          </p:nvPr>
        </p:nvSpPr>
        <p:spPr/>
        <p:txBody>
          <a:bodyPr/>
          <a:lstStyle/>
          <a:p>
            <a:r>
              <a:rPr lang="da-DK" b="1" dirty="0" err="1"/>
              <a:t>Retssædvaner</a:t>
            </a:r>
            <a:endParaRPr lang="da-DK" dirty="0"/>
          </a:p>
          <a:p>
            <a:r>
              <a:rPr lang="da-DK" b="1" dirty="0"/>
              <a:t>Kutymer</a:t>
            </a:r>
          </a:p>
          <a:p>
            <a:pPr lvl="1"/>
            <a:r>
              <a:rPr lang="da-DK" dirty="0"/>
              <a:t>F.eks. branchekutyme - At man normalt udfører opgaver på særlige måder i en bestemt sektor. </a:t>
            </a:r>
          </a:p>
          <a:p>
            <a:pPr lvl="2"/>
            <a:r>
              <a:rPr lang="da-DK" dirty="0"/>
              <a:t>Eksempel: Normalt vil man indgå et tillæg til en kontrakt, men i denne branche er det almindeligt at man nøjes med et telefonopkald. </a:t>
            </a:r>
          </a:p>
          <a:p>
            <a:r>
              <a:rPr lang="da-DK" b="1" dirty="0"/>
              <a:t>Retsgrundsætninger</a:t>
            </a:r>
          </a:p>
          <a:p>
            <a:pPr lvl="1"/>
            <a:r>
              <a:rPr lang="da-DK" dirty="0"/>
              <a:t>Basale udgangspunkter inden for et retsområde</a:t>
            </a:r>
          </a:p>
          <a:p>
            <a:pPr lvl="2"/>
            <a:r>
              <a:rPr lang="da-DK" dirty="0"/>
              <a:t>Formueretlige aftaler skal overholdes </a:t>
            </a:r>
            <a:r>
              <a:rPr lang="da-DK" i="1" dirty="0"/>
              <a:t>(</a:t>
            </a:r>
            <a:r>
              <a:rPr lang="da-DK" i="1" dirty="0" err="1"/>
              <a:t>Pacta</a:t>
            </a:r>
            <a:r>
              <a:rPr lang="da-DK" i="1" dirty="0"/>
              <a:t> </a:t>
            </a:r>
            <a:r>
              <a:rPr lang="da-DK" i="1" dirty="0" err="1"/>
              <a:t>sunt</a:t>
            </a:r>
            <a:r>
              <a:rPr lang="da-DK" i="1" dirty="0"/>
              <a:t> </a:t>
            </a:r>
            <a:r>
              <a:rPr lang="da-DK" i="1" dirty="0" err="1"/>
              <a:t>servanta</a:t>
            </a:r>
            <a:r>
              <a:rPr lang="da-DK" i="1" dirty="0"/>
              <a:t>)</a:t>
            </a:r>
          </a:p>
          <a:p>
            <a:endParaRPr lang="da-DK" dirty="0"/>
          </a:p>
          <a:p>
            <a:r>
              <a:rPr lang="da-DK" b="1" dirty="0"/>
              <a:t>Juridisk litteratur</a:t>
            </a:r>
          </a:p>
          <a:p>
            <a:pPr lvl="1"/>
            <a:r>
              <a:rPr lang="da-DK" dirty="0"/>
              <a:t>Omdiskuteret emne. Både argumenter for og imod at de kan anses for retskilder</a:t>
            </a:r>
          </a:p>
          <a:p>
            <a:pPr lvl="2"/>
            <a:r>
              <a:rPr lang="da-DK" dirty="0"/>
              <a:t>Imod: Den juridiske forfatter har ikke en særlig rolle tillagt i retssystemet, modsat f.eks. et mandat fra Folketinget, eller en udpeget dommer. </a:t>
            </a:r>
          </a:p>
          <a:p>
            <a:pPr lvl="2"/>
            <a:r>
              <a:rPr lang="da-DK" dirty="0"/>
              <a:t>For: Bliver ofte anvendt som elementer i den juridiske argumentation.</a:t>
            </a:r>
          </a:p>
          <a:p>
            <a:endParaRPr lang="da-DK" dirty="0"/>
          </a:p>
          <a:p>
            <a:r>
              <a:rPr lang="da-DK" b="1" dirty="0"/>
              <a:t>Tekniske standarder </a:t>
            </a:r>
            <a:endParaRPr lang="da-DK" dirty="0"/>
          </a:p>
          <a:p>
            <a:endParaRPr lang="da-DK" dirty="0"/>
          </a:p>
        </p:txBody>
      </p:sp>
      <p:sp>
        <p:nvSpPr>
          <p:cNvPr id="4" name="Pladsholder til dato 3">
            <a:extLst>
              <a:ext uri="{FF2B5EF4-FFF2-40B4-BE49-F238E27FC236}">
                <a16:creationId xmlns:a16="http://schemas.microsoft.com/office/drawing/2014/main" id="{C4A61FDB-CE66-81DB-1669-03F6C58D40AC}"/>
              </a:ext>
            </a:extLst>
          </p:cNvPr>
          <p:cNvSpPr>
            <a:spLocks noGrp="1"/>
          </p:cNvSpPr>
          <p:nvPr>
            <p:ph type="dt" sz="half" idx="20"/>
          </p:nvPr>
        </p:nvSpPr>
        <p:spPr/>
        <p:txBody>
          <a:bodyPr/>
          <a:lstStyle/>
          <a:p>
            <a:fld id="{3D46650F-B722-4907-B80A-0525EAA1123F}" type="datetime1">
              <a:rPr lang="da-DK" smtClean="0"/>
              <a:t>08.01.2026</a:t>
            </a:fld>
            <a:endParaRPr lang="da-DK" dirty="0"/>
          </a:p>
        </p:txBody>
      </p:sp>
      <p:sp>
        <p:nvSpPr>
          <p:cNvPr id="5" name="Pladsholder til slidenummer 4">
            <a:extLst>
              <a:ext uri="{FF2B5EF4-FFF2-40B4-BE49-F238E27FC236}">
                <a16:creationId xmlns:a16="http://schemas.microsoft.com/office/drawing/2014/main" id="{25052BF5-A35F-220B-8CBF-9C874CB8F93E}"/>
              </a:ext>
            </a:extLst>
          </p:cNvPr>
          <p:cNvSpPr>
            <a:spLocks noGrp="1"/>
          </p:cNvSpPr>
          <p:nvPr>
            <p:ph type="sldNum" sz="quarter" idx="22"/>
          </p:nvPr>
        </p:nvSpPr>
        <p:spPr/>
        <p:txBody>
          <a:bodyPr/>
          <a:lstStyle/>
          <a:p>
            <a:fld id="{45D37B1E-C366-494F-A587-962AD9AABC83}" type="slidenum">
              <a:rPr lang="da-DK" smtClean="0"/>
              <a:pPr/>
              <a:t>19</a:t>
            </a:fld>
            <a:endParaRPr lang="da-DK" dirty="0"/>
          </a:p>
        </p:txBody>
      </p:sp>
    </p:spTree>
    <p:extLst>
      <p:ext uri="{BB962C8B-B14F-4D97-AF65-F5344CB8AC3E}">
        <p14:creationId xmlns:p14="http://schemas.microsoft.com/office/powerpoint/2010/main" val="1688745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92F786-AAD3-2A33-F265-33FC9285E18D}"/>
              </a:ext>
            </a:extLst>
          </p:cNvPr>
          <p:cNvSpPr>
            <a:spLocks noGrp="1"/>
          </p:cNvSpPr>
          <p:nvPr>
            <p:ph type="title"/>
          </p:nvPr>
        </p:nvSpPr>
        <p:spPr>
          <a:xfrm>
            <a:off x="410400" y="1028246"/>
            <a:ext cx="10962000" cy="671967"/>
          </a:xfrm>
        </p:spPr>
        <p:txBody>
          <a:bodyPr anchor="t">
            <a:normAutofit/>
          </a:bodyPr>
          <a:lstStyle/>
          <a:p>
            <a:r>
              <a:rPr lang="da-DK" dirty="0"/>
              <a:t>Spørgsmål</a:t>
            </a:r>
          </a:p>
        </p:txBody>
      </p:sp>
      <p:sp>
        <p:nvSpPr>
          <p:cNvPr id="4" name="Pladsholder til dato 3">
            <a:extLst>
              <a:ext uri="{FF2B5EF4-FFF2-40B4-BE49-F238E27FC236}">
                <a16:creationId xmlns:a16="http://schemas.microsoft.com/office/drawing/2014/main" id="{6D36D216-6ADA-DCC7-568C-457CCF26085F}"/>
              </a:ext>
            </a:extLst>
          </p:cNvPr>
          <p:cNvSpPr>
            <a:spLocks noGrp="1"/>
          </p:cNvSpPr>
          <p:nvPr>
            <p:ph type="dt" sz="half" idx="20"/>
          </p:nvPr>
        </p:nvSpPr>
        <p:spPr/>
        <p:txBody>
          <a:bodyPr/>
          <a:lstStyle/>
          <a:p>
            <a:pPr>
              <a:spcAft>
                <a:spcPts val="600"/>
              </a:spcAft>
            </a:pPr>
            <a:fld id="{279DA8A5-7305-481F-A44C-9A9EF4264509}" type="datetime1">
              <a:rPr lang="da-DK" smtClean="0"/>
              <a:pPr>
                <a:spcAft>
                  <a:spcPts val="600"/>
                </a:spcAft>
              </a:pPr>
              <a:t>08.01.2026</a:t>
            </a:fld>
            <a:endParaRPr lang="da-DK"/>
          </a:p>
        </p:txBody>
      </p:sp>
      <p:sp>
        <p:nvSpPr>
          <p:cNvPr id="5" name="Pladsholder til slidenummer 4">
            <a:extLst>
              <a:ext uri="{FF2B5EF4-FFF2-40B4-BE49-F238E27FC236}">
                <a16:creationId xmlns:a16="http://schemas.microsoft.com/office/drawing/2014/main" id="{30828E2F-EDDE-88B3-28B8-8A20B6745209}"/>
              </a:ext>
            </a:extLst>
          </p:cNvPr>
          <p:cNvSpPr>
            <a:spLocks noGrp="1"/>
          </p:cNvSpPr>
          <p:nvPr>
            <p:ph type="sldNum" sz="quarter" idx="22"/>
          </p:nvPr>
        </p:nvSpPr>
        <p:spPr/>
        <p:txBody>
          <a:bodyPr/>
          <a:lstStyle/>
          <a:p>
            <a:pPr>
              <a:spcAft>
                <a:spcPts val="600"/>
              </a:spcAft>
            </a:pPr>
            <a:fld id="{45D37B1E-C366-494F-A587-962AD9AABC83}" type="slidenum">
              <a:rPr lang="da-DK" smtClean="0"/>
              <a:pPr>
                <a:spcAft>
                  <a:spcPts val="600"/>
                </a:spcAft>
              </a:pPr>
              <a:t>20</a:t>
            </a:fld>
            <a:endParaRPr lang="da-DK"/>
          </a:p>
        </p:txBody>
      </p:sp>
      <p:graphicFrame>
        <p:nvGraphicFramePr>
          <p:cNvPr id="7" name="Pladsholder til indhold 2">
            <a:extLst>
              <a:ext uri="{FF2B5EF4-FFF2-40B4-BE49-F238E27FC236}">
                <a16:creationId xmlns:a16="http://schemas.microsoft.com/office/drawing/2014/main" id="{BF1B7A26-BE72-C31E-97B6-03FA39464AD3}"/>
              </a:ext>
            </a:extLst>
          </p:cNvPr>
          <p:cNvGraphicFramePr>
            <a:graphicFrameLocks noGrp="1"/>
          </p:cNvGraphicFramePr>
          <p:nvPr>
            <p:ph sz="quarter" idx="19"/>
            <p:extLst>
              <p:ext uri="{D42A27DB-BD31-4B8C-83A1-F6EECF244321}">
                <p14:modId xmlns:p14="http://schemas.microsoft.com/office/powerpoint/2010/main" val="1570760572"/>
              </p:ext>
            </p:extLst>
          </p:nvPr>
        </p:nvGraphicFramePr>
        <p:xfrm>
          <a:off x="411163" y="1989138"/>
          <a:ext cx="10961237" cy="3864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1966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B794DD-556B-7952-0C9B-C72757D998BF}"/>
              </a:ext>
            </a:extLst>
          </p:cNvPr>
          <p:cNvSpPr>
            <a:spLocks noGrp="1"/>
          </p:cNvSpPr>
          <p:nvPr>
            <p:ph type="title"/>
          </p:nvPr>
        </p:nvSpPr>
        <p:spPr/>
        <p:txBody>
          <a:bodyPr/>
          <a:lstStyle/>
          <a:p>
            <a:r>
              <a:rPr lang="da-DK"/>
              <a:t>Hvad sker der ved konflikt imellem danske regler og EU-regler?</a:t>
            </a:r>
            <a:endParaRPr lang="da-DK" dirty="0"/>
          </a:p>
        </p:txBody>
      </p:sp>
      <p:sp>
        <p:nvSpPr>
          <p:cNvPr id="3" name="Pladsholder til indhold 2">
            <a:extLst>
              <a:ext uri="{FF2B5EF4-FFF2-40B4-BE49-F238E27FC236}">
                <a16:creationId xmlns:a16="http://schemas.microsoft.com/office/drawing/2014/main" id="{EEFE63C9-987B-3F03-3ED7-3170D8A13229}"/>
              </a:ext>
            </a:extLst>
          </p:cNvPr>
          <p:cNvSpPr>
            <a:spLocks noGrp="1"/>
          </p:cNvSpPr>
          <p:nvPr>
            <p:ph sz="quarter" idx="19"/>
          </p:nvPr>
        </p:nvSpPr>
        <p:spPr/>
        <p:txBody>
          <a:bodyPr/>
          <a:lstStyle/>
          <a:p>
            <a:endParaRPr lang="da-DK"/>
          </a:p>
          <a:p>
            <a:endParaRPr lang="da-DK"/>
          </a:p>
          <a:p>
            <a:r>
              <a:rPr lang="da-DK"/>
              <a:t>Grundloven tillader overdragelsen af beføjelser jf. §19 og §20 </a:t>
            </a:r>
          </a:p>
          <a:p>
            <a:pPr lvl="1"/>
            <a:r>
              <a:rPr lang="da-DK"/>
              <a:t>Danmark har gennemført tiltrædelsen til EU ved anvendelse af en lov. </a:t>
            </a:r>
          </a:p>
          <a:p>
            <a:endParaRPr lang="da-DK"/>
          </a:p>
          <a:p>
            <a:r>
              <a:rPr lang="da-DK"/>
              <a:t>Hvad sker der hvis EU-retten er i strid med Grundloven?</a:t>
            </a:r>
          </a:p>
          <a:p>
            <a:pPr lvl="1"/>
            <a:r>
              <a:rPr lang="da-DK"/>
              <a:t>Grundloven finder anvendelse →Afgørelse U1998.800H</a:t>
            </a:r>
          </a:p>
          <a:p>
            <a:endParaRPr lang="da-DK"/>
          </a:p>
          <a:p>
            <a:r>
              <a:rPr lang="da-DK"/>
              <a:t>Hvad sker der hvis EU-retten er i strid med en almindelig lov i dansk ret?</a:t>
            </a:r>
          </a:p>
          <a:p>
            <a:pPr lvl="1"/>
            <a:r>
              <a:rPr lang="da-DK"/>
              <a:t>EU-retten vil almindeligvis gå forud for den nationale ret</a:t>
            </a:r>
          </a:p>
          <a:p>
            <a:pPr lvl="2"/>
            <a:r>
              <a:rPr lang="da-DK"/>
              <a:t>EU-rettens forrang </a:t>
            </a:r>
          </a:p>
          <a:p>
            <a:endParaRPr lang="da-DK"/>
          </a:p>
          <a:p>
            <a:endParaRPr lang="da-DK"/>
          </a:p>
          <a:p>
            <a:endParaRPr lang="da-DK" dirty="0"/>
          </a:p>
        </p:txBody>
      </p:sp>
      <p:sp>
        <p:nvSpPr>
          <p:cNvPr id="4" name="Pladsholder til dato 3">
            <a:extLst>
              <a:ext uri="{FF2B5EF4-FFF2-40B4-BE49-F238E27FC236}">
                <a16:creationId xmlns:a16="http://schemas.microsoft.com/office/drawing/2014/main" id="{49A15559-5D58-9A03-D7E8-751A57322073}"/>
              </a:ext>
            </a:extLst>
          </p:cNvPr>
          <p:cNvSpPr>
            <a:spLocks noGrp="1"/>
          </p:cNvSpPr>
          <p:nvPr>
            <p:ph type="dt" sz="half" idx="20"/>
          </p:nvPr>
        </p:nvSpPr>
        <p:spPr/>
        <p:txBody>
          <a:bodyPr/>
          <a:lstStyle/>
          <a:p>
            <a:fld id="{021CE0B4-945C-49F2-8673-BFD0476B13DF}" type="datetime1">
              <a:rPr lang="da-DK" smtClean="0"/>
              <a:t>08.01.2026</a:t>
            </a:fld>
            <a:endParaRPr lang="da-DK" dirty="0"/>
          </a:p>
        </p:txBody>
      </p:sp>
      <p:sp>
        <p:nvSpPr>
          <p:cNvPr id="5" name="Pladsholder til slidenummer 4">
            <a:extLst>
              <a:ext uri="{FF2B5EF4-FFF2-40B4-BE49-F238E27FC236}">
                <a16:creationId xmlns:a16="http://schemas.microsoft.com/office/drawing/2014/main" id="{892F89C2-4309-8782-7FAF-7D6F0EED7BF9}"/>
              </a:ext>
            </a:extLst>
          </p:cNvPr>
          <p:cNvSpPr>
            <a:spLocks noGrp="1"/>
          </p:cNvSpPr>
          <p:nvPr>
            <p:ph type="sldNum" sz="quarter" idx="22"/>
          </p:nvPr>
        </p:nvSpPr>
        <p:spPr/>
        <p:txBody>
          <a:bodyPr/>
          <a:lstStyle/>
          <a:p>
            <a:fld id="{45D37B1E-C366-494F-A587-962AD9AABC83}" type="slidenum">
              <a:rPr lang="da-DK" smtClean="0"/>
              <a:pPr/>
              <a:t>21</a:t>
            </a:fld>
            <a:endParaRPr lang="da-DK" dirty="0"/>
          </a:p>
        </p:txBody>
      </p:sp>
    </p:spTree>
    <p:extLst>
      <p:ext uri="{BB962C8B-B14F-4D97-AF65-F5344CB8AC3E}">
        <p14:creationId xmlns:p14="http://schemas.microsoft.com/office/powerpoint/2010/main" val="1819881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6DFD85-9817-CC42-312A-E94E2918941C}"/>
              </a:ext>
            </a:extLst>
          </p:cNvPr>
          <p:cNvSpPr>
            <a:spLocks noGrp="1"/>
          </p:cNvSpPr>
          <p:nvPr>
            <p:ph type="title"/>
          </p:nvPr>
        </p:nvSpPr>
        <p:spPr/>
        <p:txBody>
          <a:bodyPr/>
          <a:lstStyle/>
          <a:p>
            <a:r>
              <a:rPr lang="da-DK" dirty="0"/>
              <a:t>Konflikt af regler</a:t>
            </a:r>
          </a:p>
        </p:txBody>
      </p:sp>
      <p:sp>
        <p:nvSpPr>
          <p:cNvPr id="3" name="Pladsholder til indhold 2">
            <a:extLst>
              <a:ext uri="{FF2B5EF4-FFF2-40B4-BE49-F238E27FC236}">
                <a16:creationId xmlns:a16="http://schemas.microsoft.com/office/drawing/2014/main" id="{65F8E6C3-3F25-655C-B482-B788E6087C48}"/>
              </a:ext>
            </a:extLst>
          </p:cNvPr>
          <p:cNvSpPr>
            <a:spLocks noGrp="1"/>
          </p:cNvSpPr>
          <p:nvPr>
            <p:ph sz="quarter" idx="19"/>
          </p:nvPr>
        </p:nvSpPr>
        <p:spPr/>
        <p:txBody>
          <a:bodyPr/>
          <a:lstStyle/>
          <a:p>
            <a:r>
              <a:rPr lang="da-DK" dirty="0"/>
              <a:t>Kan regler være i konflikt med hinanden? </a:t>
            </a:r>
          </a:p>
          <a:p>
            <a:pPr lvl="1"/>
            <a:r>
              <a:rPr lang="da-DK" dirty="0"/>
              <a:t>JA!</a:t>
            </a:r>
          </a:p>
          <a:p>
            <a:pPr lvl="1"/>
            <a:r>
              <a:rPr lang="da-DK" dirty="0"/>
              <a:t>Det sker ret ofte</a:t>
            </a:r>
          </a:p>
          <a:p>
            <a:pPr lvl="1"/>
            <a:r>
              <a:rPr lang="da-DK" dirty="0"/>
              <a:t>Eksempel: Definitionen på en ”Mikrovirksomhed” kan være forskellig mellem lov #1 og lov #2. </a:t>
            </a:r>
          </a:p>
          <a:p>
            <a:endParaRPr lang="da-DK" dirty="0"/>
          </a:p>
          <a:p>
            <a:r>
              <a:rPr lang="da-DK" dirty="0"/>
              <a:t>Alt efter om man anvender lov #1 og lov #2 kan man komme frem til forskellige konklusioner </a:t>
            </a:r>
          </a:p>
          <a:p>
            <a:endParaRPr lang="da-DK" dirty="0"/>
          </a:p>
        </p:txBody>
      </p:sp>
      <p:sp>
        <p:nvSpPr>
          <p:cNvPr id="4" name="Pladsholder til dato 3">
            <a:extLst>
              <a:ext uri="{FF2B5EF4-FFF2-40B4-BE49-F238E27FC236}">
                <a16:creationId xmlns:a16="http://schemas.microsoft.com/office/drawing/2014/main" id="{D341BE9A-AB40-B758-545F-501DB26B1CC7}"/>
              </a:ext>
            </a:extLst>
          </p:cNvPr>
          <p:cNvSpPr>
            <a:spLocks noGrp="1"/>
          </p:cNvSpPr>
          <p:nvPr>
            <p:ph type="dt" sz="half" idx="20"/>
          </p:nvPr>
        </p:nvSpPr>
        <p:spPr/>
        <p:txBody>
          <a:bodyPr/>
          <a:lstStyle/>
          <a:p>
            <a:fld id="{F1E1529C-F99C-47B5-B06A-9049154C5915}" type="datetime1">
              <a:rPr lang="da-DK" smtClean="0"/>
              <a:t>08.01.2026</a:t>
            </a:fld>
            <a:endParaRPr lang="da-DK" dirty="0"/>
          </a:p>
        </p:txBody>
      </p:sp>
      <p:sp>
        <p:nvSpPr>
          <p:cNvPr id="5" name="Pladsholder til slidenummer 4">
            <a:extLst>
              <a:ext uri="{FF2B5EF4-FFF2-40B4-BE49-F238E27FC236}">
                <a16:creationId xmlns:a16="http://schemas.microsoft.com/office/drawing/2014/main" id="{11B7673D-F678-AA10-7C6D-A5E1FEE61CC7}"/>
              </a:ext>
            </a:extLst>
          </p:cNvPr>
          <p:cNvSpPr>
            <a:spLocks noGrp="1"/>
          </p:cNvSpPr>
          <p:nvPr>
            <p:ph type="sldNum" sz="quarter" idx="22"/>
          </p:nvPr>
        </p:nvSpPr>
        <p:spPr/>
        <p:txBody>
          <a:bodyPr/>
          <a:lstStyle/>
          <a:p>
            <a:fld id="{45D37B1E-C366-494F-A587-962AD9AABC83}" type="slidenum">
              <a:rPr lang="da-DK" smtClean="0"/>
              <a:pPr/>
              <a:t>22</a:t>
            </a:fld>
            <a:endParaRPr lang="da-DK" dirty="0"/>
          </a:p>
        </p:txBody>
      </p:sp>
    </p:spTree>
    <p:extLst>
      <p:ext uri="{BB962C8B-B14F-4D97-AF65-F5344CB8AC3E}">
        <p14:creationId xmlns:p14="http://schemas.microsoft.com/office/powerpoint/2010/main" val="4286792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367792-CDCF-E78D-E03F-D751C03219FE}"/>
              </a:ext>
            </a:extLst>
          </p:cNvPr>
          <p:cNvSpPr>
            <a:spLocks noGrp="1"/>
          </p:cNvSpPr>
          <p:nvPr>
            <p:ph type="title"/>
          </p:nvPr>
        </p:nvSpPr>
        <p:spPr/>
        <p:txBody>
          <a:bodyPr/>
          <a:lstStyle/>
          <a:p>
            <a:r>
              <a:rPr lang="da-DK" dirty="0"/>
              <a:t>Konflikt af regler – Lex-principperne</a:t>
            </a:r>
          </a:p>
        </p:txBody>
      </p:sp>
      <p:sp>
        <p:nvSpPr>
          <p:cNvPr id="3" name="Pladsholder til indhold 2">
            <a:extLst>
              <a:ext uri="{FF2B5EF4-FFF2-40B4-BE49-F238E27FC236}">
                <a16:creationId xmlns:a16="http://schemas.microsoft.com/office/drawing/2014/main" id="{7ACEBC96-CDF2-11B2-6318-6C828AC9E560}"/>
              </a:ext>
            </a:extLst>
          </p:cNvPr>
          <p:cNvSpPr>
            <a:spLocks noGrp="1"/>
          </p:cNvSpPr>
          <p:nvPr>
            <p:ph sz="quarter" idx="19"/>
          </p:nvPr>
        </p:nvSpPr>
        <p:spPr/>
        <p:txBody>
          <a:bodyPr/>
          <a:lstStyle/>
          <a:p>
            <a:endParaRPr lang="da-DK" dirty="0"/>
          </a:p>
        </p:txBody>
      </p:sp>
      <p:sp>
        <p:nvSpPr>
          <p:cNvPr id="4" name="Pladsholder til dato 3">
            <a:extLst>
              <a:ext uri="{FF2B5EF4-FFF2-40B4-BE49-F238E27FC236}">
                <a16:creationId xmlns:a16="http://schemas.microsoft.com/office/drawing/2014/main" id="{39F31371-CB0C-5CBB-6BD5-ADF641C387E8}"/>
              </a:ext>
            </a:extLst>
          </p:cNvPr>
          <p:cNvSpPr>
            <a:spLocks noGrp="1"/>
          </p:cNvSpPr>
          <p:nvPr>
            <p:ph type="dt" sz="half" idx="20"/>
          </p:nvPr>
        </p:nvSpPr>
        <p:spPr/>
        <p:txBody>
          <a:bodyPr/>
          <a:lstStyle/>
          <a:p>
            <a:fld id="{5E33AFF8-A6F5-4928-AFAB-94C3D95C8FD9}" type="datetime1">
              <a:rPr lang="da-DK" smtClean="0"/>
              <a:t>08.01.2026</a:t>
            </a:fld>
            <a:endParaRPr lang="da-DK" dirty="0"/>
          </a:p>
        </p:txBody>
      </p:sp>
      <p:sp>
        <p:nvSpPr>
          <p:cNvPr id="5" name="Pladsholder til slidenummer 4">
            <a:extLst>
              <a:ext uri="{FF2B5EF4-FFF2-40B4-BE49-F238E27FC236}">
                <a16:creationId xmlns:a16="http://schemas.microsoft.com/office/drawing/2014/main" id="{97812845-E7B1-2A4F-328D-DD245F013FD8}"/>
              </a:ext>
            </a:extLst>
          </p:cNvPr>
          <p:cNvSpPr>
            <a:spLocks noGrp="1"/>
          </p:cNvSpPr>
          <p:nvPr>
            <p:ph type="sldNum" sz="quarter" idx="22"/>
          </p:nvPr>
        </p:nvSpPr>
        <p:spPr/>
        <p:txBody>
          <a:bodyPr/>
          <a:lstStyle/>
          <a:p>
            <a:fld id="{45D37B1E-C366-494F-A587-962AD9AABC83}" type="slidenum">
              <a:rPr lang="da-DK" smtClean="0"/>
              <a:pPr/>
              <a:t>23</a:t>
            </a:fld>
            <a:endParaRPr lang="da-DK" dirty="0"/>
          </a:p>
        </p:txBody>
      </p:sp>
      <p:graphicFrame>
        <p:nvGraphicFramePr>
          <p:cNvPr id="7" name="Pladsholder til indhold 2">
            <a:extLst>
              <a:ext uri="{FF2B5EF4-FFF2-40B4-BE49-F238E27FC236}">
                <a16:creationId xmlns:a16="http://schemas.microsoft.com/office/drawing/2014/main" id="{4B0F2ABA-9119-70DA-3C02-C4AD5C0BDC67}"/>
              </a:ext>
            </a:extLst>
          </p:cNvPr>
          <p:cNvGraphicFramePr>
            <a:graphicFrameLocks/>
          </p:cNvGraphicFramePr>
          <p:nvPr>
            <p:extLst>
              <p:ext uri="{D42A27DB-BD31-4B8C-83A1-F6EECF244321}">
                <p14:modId xmlns:p14="http://schemas.microsoft.com/office/powerpoint/2010/main" val="1717916453"/>
              </p:ext>
            </p:extLst>
          </p:nvPr>
        </p:nvGraphicFramePr>
        <p:xfrm>
          <a:off x="218392" y="1641785"/>
          <a:ext cx="10961237" cy="3864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13CE6AD2-1157-EA5E-524C-E0C30748E01E}"/>
              </a:ext>
            </a:extLst>
          </p:cNvPr>
          <p:cNvGraphicFramePr/>
          <p:nvPr>
            <p:extLst>
              <p:ext uri="{D42A27DB-BD31-4B8C-83A1-F6EECF244321}">
                <p14:modId xmlns:p14="http://schemas.microsoft.com/office/powerpoint/2010/main" val="2830551032"/>
              </p:ext>
            </p:extLst>
          </p:nvPr>
        </p:nvGraphicFramePr>
        <p:xfrm>
          <a:off x="7453330" y="3429000"/>
          <a:ext cx="4520278" cy="305941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923077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25A193-7B96-8351-1C83-45CAC05B64CE}"/>
              </a:ext>
            </a:extLst>
          </p:cNvPr>
          <p:cNvSpPr>
            <a:spLocks noGrp="1"/>
          </p:cNvSpPr>
          <p:nvPr>
            <p:ph type="title"/>
          </p:nvPr>
        </p:nvSpPr>
        <p:spPr>
          <a:xfrm>
            <a:off x="410400" y="1028246"/>
            <a:ext cx="10962000" cy="671967"/>
          </a:xfrm>
        </p:spPr>
        <p:txBody>
          <a:bodyPr anchor="t">
            <a:normAutofit/>
          </a:bodyPr>
          <a:lstStyle/>
          <a:p>
            <a:r>
              <a:rPr lang="da-DK" dirty="0"/>
              <a:t>Lex-principperne fortsat</a:t>
            </a:r>
          </a:p>
        </p:txBody>
      </p:sp>
      <p:sp>
        <p:nvSpPr>
          <p:cNvPr id="4" name="Pladsholder til dato 3">
            <a:extLst>
              <a:ext uri="{FF2B5EF4-FFF2-40B4-BE49-F238E27FC236}">
                <a16:creationId xmlns:a16="http://schemas.microsoft.com/office/drawing/2014/main" id="{615D7AF2-84C0-ACB3-A0FC-9177B7CB3988}"/>
              </a:ext>
            </a:extLst>
          </p:cNvPr>
          <p:cNvSpPr>
            <a:spLocks noGrp="1"/>
          </p:cNvSpPr>
          <p:nvPr>
            <p:ph type="dt" sz="half" idx="20"/>
          </p:nvPr>
        </p:nvSpPr>
        <p:spPr/>
        <p:txBody>
          <a:bodyPr/>
          <a:lstStyle/>
          <a:p>
            <a:pPr>
              <a:spcAft>
                <a:spcPts val="600"/>
              </a:spcAft>
            </a:pPr>
            <a:fld id="{C7C001FA-4968-4C08-867B-E3F6AF19D912}" type="datetime1">
              <a:rPr lang="da-DK" smtClean="0"/>
              <a:pPr>
                <a:spcAft>
                  <a:spcPts val="600"/>
                </a:spcAft>
              </a:pPr>
              <a:t>08.01.2026</a:t>
            </a:fld>
            <a:endParaRPr lang="da-DK"/>
          </a:p>
        </p:txBody>
      </p:sp>
      <p:sp>
        <p:nvSpPr>
          <p:cNvPr id="5" name="Pladsholder til slidenummer 4">
            <a:extLst>
              <a:ext uri="{FF2B5EF4-FFF2-40B4-BE49-F238E27FC236}">
                <a16:creationId xmlns:a16="http://schemas.microsoft.com/office/drawing/2014/main" id="{9047677F-89F9-C25A-E334-0DCEE50327F6}"/>
              </a:ext>
            </a:extLst>
          </p:cNvPr>
          <p:cNvSpPr>
            <a:spLocks noGrp="1"/>
          </p:cNvSpPr>
          <p:nvPr>
            <p:ph type="sldNum" sz="quarter" idx="22"/>
          </p:nvPr>
        </p:nvSpPr>
        <p:spPr/>
        <p:txBody>
          <a:bodyPr/>
          <a:lstStyle/>
          <a:p>
            <a:pPr>
              <a:spcAft>
                <a:spcPts val="600"/>
              </a:spcAft>
            </a:pPr>
            <a:fld id="{45D37B1E-C366-494F-A587-962AD9AABC83}" type="slidenum">
              <a:rPr lang="da-DK" smtClean="0"/>
              <a:pPr>
                <a:spcAft>
                  <a:spcPts val="600"/>
                </a:spcAft>
              </a:pPr>
              <a:t>24</a:t>
            </a:fld>
            <a:endParaRPr lang="da-DK"/>
          </a:p>
        </p:txBody>
      </p:sp>
      <p:graphicFrame>
        <p:nvGraphicFramePr>
          <p:cNvPr id="7" name="Pladsholder til indhold 2">
            <a:extLst>
              <a:ext uri="{FF2B5EF4-FFF2-40B4-BE49-F238E27FC236}">
                <a16:creationId xmlns:a16="http://schemas.microsoft.com/office/drawing/2014/main" id="{CB8D0BA4-9CC8-0A29-7150-8C69CF325ABC}"/>
              </a:ext>
            </a:extLst>
          </p:cNvPr>
          <p:cNvGraphicFramePr>
            <a:graphicFrameLocks noGrp="1"/>
          </p:cNvGraphicFramePr>
          <p:nvPr>
            <p:ph sz="quarter" idx="19"/>
            <p:extLst>
              <p:ext uri="{D42A27DB-BD31-4B8C-83A1-F6EECF244321}">
                <p14:modId xmlns:p14="http://schemas.microsoft.com/office/powerpoint/2010/main" val="984858399"/>
              </p:ext>
            </p:extLst>
          </p:nvPr>
        </p:nvGraphicFramePr>
        <p:xfrm>
          <a:off x="411163" y="1989138"/>
          <a:ext cx="10961237" cy="3864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Grafik 7" descr="To Brontosauruses">
            <a:extLst>
              <a:ext uri="{FF2B5EF4-FFF2-40B4-BE49-F238E27FC236}">
                <a16:creationId xmlns:a16="http://schemas.microsoft.com/office/drawing/2014/main" id="{76087527-51F5-59D1-FFFB-13E2A4DB39B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07571" y="1138457"/>
            <a:ext cx="2958175" cy="2958175"/>
          </a:xfrm>
          <a:prstGeom prst="rect">
            <a:avLst/>
          </a:prstGeom>
        </p:spPr>
      </p:pic>
    </p:spTree>
    <p:extLst>
      <p:ext uri="{BB962C8B-B14F-4D97-AF65-F5344CB8AC3E}">
        <p14:creationId xmlns:p14="http://schemas.microsoft.com/office/powerpoint/2010/main" val="3454900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ABE08C-F0F7-40C3-F395-D0D2D4CA9F9C}"/>
              </a:ext>
            </a:extLst>
          </p:cNvPr>
          <p:cNvSpPr>
            <a:spLocks noGrp="1"/>
          </p:cNvSpPr>
          <p:nvPr>
            <p:ph type="title"/>
          </p:nvPr>
        </p:nvSpPr>
        <p:spPr>
          <a:xfrm>
            <a:off x="410400" y="1028246"/>
            <a:ext cx="10962000" cy="671967"/>
          </a:xfrm>
        </p:spPr>
        <p:txBody>
          <a:bodyPr anchor="t">
            <a:normAutofit fontScale="90000"/>
          </a:bodyPr>
          <a:lstStyle/>
          <a:p>
            <a:r>
              <a:rPr lang="da-DK" dirty="0"/>
              <a:t>Rettens dimensioner – hvem kan producere retskilder?</a:t>
            </a:r>
          </a:p>
        </p:txBody>
      </p:sp>
      <p:sp>
        <p:nvSpPr>
          <p:cNvPr id="4" name="Pladsholder til dato 3">
            <a:extLst>
              <a:ext uri="{FF2B5EF4-FFF2-40B4-BE49-F238E27FC236}">
                <a16:creationId xmlns:a16="http://schemas.microsoft.com/office/drawing/2014/main" id="{B226D0C7-A643-077F-276C-51563D9F6217}"/>
              </a:ext>
            </a:extLst>
          </p:cNvPr>
          <p:cNvSpPr>
            <a:spLocks noGrp="1"/>
          </p:cNvSpPr>
          <p:nvPr>
            <p:ph type="dt" sz="half" idx="20"/>
          </p:nvPr>
        </p:nvSpPr>
        <p:spPr/>
        <p:txBody>
          <a:bodyPr/>
          <a:lstStyle/>
          <a:p>
            <a:pPr>
              <a:spcAft>
                <a:spcPts val="600"/>
              </a:spcAft>
            </a:pPr>
            <a:fld id="{0C92B4E1-37B7-4588-B04A-03D66DBC83E0}" type="datetime1">
              <a:rPr lang="da-DK" smtClean="0"/>
              <a:pPr>
                <a:spcAft>
                  <a:spcPts val="600"/>
                </a:spcAft>
              </a:pPr>
              <a:t>08.01.2026</a:t>
            </a:fld>
            <a:endParaRPr lang="da-DK"/>
          </a:p>
        </p:txBody>
      </p:sp>
      <p:sp>
        <p:nvSpPr>
          <p:cNvPr id="5" name="Pladsholder til slidenummer 4">
            <a:extLst>
              <a:ext uri="{FF2B5EF4-FFF2-40B4-BE49-F238E27FC236}">
                <a16:creationId xmlns:a16="http://schemas.microsoft.com/office/drawing/2014/main" id="{F67BDB0B-2A56-ABC8-CA7D-4AA3EBAE466B}"/>
              </a:ext>
            </a:extLst>
          </p:cNvPr>
          <p:cNvSpPr>
            <a:spLocks noGrp="1"/>
          </p:cNvSpPr>
          <p:nvPr>
            <p:ph type="sldNum" sz="quarter" idx="22"/>
          </p:nvPr>
        </p:nvSpPr>
        <p:spPr/>
        <p:txBody>
          <a:bodyPr/>
          <a:lstStyle/>
          <a:p>
            <a:pPr>
              <a:spcAft>
                <a:spcPts val="600"/>
              </a:spcAft>
            </a:pPr>
            <a:fld id="{45D37B1E-C366-494F-A587-962AD9AABC83}" type="slidenum">
              <a:rPr lang="da-DK" smtClean="0"/>
              <a:pPr>
                <a:spcAft>
                  <a:spcPts val="600"/>
                </a:spcAft>
              </a:pPr>
              <a:t>25</a:t>
            </a:fld>
            <a:endParaRPr lang="da-DK"/>
          </a:p>
        </p:txBody>
      </p:sp>
      <p:graphicFrame>
        <p:nvGraphicFramePr>
          <p:cNvPr id="7" name="Pladsholder til indhold 2">
            <a:extLst>
              <a:ext uri="{FF2B5EF4-FFF2-40B4-BE49-F238E27FC236}">
                <a16:creationId xmlns:a16="http://schemas.microsoft.com/office/drawing/2014/main" id="{A852CDD7-75DF-6C27-6D62-047898BB6D84}"/>
              </a:ext>
            </a:extLst>
          </p:cNvPr>
          <p:cNvGraphicFramePr>
            <a:graphicFrameLocks noGrp="1"/>
          </p:cNvGraphicFramePr>
          <p:nvPr>
            <p:ph sz="quarter" idx="19"/>
            <p:extLst>
              <p:ext uri="{D42A27DB-BD31-4B8C-83A1-F6EECF244321}">
                <p14:modId xmlns:p14="http://schemas.microsoft.com/office/powerpoint/2010/main" val="944223038"/>
              </p:ext>
            </p:extLst>
          </p:nvPr>
        </p:nvGraphicFramePr>
        <p:xfrm>
          <a:off x="411163" y="1989138"/>
          <a:ext cx="10961237" cy="3864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kstfelt 5">
            <a:extLst>
              <a:ext uri="{FF2B5EF4-FFF2-40B4-BE49-F238E27FC236}">
                <a16:creationId xmlns:a16="http://schemas.microsoft.com/office/drawing/2014/main" id="{60B682DF-F737-BA26-C978-9CB9A2FF698E}"/>
              </a:ext>
            </a:extLst>
          </p:cNvPr>
          <p:cNvSpPr txBox="1"/>
          <p:nvPr/>
        </p:nvSpPr>
        <p:spPr>
          <a:xfrm>
            <a:off x="2677886" y="5602514"/>
            <a:ext cx="6142980" cy="738664"/>
          </a:xfrm>
          <a:prstGeom prst="rect">
            <a:avLst/>
          </a:prstGeom>
          <a:solidFill>
            <a:schemeClr val="accent2"/>
          </a:solidFill>
        </p:spPr>
        <p:txBody>
          <a:bodyPr wrap="square" lIns="0" tIns="0" rIns="0" bIns="0" rtlCol="0">
            <a:spAutoFit/>
          </a:bodyPr>
          <a:lstStyle/>
          <a:p>
            <a:r>
              <a:rPr lang="da-DK" sz="1600" dirty="0"/>
              <a:t>Diskussion:</a:t>
            </a:r>
          </a:p>
          <a:p>
            <a:pPr marL="285750" indent="-285750">
              <a:buFontTx/>
              <a:buChar char="-"/>
            </a:pPr>
            <a:r>
              <a:rPr lang="da-DK" sz="1600" dirty="0"/>
              <a:t>Er det et problem, at retten har tre dimensioner?</a:t>
            </a:r>
          </a:p>
          <a:p>
            <a:pPr marL="285750" indent="-285750">
              <a:buFontTx/>
              <a:buChar char="-"/>
            </a:pPr>
            <a:r>
              <a:rPr lang="da-DK" sz="1600" dirty="0"/>
              <a:t>Er der fordele ved at danne retskilder i hhv. Danmark eller EU?</a:t>
            </a:r>
          </a:p>
        </p:txBody>
      </p:sp>
    </p:spTree>
    <p:extLst>
      <p:ext uri="{BB962C8B-B14F-4D97-AF65-F5344CB8AC3E}">
        <p14:creationId xmlns:p14="http://schemas.microsoft.com/office/powerpoint/2010/main" val="2792940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CA7642-473C-5CB7-BF1F-B7E4B594C003}"/>
              </a:ext>
            </a:extLst>
          </p:cNvPr>
          <p:cNvSpPr>
            <a:spLocks noGrp="1"/>
          </p:cNvSpPr>
          <p:nvPr>
            <p:ph type="title"/>
          </p:nvPr>
        </p:nvSpPr>
        <p:spPr/>
        <p:txBody>
          <a:bodyPr/>
          <a:lstStyle/>
          <a:p>
            <a:r>
              <a:rPr lang="da-DK" dirty="0"/>
              <a:t>Retskilder i EU</a:t>
            </a:r>
          </a:p>
        </p:txBody>
      </p:sp>
      <p:sp>
        <p:nvSpPr>
          <p:cNvPr id="3" name="Pladsholder til indhold 2">
            <a:extLst>
              <a:ext uri="{FF2B5EF4-FFF2-40B4-BE49-F238E27FC236}">
                <a16:creationId xmlns:a16="http://schemas.microsoft.com/office/drawing/2014/main" id="{3A8BCB8A-B8D7-356D-1AF5-81AFCBE05CF7}"/>
              </a:ext>
            </a:extLst>
          </p:cNvPr>
          <p:cNvSpPr>
            <a:spLocks noGrp="1"/>
          </p:cNvSpPr>
          <p:nvPr>
            <p:ph sz="quarter" idx="19"/>
          </p:nvPr>
        </p:nvSpPr>
        <p:spPr/>
        <p:txBody>
          <a:bodyPr/>
          <a:lstStyle/>
          <a:p>
            <a:r>
              <a:rPr lang="da-DK" sz="1800" dirty="0"/>
              <a:t>Primær ret:</a:t>
            </a:r>
          </a:p>
          <a:p>
            <a:pPr lvl="1"/>
            <a:r>
              <a:rPr lang="da-DK" sz="1600" dirty="0"/>
              <a:t>Traktaten om Den Europæiske Union (TEU)</a:t>
            </a:r>
          </a:p>
          <a:p>
            <a:pPr lvl="1"/>
            <a:r>
              <a:rPr lang="da-DK" sz="1600" dirty="0"/>
              <a:t>Traktaten om Den Europæiske Unions Funktionsmåde (TEUF)</a:t>
            </a:r>
          </a:p>
          <a:p>
            <a:pPr lvl="1"/>
            <a:r>
              <a:rPr lang="da-DK" sz="1600" dirty="0"/>
              <a:t>Den Europæiske Unions Charter om grundlæggende rettigheder</a:t>
            </a:r>
          </a:p>
          <a:p>
            <a:r>
              <a:rPr lang="da-DK" sz="1800" dirty="0"/>
              <a:t>Sekundær ret: Retsakter</a:t>
            </a:r>
          </a:p>
          <a:p>
            <a:pPr lvl="1"/>
            <a:r>
              <a:rPr lang="da-DK" sz="1600" dirty="0"/>
              <a:t>Forordninger</a:t>
            </a:r>
          </a:p>
          <a:p>
            <a:pPr lvl="2"/>
            <a:r>
              <a:rPr lang="da-DK" sz="1400" dirty="0"/>
              <a:t>Gælder direkte</a:t>
            </a:r>
          </a:p>
          <a:p>
            <a:pPr lvl="2"/>
            <a:r>
              <a:rPr lang="da-DK" sz="1400" dirty="0"/>
              <a:t>Ordlyden er den samme i alle EU-stater</a:t>
            </a:r>
          </a:p>
          <a:p>
            <a:pPr lvl="1"/>
            <a:r>
              <a:rPr lang="da-DK" sz="1600" dirty="0"/>
              <a:t>Direktiver</a:t>
            </a:r>
          </a:p>
          <a:p>
            <a:pPr lvl="2"/>
            <a:r>
              <a:rPr lang="da-DK" sz="1400" dirty="0"/>
              <a:t>Skal implementeres af de enkelte medlemsstater</a:t>
            </a:r>
          </a:p>
          <a:p>
            <a:pPr lvl="2"/>
            <a:r>
              <a:rPr lang="da-DK" sz="1400" dirty="0"/>
              <a:t>I Danmark er det ofte ved at vedtage en relevant lov</a:t>
            </a:r>
          </a:p>
          <a:p>
            <a:r>
              <a:rPr lang="da-DK" sz="1800" dirty="0"/>
              <a:t>Supplerende og udfyldende elementer til den sekundære ret</a:t>
            </a:r>
          </a:p>
          <a:p>
            <a:pPr lvl="1"/>
            <a:r>
              <a:rPr lang="da-DK" sz="1600" dirty="0"/>
              <a:t>Delegerede retsakter, gennemførelsesretsakter mv.</a:t>
            </a:r>
          </a:p>
        </p:txBody>
      </p:sp>
      <p:sp>
        <p:nvSpPr>
          <p:cNvPr id="4" name="Pladsholder til dato 3">
            <a:extLst>
              <a:ext uri="{FF2B5EF4-FFF2-40B4-BE49-F238E27FC236}">
                <a16:creationId xmlns:a16="http://schemas.microsoft.com/office/drawing/2014/main" id="{3EDEA5ED-BBFE-868A-C89A-56273DC59E5B}"/>
              </a:ext>
            </a:extLst>
          </p:cNvPr>
          <p:cNvSpPr>
            <a:spLocks noGrp="1"/>
          </p:cNvSpPr>
          <p:nvPr>
            <p:ph type="dt" sz="half" idx="20"/>
          </p:nvPr>
        </p:nvSpPr>
        <p:spPr/>
        <p:txBody>
          <a:bodyPr/>
          <a:lstStyle/>
          <a:p>
            <a:fld id="{6DE7A271-BFD6-4DA2-AE43-F0000E168173}" type="datetime1">
              <a:rPr lang="da-DK" smtClean="0"/>
              <a:t>08.01.2026</a:t>
            </a:fld>
            <a:endParaRPr lang="da-DK" dirty="0"/>
          </a:p>
        </p:txBody>
      </p:sp>
      <p:sp>
        <p:nvSpPr>
          <p:cNvPr id="5" name="Pladsholder til slidenummer 4">
            <a:extLst>
              <a:ext uri="{FF2B5EF4-FFF2-40B4-BE49-F238E27FC236}">
                <a16:creationId xmlns:a16="http://schemas.microsoft.com/office/drawing/2014/main" id="{33A08141-E483-1EB0-FC84-10E4559A2810}"/>
              </a:ext>
            </a:extLst>
          </p:cNvPr>
          <p:cNvSpPr>
            <a:spLocks noGrp="1"/>
          </p:cNvSpPr>
          <p:nvPr>
            <p:ph type="sldNum" sz="quarter" idx="22"/>
          </p:nvPr>
        </p:nvSpPr>
        <p:spPr/>
        <p:txBody>
          <a:bodyPr/>
          <a:lstStyle/>
          <a:p>
            <a:fld id="{45D37B1E-C366-494F-A587-962AD9AABC83}" type="slidenum">
              <a:rPr lang="da-DK" smtClean="0"/>
              <a:pPr/>
              <a:t>26</a:t>
            </a:fld>
            <a:endParaRPr lang="da-DK" dirty="0"/>
          </a:p>
        </p:txBody>
      </p:sp>
      <p:sp>
        <p:nvSpPr>
          <p:cNvPr id="6" name="Rektangel 5">
            <a:extLst>
              <a:ext uri="{FF2B5EF4-FFF2-40B4-BE49-F238E27FC236}">
                <a16:creationId xmlns:a16="http://schemas.microsoft.com/office/drawing/2014/main" id="{BEFE6E16-292B-BF9B-1943-37F5845E0F19}"/>
              </a:ext>
            </a:extLst>
          </p:cNvPr>
          <p:cNvSpPr/>
          <p:nvPr/>
        </p:nvSpPr>
        <p:spPr>
          <a:xfrm>
            <a:off x="288758" y="3100710"/>
            <a:ext cx="11309684" cy="1801299"/>
          </a:xfrm>
          <a:prstGeom prst="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a-DK" sz="1600" dirty="0" err="1"/>
          </a:p>
        </p:txBody>
      </p:sp>
      <p:graphicFrame>
        <p:nvGraphicFramePr>
          <p:cNvPr id="7" name="Diagram 6">
            <a:extLst>
              <a:ext uri="{FF2B5EF4-FFF2-40B4-BE49-F238E27FC236}">
                <a16:creationId xmlns:a16="http://schemas.microsoft.com/office/drawing/2014/main" id="{D0DA5ACB-DF66-21D9-1AEE-78E2ABDF63FA}"/>
              </a:ext>
            </a:extLst>
          </p:cNvPr>
          <p:cNvGraphicFramePr/>
          <p:nvPr>
            <p:extLst>
              <p:ext uri="{D42A27DB-BD31-4B8C-83A1-F6EECF244321}">
                <p14:modId xmlns:p14="http://schemas.microsoft.com/office/powerpoint/2010/main" val="1121868433"/>
              </p:ext>
            </p:extLst>
          </p:nvPr>
        </p:nvGraphicFramePr>
        <p:xfrm>
          <a:off x="6985191" y="1780673"/>
          <a:ext cx="4509614" cy="46338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98526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F90EE2-389F-7067-9829-D06BA0FC512D}"/>
              </a:ext>
            </a:extLst>
          </p:cNvPr>
          <p:cNvSpPr>
            <a:spLocks noGrp="1"/>
          </p:cNvSpPr>
          <p:nvPr>
            <p:ph type="title"/>
          </p:nvPr>
        </p:nvSpPr>
        <p:spPr>
          <a:xfrm>
            <a:off x="410400" y="1028246"/>
            <a:ext cx="10962000" cy="671967"/>
          </a:xfrm>
        </p:spPr>
        <p:txBody>
          <a:bodyPr anchor="ctr">
            <a:normAutofit/>
          </a:bodyPr>
          <a:lstStyle/>
          <a:p>
            <a:r>
              <a:rPr lang="da-DK" dirty="0"/>
              <a:t>EU-Domstolen</a:t>
            </a:r>
          </a:p>
        </p:txBody>
      </p:sp>
      <p:sp>
        <p:nvSpPr>
          <p:cNvPr id="3" name="Pladsholder til indhold 2">
            <a:extLst>
              <a:ext uri="{FF2B5EF4-FFF2-40B4-BE49-F238E27FC236}">
                <a16:creationId xmlns:a16="http://schemas.microsoft.com/office/drawing/2014/main" id="{FFC664AE-44AE-F563-9C1D-D3568E2C9CC1}"/>
              </a:ext>
            </a:extLst>
          </p:cNvPr>
          <p:cNvSpPr>
            <a:spLocks noGrp="1"/>
          </p:cNvSpPr>
          <p:nvPr>
            <p:ph sz="quarter" idx="19"/>
          </p:nvPr>
        </p:nvSpPr>
        <p:spPr>
          <a:xfrm>
            <a:off x="3832884" y="1989138"/>
            <a:ext cx="7539515" cy="3864462"/>
          </a:xfrm>
        </p:spPr>
        <p:txBody>
          <a:bodyPr>
            <a:normAutofit/>
          </a:bodyPr>
          <a:lstStyle/>
          <a:p>
            <a:pPr>
              <a:spcAft>
                <a:spcPts val="600"/>
              </a:spcAft>
            </a:pPr>
            <a:r>
              <a:rPr lang="da-DK" dirty="0"/>
              <a:t>Udgangspunkt: Enekompetent ift. fortolkning af EU-retten</a:t>
            </a:r>
          </a:p>
          <a:p>
            <a:pPr>
              <a:spcAft>
                <a:spcPts val="600"/>
              </a:spcAft>
            </a:pPr>
            <a:endParaRPr lang="da-DK" dirty="0"/>
          </a:p>
          <a:p>
            <a:pPr>
              <a:spcAft>
                <a:spcPts val="600"/>
              </a:spcAft>
            </a:pPr>
            <a:r>
              <a:rPr lang="da-DK" dirty="0"/>
              <a:t>EU-Domstolen har en dynamisk fortolkningsstil af retten</a:t>
            </a:r>
          </a:p>
          <a:p>
            <a:pPr lvl="1">
              <a:spcAft>
                <a:spcPts val="600"/>
              </a:spcAft>
            </a:pPr>
            <a:r>
              <a:rPr lang="da-DK" sz="1600" dirty="0"/>
              <a:t>Fortolkningen af reglerne er knyttet til formålet og kan ændre sig over tid </a:t>
            </a:r>
          </a:p>
          <a:p>
            <a:pPr lvl="1">
              <a:spcAft>
                <a:spcPts val="600"/>
              </a:spcAft>
            </a:pPr>
            <a:endParaRPr lang="da-DK" sz="1600" dirty="0"/>
          </a:p>
          <a:p>
            <a:pPr>
              <a:spcAft>
                <a:spcPts val="600"/>
              </a:spcAft>
            </a:pPr>
            <a:r>
              <a:rPr lang="da-DK" dirty="0"/>
              <a:t>Dommene er konkret begrundet (knyttet til konkret sag)</a:t>
            </a:r>
          </a:p>
          <a:p>
            <a:pPr lvl="1">
              <a:spcAft>
                <a:spcPts val="600"/>
              </a:spcAft>
            </a:pPr>
            <a:r>
              <a:rPr lang="da-DK" sz="1600" dirty="0"/>
              <a:t>Individuel anvendelighed </a:t>
            </a:r>
          </a:p>
          <a:p>
            <a:pPr lvl="2">
              <a:spcAft>
                <a:spcPts val="600"/>
              </a:spcAft>
            </a:pPr>
            <a:r>
              <a:rPr lang="da-DK" sz="1600" dirty="0"/>
              <a:t>Direkte bindende for involverede parter</a:t>
            </a:r>
          </a:p>
          <a:p>
            <a:pPr lvl="1">
              <a:spcAft>
                <a:spcPts val="600"/>
              </a:spcAft>
            </a:pPr>
            <a:r>
              <a:rPr lang="da-DK" sz="1600" dirty="0"/>
              <a:t>Generel anvendelighed</a:t>
            </a:r>
          </a:p>
          <a:p>
            <a:pPr lvl="2">
              <a:spcAft>
                <a:spcPts val="600"/>
              </a:spcAft>
            </a:pPr>
            <a:r>
              <a:rPr lang="da-DK" sz="1600" dirty="0"/>
              <a:t>Bindende for alle medlemsstater, i det omfang situationerne er sammenlignelige</a:t>
            </a:r>
          </a:p>
          <a:p>
            <a:pPr>
              <a:spcAft>
                <a:spcPts val="600"/>
              </a:spcAft>
            </a:pPr>
            <a:endParaRPr lang="da-DK" dirty="0"/>
          </a:p>
          <a:p>
            <a:pPr>
              <a:spcAft>
                <a:spcPts val="600"/>
              </a:spcAft>
            </a:pPr>
            <a:endParaRPr lang="da-DK" dirty="0"/>
          </a:p>
        </p:txBody>
      </p:sp>
      <p:pic>
        <p:nvPicPr>
          <p:cNvPr id="7" name="Grafik 6" descr="Retfærdighedsvægte med massiv udfyldning">
            <a:extLst>
              <a:ext uri="{FF2B5EF4-FFF2-40B4-BE49-F238E27FC236}">
                <a16:creationId xmlns:a16="http://schemas.microsoft.com/office/drawing/2014/main" id="{D643236B-C703-93BA-DDD6-67C54EEA15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1163" y="2305758"/>
            <a:ext cx="3231221" cy="3231221"/>
          </a:xfrm>
          <a:prstGeom prst="rect">
            <a:avLst/>
          </a:prstGeom>
        </p:spPr>
      </p:pic>
      <p:sp>
        <p:nvSpPr>
          <p:cNvPr id="4" name="Pladsholder til dato 3">
            <a:extLst>
              <a:ext uri="{FF2B5EF4-FFF2-40B4-BE49-F238E27FC236}">
                <a16:creationId xmlns:a16="http://schemas.microsoft.com/office/drawing/2014/main" id="{EB947BB1-D347-DB6F-C462-EA6EC5145F61}"/>
              </a:ext>
            </a:extLst>
          </p:cNvPr>
          <p:cNvSpPr>
            <a:spLocks noGrp="1"/>
          </p:cNvSpPr>
          <p:nvPr>
            <p:ph type="dt" sz="half" idx="20"/>
          </p:nvPr>
        </p:nvSpPr>
        <p:spPr/>
        <p:txBody>
          <a:bodyPr/>
          <a:lstStyle/>
          <a:p>
            <a:pPr>
              <a:spcAft>
                <a:spcPts val="600"/>
              </a:spcAft>
            </a:pPr>
            <a:fld id="{BFC486E6-14AA-46F0-B1BC-9FC349E9D71C}" type="datetime1">
              <a:rPr lang="da-DK" smtClean="0"/>
              <a:pPr>
                <a:spcAft>
                  <a:spcPts val="600"/>
                </a:spcAft>
              </a:pPr>
              <a:t>08.01.2026</a:t>
            </a:fld>
            <a:endParaRPr lang="da-DK"/>
          </a:p>
        </p:txBody>
      </p:sp>
      <p:sp>
        <p:nvSpPr>
          <p:cNvPr id="5" name="Pladsholder til slidenummer 4">
            <a:extLst>
              <a:ext uri="{FF2B5EF4-FFF2-40B4-BE49-F238E27FC236}">
                <a16:creationId xmlns:a16="http://schemas.microsoft.com/office/drawing/2014/main" id="{C13CD737-18B6-6149-5C81-E4AD54A287A6}"/>
              </a:ext>
            </a:extLst>
          </p:cNvPr>
          <p:cNvSpPr>
            <a:spLocks noGrp="1"/>
          </p:cNvSpPr>
          <p:nvPr>
            <p:ph type="sldNum" sz="quarter" idx="22"/>
          </p:nvPr>
        </p:nvSpPr>
        <p:spPr/>
        <p:txBody>
          <a:bodyPr/>
          <a:lstStyle/>
          <a:p>
            <a:pPr>
              <a:spcAft>
                <a:spcPts val="600"/>
              </a:spcAft>
            </a:pPr>
            <a:fld id="{45D37B1E-C366-494F-A587-962AD9AABC83}" type="slidenum">
              <a:rPr lang="da-DK" smtClean="0"/>
              <a:pPr>
                <a:spcAft>
                  <a:spcPts val="600"/>
                </a:spcAft>
              </a:pPr>
              <a:t>27</a:t>
            </a:fld>
            <a:endParaRPr lang="da-DK"/>
          </a:p>
        </p:txBody>
      </p:sp>
    </p:spTree>
    <p:extLst>
      <p:ext uri="{BB962C8B-B14F-4D97-AF65-F5344CB8AC3E}">
        <p14:creationId xmlns:p14="http://schemas.microsoft.com/office/powerpoint/2010/main" val="1827807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41FEAC-17A4-9F1F-B132-74E9ADC893B2}"/>
              </a:ext>
            </a:extLst>
          </p:cNvPr>
          <p:cNvSpPr>
            <a:spLocks noGrp="1"/>
          </p:cNvSpPr>
          <p:nvPr>
            <p:ph type="title"/>
          </p:nvPr>
        </p:nvSpPr>
        <p:spPr/>
        <p:txBody>
          <a:bodyPr/>
          <a:lstStyle/>
          <a:p>
            <a:r>
              <a:rPr lang="da-DK" dirty="0"/>
              <a:t>Etik &amp; jura</a:t>
            </a:r>
          </a:p>
        </p:txBody>
      </p:sp>
      <p:sp>
        <p:nvSpPr>
          <p:cNvPr id="3" name="Pladsholder til indhold 2">
            <a:extLst>
              <a:ext uri="{FF2B5EF4-FFF2-40B4-BE49-F238E27FC236}">
                <a16:creationId xmlns:a16="http://schemas.microsoft.com/office/drawing/2014/main" id="{B55A910F-5F6E-FF61-FAF0-A081E375EC24}"/>
              </a:ext>
            </a:extLst>
          </p:cNvPr>
          <p:cNvSpPr>
            <a:spLocks noGrp="1"/>
          </p:cNvSpPr>
          <p:nvPr>
            <p:ph sz="quarter" idx="19"/>
          </p:nvPr>
        </p:nvSpPr>
        <p:spPr/>
        <p:txBody>
          <a:bodyPr/>
          <a:lstStyle/>
          <a:p>
            <a:endParaRPr lang="da-DK" dirty="0"/>
          </a:p>
          <a:p>
            <a:endParaRPr lang="da-DK" dirty="0"/>
          </a:p>
          <a:p>
            <a:r>
              <a:rPr lang="da-DK" b="1" dirty="0"/>
              <a:t>Etikken er uløseligt forbundet med jura</a:t>
            </a:r>
          </a:p>
          <a:p>
            <a:pPr lvl="1"/>
            <a:r>
              <a:rPr lang="da-DK" dirty="0"/>
              <a:t>Bl.a. spørgsmålet om hvornår ret er retfærdigt</a:t>
            </a:r>
          </a:p>
          <a:p>
            <a:endParaRPr lang="da-DK" dirty="0"/>
          </a:p>
          <a:p>
            <a:r>
              <a:rPr lang="da-DK" dirty="0"/>
              <a:t>Den gældende ret skal være </a:t>
            </a:r>
            <a:r>
              <a:rPr lang="da-DK" b="1" dirty="0"/>
              <a:t>samfundsmæssigt acceptabelt</a:t>
            </a:r>
          </a:p>
          <a:p>
            <a:pPr lvl="1"/>
            <a:r>
              <a:rPr lang="da-DK" dirty="0"/>
              <a:t>Rimeligt </a:t>
            </a:r>
          </a:p>
          <a:p>
            <a:pPr lvl="1"/>
            <a:r>
              <a:rPr lang="da-DK" dirty="0"/>
              <a:t>Retfærdigt</a:t>
            </a:r>
          </a:p>
          <a:p>
            <a:endParaRPr lang="da-DK" dirty="0"/>
          </a:p>
          <a:p>
            <a:r>
              <a:rPr lang="da-DK" dirty="0"/>
              <a:t>I overensstemmelse med værdierne i samfundet</a:t>
            </a:r>
          </a:p>
          <a:p>
            <a:pPr lvl="1"/>
            <a:r>
              <a:rPr lang="da-DK" dirty="0"/>
              <a:t>Værdierne kan være forskellige, afhængigt af f.eks. Kultur, historie mv. </a:t>
            </a:r>
          </a:p>
          <a:p>
            <a:pPr lvl="2"/>
            <a:r>
              <a:rPr lang="da-DK" dirty="0"/>
              <a:t>Eksempel: AI regulering i EU, USA og Kina</a:t>
            </a:r>
          </a:p>
          <a:p>
            <a:endParaRPr lang="da-DK" dirty="0"/>
          </a:p>
          <a:p>
            <a:r>
              <a:rPr lang="da-DK" dirty="0"/>
              <a:t>Den juridiske metode kræver stillingtagen til etik, på samme måde som f.eks. udvikling af AI i Europa. </a:t>
            </a:r>
          </a:p>
          <a:p>
            <a:endParaRPr lang="da-DK" dirty="0"/>
          </a:p>
        </p:txBody>
      </p:sp>
      <p:sp>
        <p:nvSpPr>
          <p:cNvPr id="4" name="Pladsholder til dato 3">
            <a:extLst>
              <a:ext uri="{FF2B5EF4-FFF2-40B4-BE49-F238E27FC236}">
                <a16:creationId xmlns:a16="http://schemas.microsoft.com/office/drawing/2014/main" id="{42EBA78C-3EB0-FC94-57F7-74461F6CAE8F}"/>
              </a:ext>
            </a:extLst>
          </p:cNvPr>
          <p:cNvSpPr>
            <a:spLocks noGrp="1"/>
          </p:cNvSpPr>
          <p:nvPr>
            <p:ph type="dt" sz="half" idx="20"/>
          </p:nvPr>
        </p:nvSpPr>
        <p:spPr/>
        <p:txBody>
          <a:bodyPr/>
          <a:lstStyle/>
          <a:p>
            <a:fld id="{04058540-DDD9-4ADC-8969-A43D75E75E9F}" type="datetime1">
              <a:rPr lang="da-DK" smtClean="0"/>
              <a:t>08.01.2026</a:t>
            </a:fld>
            <a:endParaRPr lang="da-DK" dirty="0"/>
          </a:p>
        </p:txBody>
      </p:sp>
      <p:sp>
        <p:nvSpPr>
          <p:cNvPr id="5" name="Pladsholder til slidenummer 4">
            <a:extLst>
              <a:ext uri="{FF2B5EF4-FFF2-40B4-BE49-F238E27FC236}">
                <a16:creationId xmlns:a16="http://schemas.microsoft.com/office/drawing/2014/main" id="{8F5C1EE3-9C71-D310-D0E3-64A09D8DE16E}"/>
              </a:ext>
            </a:extLst>
          </p:cNvPr>
          <p:cNvSpPr>
            <a:spLocks noGrp="1"/>
          </p:cNvSpPr>
          <p:nvPr>
            <p:ph type="sldNum" sz="quarter" idx="22"/>
          </p:nvPr>
        </p:nvSpPr>
        <p:spPr/>
        <p:txBody>
          <a:bodyPr/>
          <a:lstStyle/>
          <a:p>
            <a:fld id="{45D37B1E-C366-494F-A587-962AD9AABC83}" type="slidenum">
              <a:rPr lang="da-DK" smtClean="0"/>
              <a:pPr/>
              <a:t>28</a:t>
            </a:fld>
            <a:endParaRPr lang="da-DK" dirty="0"/>
          </a:p>
        </p:txBody>
      </p:sp>
    </p:spTree>
    <p:extLst>
      <p:ext uri="{BB962C8B-B14F-4D97-AF65-F5344CB8AC3E}">
        <p14:creationId xmlns:p14="http://schemas.microsoft.com/office/powerpoint/2010/main" val="955679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Pyramid of large falling stones on beach">
            <a:extLst>
              <a:ext uri="{FF2B5EF4-FFF2-40B4-BE49-F238E27FC236}">
                <a16:creationId xmlns:a16="http://schemas.microsoft.com/office/drawing/2014/main" id="{1B040BC1-15A2-8B0A-67CE-FEEB209BB3B9}"/>
              </a:ext>
            </a:extLst>
          </p:cNvPr>
          <p:cNvPicPr>
            <a:picLocks noChangeAspect="1"/>
          </p:cNvPicPr>
          <p:nvPr/>
        </p:nvPicPr>
        <p:blipFill>
          <a:blip r:embed="rId4" cstate="print">
            <a:extLst>
              <a:ext uri="{28A0092B-C50C-407E-A947-70E740481C1C}">
                <a14:useLocalDpi xmlns:a14="http://schemas.microsoft.com/office/drawing/2010/main" val="0"/>
              </a:ext>
            </a:extLst>
          </a:blip>
          <a:srcRect l="20358" r="20358"/>
          <a:stretch/>
        </p:blipFill>
        <p:spPr>
          <a:xfrm>
            <a:off x="20" y="10"/>
            <a:ext cx="6099280" cy="6857990"/>
          </a:xfrm>
          <a:prstGeom prst="rect">
            <a:avLst/>
          </a:prstGeom>
          <a:noFill/>
        </p:spPr>
      </p:pic>
      <p:sp>
        <p:nvSpPr>
          <p:cNvPr id="32" name="Titel 31">
            <a:extLst>
              <a:ext uri="{FF2B5EF4-FFF2-40B4-BE49-F238E27FC236}">
                <a16:creationId xmlns:a16="http://schemas.microsoft.com/office/drawing/2014/main" id="{A51DA613-011A-5841-A3FA-68B2D005A18D}"/>
              </a:ext>
            </a:extLst>
          </p:cNvPr>
          <p:cNvSpPr>
            <a:spLocks noGrp="1"/>
          </p:cNvSpPr>
          <p:nvPr>
            <p:ph type="title"/>
          </p:nvPr>
        </p:nvSpPr>
        <p:spPr>
          <a:xfrm>
            <a:off x="6692401" y="1076109"/>
            <a:ext cx="4680000" cy="1822734"/>
          </a:xfrm>
        </p:spPr>
        <p:txBody>
          <a:bodyPr anchor="t">
            <a:normAutofit/>
          </a:bodyPr>
          <a:lstStyle/>
          <a:p>
            <a:pPr algn="ctr"/>
            <a:r>
              <a:rPr lang="da-DK" dirty="0"/>
              <a:t>DSA Artikel 28</a:t>
            </a:r>
            <a:br>
              <a:rPr lang="da-DK" dirty="0"/>
            </a:br>
            <a:endParaRPr lang="da-DK" dirty="0"/>
          </a:p>
        </p:txBody>
      </p:sp>
      <p:sp>
        <p:nvSpPr>
          <p:cNvPr id="36" name="Content Placeholder 3">
            <a:extLst>
              <a:ext uri="{FF2B5EF4-FFF2-40B4-BE49-F238E27FC236}">
                <a16:creationId xmlns:a16="http://schemas.microsoft.com/office/drawing/2014/main" id="{8E029B84-1BC9-496A-A41E-3E6BD459E013}"/>
              </a:ext>
            </a:extLst>
          </p:cNvPr>
          <p:cNvSpPr>
            <a:spLocks noGrp="1"/>
          </p:cNvSpPr>
          <p:nvPr>
            <p:ph sz="quarter" idx="19"/>
          </p:nvPr>
        </p:nvSpPr>
        <p:spPr>
          <a:xfrm>
            <a:off x="6692400" y="3387600"/>
            <a:ext cx="4680000" cy="2466000"/>
          </a:xfrm>
        </p:spPr>
        <p:txBody>
          <a:bodyPr/>
          <a:lstStyle/>
          <a:p>
            <a:pPr marL="0" indent="0" algn="ctr">
              <a:buNone/>
            </a:pPr>
            <a:r>
              <a:rPr lang="en-US" dirty="0"/>
              <a:t>Et </a:t>
            </a:r>
            <a:r>
              <a:rPr lang="en-US" dirty="0" err="1"/>
              <a:t>praktisk</a:t>
            </a:r>
            <a:r>
              <a:rPr lang="en-US" dirty="0"/>
              <a:t> </a:t>
            </a:r>
            <a:r>
              <a:rPr lang="en-US" dirty="0" err="1"/>
              <a:t>eksempel</a:t>
            </a:r>
            <a:r>
              <a:rPr lang="en-US" dirty="0"/>
              <a:t> </a:t>
            </a:r>
            <a:r>
              <a:rPr lang="en-US" dirty="0" err="1"/>
              <a:t>på</a:t>
            </a:r>
            <a:r>
              <a:rPr lang="en-US" dirty="0"/>
              <a:t> </a:t>
            </a:r>
            <a:r>
              <a:rPr lang="en-US" dirty="0" err="1"/>
              <a:t>juridisk</a:t>
            </a:r>
            <a:r>
              <a:rPr lang="en-US" dirty="0"/>
              <a:t> </a:t>
            </a:r>
            <a:r>
              <a:rPr lang="en-US" dirty="0" err="1"/>
              <a:t>metode</a:t>
            </a:r>
            <a:endParaRPr lang="en-US" dirty="0"/>
          </a:p>
        </p:txBody>
      </p:sp>
      <p:sp>
        <p:nvSpPr>
          <p:cNvPr id="3" name="Date Placeholder 2">
            <a:extLst>
              <a:ext uri="{FF2B5EF4-FFF2-40B4-BE49-F238E27FC236}">
                <a16:creationId xmlns:a16="http://schemas.microsoft.com/office/drawing/2014/main" id="{98CF08C6-7869-42F2-829E-6683126F4D25}"/>
              </a:ext>
            </a:extLst>
          </p:cNvPr>
          <p:cNvSpPr>
            <a:spLocks noGrp="1"/>
          </p:cNvSpPr>
          <p:nvPr>
            <p:ph type="dt" sz="half" idx="4294967295"/>
          </p:nvPr>
        </p:nvSpPr>
        <p:spPr>
          <a:xfrm>
            <a:off x="0" y="6912000"/>
            <a:ext cx="0" cy="0"/>
          </a:xfrm>
        </p:spPr>
        <p:txBody>
          <a:bodyPr/>
          <a:lstStyle/>
          <a:p>
            <a:pPr>
              <a:spcAft>
                <a:spcPts val="600"/>
              </a:spcAft>
            </a:pPr>
            <a:fld id="{83C7CD7C-F7E2-4FF3-B441-BD5C13FCA230}" type="datetime1">
              <a:rPr lang="da-DK" smtClean="0"/>
              <a:pPr>
                <a:spcAft>
                  <a:spcPts val="600"/>
                </a:spcAft>
              </a:pPr>
              <a:t>08.01.2026</a:t>
            </a:fld>
            <a:endParaRPr lang="da-DK"/>
          </a:p>
        </p:txBody>
      </p:sp>
    </p:spTree>
    <p:custDataLst>
      <p:custData r:id="rId1"/>
      <p:custData r:id="rId2"/>
    </p:custDataLst>
    <p:extLst>
      <p:ext uri="{BB962C8B-B14F-4D97-AF65-F5344CB8AC3E}">
        <p14:creationId xmlns:p14="http://schemas.microsoft.com/office/powerpoint/2010/main" val="126127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F430B-7575-2433-35F3-94997445D753}"/>
              </a:ext>
            </a:extLst>
          </p:cNvPr>
          <p:cNvSpPr>
            <a:spLocks noGrp="1"/>
          </p:cNvSpPr>
          <p:nvPr>
            <p:ph type="title"/>
          </p:nvPr>
        </p:nvSpPr>
        <p:spPr/>
        <p:txBody>
          <a:bodyPr/>
          <a:lstStyle/>
          <a:p>
            <a:r>
              <a:rPr lang="da-DK" dirty="0"/>
              <a:t>DSA Artikel 28 - </a:t>
            </a:r>
            <a:r>
              <a:rPr lang="en-US" dirty="0"/>
              <a:t>Online </a:t>
            </a:r>
            <a:r>
              <a:rPr lang="en-US" dirty="0" err="1"/>
              <a:t>beskyttelse</a:t>
            </a:r>
            <a:r>
              <a:rPr lang="en-US" dirty="0"/>
              <a:t> </a:t>
            </a:r>
            <a:r>
              <a:rPr lang="en-US" dirty="0" err="1"/>
              <a:t>af</a:t>
            </a:r>
            <a:r>
              <a:rPr lang="en-US" dirty="0"/>
              <a:t> </a:t>
            </a:r>
            <a:r>
              <a:rPr lang="en-US" dirty="0" err="1"/>
              <a:t>mindreårige</a:t>
            </a:r>
            <a:br>
              <a:rPr lang="en-US" dirty="0"/>
            </a:br>
            <a:endParaRPr lang="da-DK" dirty="0"/>
          </a:p>
        </p:txBody>
      </p:sp>
      <p:sp>
        <p:nvSpPr>
          <p:cNvPr id="3" name="Content Placeholder 2">
            <a:extLst>
              <a:ext uri="{FF2B5EF4-FFF2-40B4-BE49-F238E27FC236}">
                <a16:creationId xmlns:a16="http://schemas.microsoft.com/office/drawing/2014/main" id="{343C632B-9F1A-9586-5325-F0B5B94B9F78}"/>
              </a:ext>
            </a:extLst>
          </p:cNvPr>
          <p:cNvSpPr>
            <a:spLocks noGrp="1"/>
          </p:cNvSpPr>
          <p:nvPr>
            <p:ph sz="quarter" idx="19"/>
          </p:nvPr>
        </p:nvSpPr>
        <p:spPr/>
        <p:txBody>
          <a:bodyPr/>
          <a:lstStyle/>
          <a:p>
            <a:pPr marL="342900" indent="-342900">
              <a:buFont typeface="+mj-lt"/>
              <a:buAutoNum type="arabicPeriod"/>
            </a:pPr>
            <a:r>
              <a:rPr lang="da-DK" sz="1800" dirty="0"/>
              <a:t>Udbydere af onlineplatforme, der er tilgængelige for mindreårige, indfører passende og forholdsmæssige foranstaltninger til at sikre et højt niveau af privatlivets fred, tryghed og sikkerhed for mindreårige på deres tjeneste.</a:t>
            </a:r>
          </a:p>
          <a:p>
            <a:pPr marL="342900" indent="-342900">
              <a:buFont typeface="+mj-lt"/>
              <a:buAutoNum type="arabicPeriod"/>
            </a:pPr>
            <a:endParaRPr lang="da-DK" sz="1800" dirty="0"/>
          </a:p>
          <a:p>
            <a:pPr marL="342900" indent="-342900">
              <a:buFont typeface="+mj-lt"/>
              <a:buAutoNum type="arabicPeriod"/>
            </a:pPr>
            <a:r>
              <a:rPr lang="da-DK" sz="1800" dirty="0">
                <a:solidFill>
                  <a:schemeClr val="bg1">
                    <a:lumMod val="50000"/>
                  </a:schemeClr>
                </a:solidFill>
              </a:rPr>
              <a:t>Udbydere af onlineplatforme må ikke vise reklamer på deres grænseflade baseret på profilering som defineret i artikel 4, nr. 4, i forordning (EU) 2016/679 ved brug af personoplysninger om tjenestemodtageren, hvis de med rimelig sikkerhed er klar over, at tjenestemodtageren er mindreårig.</a:t>
            </a:r>
          </a:p>
          <a:p>
            <a:pPr marL="342900" indent="-342900">
              <a:buFont typeface="+mj-lt"/>
              <a:buAutoNum type="arabicPeriod"/>
            </a:pPr>
            <a:endParaRPr lang="da-DK" sz="1800" dirty="0">
              <a:solidFill>
                <a:schemeClr val="bg1">
                  <a:lumMod val="50000"/>
                </a:schemeClr>
              </a:solidFill>
            </a:endParaRPr>
          </a:p>
          <a:p>
            <a:pPr marL="342900" indent="-342900">
              <a:buFont typeface="+mj-lt"/>
              <a:buAutoNum type="arabicPeriod"/>
            </a:pPr>
            <a:r>
              <a:rPr lang="da-DK" sz="1800" dirty="0">
                <a:solidFill>
                  <a:schemeClr val="bg1">
                    <a:lumMod val="50000"/>
                  </a:schemeClr>
                </a:solidFill>
              </a:rPr>
              <a:t>Overholdelse af forpligtelserne i denne artikel må ikke forpligte udbydere af onlineplatforme til at behandle yderligere personoplysninger med henblik på at vurdere, om tjenestemodtageren er mindreårig.</a:t>
            </a:r>
          </a:p>
          <a:p>
            <a:pPr marL="342900" indent="-342900">
              <a:buFont typeface="+mj-lt"/>
              <a:buAutoNum type="arabicPeriod"/>
            </a:pPr>
            <a:endParaRPr lang="da-DK" sz="1800" dirty="0">
              <a:solidFill>
                <a:schemeClr val="bg1">
                  <a:lumMod val="50000"/>
                </a:schemeClr>
              </a:solidFill>
            </a:endParaRPr>
          </a:p>
          <a:p>
            <a:pPr marL="342900" indent="-342900">
              <a:buFont typeface="+mj-lt"/>
              <a:buAutoNum type="arabicPeriod"/>
            </a:pPr>
            <a:r>
              <a:rPr lang="da-DK" sz="1800" dirty="0">
                <a:solidFill>
                  <a:schemeClr val="bg1">
                    <a:lumMod val="50000"/>
                  </a:schemeClr>
                </a:solidFill>
              </a:rPr>
              <a:t>Kommissionen kan efter høring af rådet udstede retningslinjer for at bistå udbydere af onlineplatforme i anvendelsen af stk. 1</a:t>
            </a:r>
          </a:p>
          <a:p>
            <a:endParaRPr lang="da-DK" sz="1800" dirty="0"/>
          </a:p>
        </p:txBody>
      </p:sp>
      <p:sp>
        <p:nvSpPr>
          <p:cNvPr id="4" name="Date Placeholder 3">
            <a:extLst>
              <a:ext uri="{FF2B5EF4-FFF2-40B4-BE49-F238E27FC236}">
                <a16:creationId xmlns:a16="http://schemas.microsoft.com/office/drawing/2014/main" id="{9E1CA627-EF0A-EC5C-C335-9F0D713429F5}"/>
              </a:ext>
            </a:extLst>
          </p:cNvPr>
          <p:cNvSpPr>
            <a:spLocks noGrp="1"/>
          </p:cNvSpPr>
          <p:nvPr>
            <p:ph type="dt" sz="half" idx="20"/>
          </p:nvPr>
        </p:nvSpPr>
        <p:spPr/>
        <p:txBody>
          <a:bodyPr/>
          <a:lstStyle/>
          <a:p>
            <a:fld id="{0EEDF008-8E5D-4B89-BC24-CA90730076BD}" type="datetime1">
              <a:rPr lang="da-DK" smtClean="0"/>
              <a:t>08.01.2026</a:t>
            </a:fld>
            <a:endParaRPr lang="da-DK" dirty="0"/>
          </a:p>
        </p:txBody>
      </p:sp>
      <p:sp>
        <p:nvSpPr>
          <p:cNvPr id="5" name="Slide Number Placeholder 4">
            <a:extLst>
              <a:ext uri="{FF2B5EF4-FFF2-40B4-BE49-F238E27FC236}">
                <a16:creationId xmlns:a16="http://schemas.microsoft.com/office/drawing/2014/main" id="{CCCDCA0D-6042-C2BA-2FCA-A930CD9CFD52}"/>
              </a:ext>
            </a:extLst>
          </p:cNvPr>
          <p:cNvSpPr>
            <a:spLocks noGrp="1"/>
          </p:cNvSpPr>
          <p:nvPr>
            <p:ph type="sldNum" sz="quarter" idx="22"/>
          </p:nvPr>
        </p:nvSpPr>
        <p:spPr/>
        <p:txBody>
          <a:bodyPr/>
          <a:lstStyle/>
          <a:p>
            <a:fld id="{45D37B1E-C366-494F-A587-962AD9AABC83}" type="slidenum">
              <a:rPr lang="da-DK" smtClean="0"/>
              <a:pPr/>
              <a:t>30</a:t>
            </a:fld>
            <a:endParaRPr lang="da-DK" dirty="0"/>
          </a:p>
        </p:txBody>
      </p:sp>
    </p:spTree>
    <p:extLst>
      <p:ext uri="{BB962C8B-B14F-4D97-AF65-F5344CB8AC3E}">
        <p14:creationId xmlns:p14="http://schemas.microsoft.com/office/powerpoint/2010/main" val="23542457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58A7E-CF28-881A-6F2F-BCEDE25F6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F7408-1526-EF7C-AB20-931CEA48FD7F}"/>
              </a:ext>
            </a:extLst>
          </p:cNvPr>
          <p:cNvSpPr>
            <a:spLocks noGrp="1"/>
          </p:cNvSpPr>
          <p:nvPr>
            <p:ph type="title"/>
          </p:nvPr>
        </p:nvSpPr>
        <p:spPr/>
        <p:txBody>
          <a:bodyPr/>
          <a:lstStyle/>
          <a:p>
            <a:r>
              <a:rPr lang="da-DK" dirty="0"/>
              <a:t>DSA Artikel 28 – </a:t>
            </a:r>
            <a:r>
              <a:rPr lang="en-US" dirty="0" err="1"/>
              <a:t>hvad</a:t>
            </a:r>
            <a:r>
              <a:rPr lang="en-US" dirty="0"/>
              <a:t> </a:t>
            </a:r>
            <a:r>
              <a:rPr lang="en-US" dirty="0" err="1"/>
              <a:t>kan</a:t>
            </a:r>
            <a:r>
              <a:rPr lang="en-US" dirty="0"/>
              <a:t>/</a:t>
            </a:r>
            <a:r>
              <a:rPr lang="en-US" dirty="0" err="1"/>
              <a:t>skal</a:t>
            </a:r>
            <a:r>
              <a:rPr lang="en-US" dirty="0"/>
              <a:t> </a:t>
            </a:r>
            <a:r>
              <a:rPr lang="en-US" dirty="0" err="1"/>
              <a:t>fortolkes</a:t>
            </a:r>
            <a:r>
              <a:rPr lang="en-US" dirty="0"/>
              <a:t>?</a:t>
            </a:r>
            <a:br>
              <a:rPr lang="en-US" dirty="0"/>
            </a:br>
            <a:endParaRPr lang="da-DK" dirty="0"/>
          </a:p>
        </p:txBody>
      </p:sp>
      <p:sp>
        <p:nvSpPr>
          <p:cNvPr id="3" name="Content Placeholder 2">
            <a:extLst>
              <a:ext uri="{FF2B5EF4-FFF2-40B4-BE49-F238E27FC236}">
                <a16:creationId xmlns:a16="http://schemas.microsoft.com/office/drawing/2014/main" id="{64F81096-9EC2-F917-58F2-51AEEC08D083}"/>
              </a:ext>
            </a:extLst>
          </p:cNvPr>
          <p:cNvSpPr>
            <a:spLocks noGrp="1"/>
          </p:cNvSpPr>
          <p:nvPr>
            <p:ph sz="quarter" idx="19"/>
          </p:nvPr>
        </p:nvSpPr>
        <p:spPr/>
        <p:txBody>
          <a:bodyPr/>
          <a:lstStyle/>
          <a:p>
            <a:pPr marL="0" indent="0">
              <a:buNone/>
            </a:pPr>
            <a:r>
              <a:rPr lang="da-DK" sz="2000" dirty="0"/>
              <a:t>1. </a:t>
            </a:r>
            <a:r>
              <a:rPr lang="da-DK" sz="2000" dirty="0">
                <a:solidFill>
                  <a:srgbClr val="0070C0"/>
                </a:solidFill>
              </a:rPr>
              <a:t>Udbydere af onlineplatforme</a:t>
            </a:r>
            <a:r>
              <a:rPr lang="da-DK" sz="2000" dirty="0"/>
              <a:t>, der er </a:t>
            </a:r>
            <a:r>
              <a:rPr lang="da-DK" sz="2000" dirty="0">
                <a:solidFill>
                  <a:schemeClr val="accent6">
                    <a:lumMod val="75000"/>
                  </a:schemeClr>
                </a:solidFill>
              </a:rPr>
              <a:t>tilgængelige for </a:t>
            </a:r>
            <a:r>
              <a:rPr lang="da-DK" sz="2000" dirty="0">
                <a:solidFill>
                  <a:schemeClr val="accent6">
                    <a:lumMod val="60000"/>
                    <a:lumOff val="40000"/>
                  </a:schemeClr>
                </a:solidFill>
              </a:rPr>
              <a:t>mindreårige</a:t>
            </a:r>
            <a:r>
              <a:rPr lang="da-DK" sz="2000" dirty="0"/>
              <a:t>, indfører </a:t>
            </a:r>
            <a:r>
              <a:rPr lang="da-DK" sz="2000" dirty="0">
                <a:solidFill>
                  <a:schemeClr val="accent2">
                    <a:lumMod val="75000"/>
                  </a:schemeClr>
                </a:solidFill>
              </a:rPr>
              <a:t>passende og forholdsmæssige foranstaltninger</a:t>
            </a:r>
            <a:r>
              <a:rPr lang="da-DK" sz="2000" dirty="0"/>
              <a:t> til at sikre et </a:t>
            </a:r>
            <a:r>
              <a:rPr lang="da-DK" sz="2000" dirty="0">
                <a:solidFill>
                  <a:schemeClr val="accent3">
                    <a:lumMod val="50000"/>
                  </a:schemeClr>
                </a:solidFill>
              </a:rPr>
              <a:t>højt niveau af privatlivets fred, tryghed og sikkerhed for mindreårige </a:t>
            </a:r>
            <a:r>
              <a:rPr lang="da-DK" sz="2000" dirty="0"/>
              <a:t>på deres tjeneste.</a:t>
            </a:r>
          </a:p>
          <a:p>
            <a:endParaRPr lang="da-DK" sz="2000" dirty="0"/>
          </a:p>
        </p:txBody>
      </p:sp>
      <p:sp>
        <p:nvSpPr>
          <p:cNvPr id="4" name="Date Placeholder 3">
            <a:extLst>
              <a:ext uri="{FF2B5EF4-FFF2-40B4-BE49-F238E27FC236}">
                <a16:creationId xmlns:a16="http://schemas.microsoft.com/office/drawing/2014/main" id="{10ABB5B3-6A5D-ED56-21B0-BB343C315B64}"/>
              </a:ext>
            </a:extLst>
          </p:cNvPr>
          <p:cNvSpPr>
            <a:spLocks noGrp="1"/>
          </p:cNvSpPr>
          <p:nvPr>
            <p:ph type="dt" sz="half" idx="20"/>
          </p:nvPr>
        </p:nvSpPr>
        <p:spPr/>
        <p:txBody>
          <a:bodyPr/>
          <a:lstStyle/>
          <a:p>
            <a:fld id="{0EEDF008-8E5D-4B89-BC24-CA90730076BD}" type="datetime1">
              <a:rPr lang="da-DK" smtClean="0"/>
              <a:t>08.01.2026</a:t>
            </a:fld>
            <a:endParaRPr lang="da-DK" dirty="0"/>
          </a:p>
        </p:txBody>
      </p:sp>
      <p:sp>
        <p:nvSpPr>
          <p:cNvPr id="5" name="Slide Number Placeholder 4">
            <a:extLst>
              <a:ext uri="{FF2B5EF4-FFF2-40B4-BE49-F238E27FC236}">
                <a16:creationId xmlns:a16="http://schemas.microsoft.com/office/drawing/2014/main" id="{75DB1E06-B32D-5D92-C888-56B1D23F3064}"/>
              </a:ext>
            </a:extLst>
          </p:cNvPr>
          <p:cNvSpPr>
            <a:spLocks noGrp="1"/>
          </p:cNvSpPr>
          <p:nvPr>
            <p:ph type="sldNum" sz="quarter" idx="22"/>
          </p:nvPr>
        </p:nvSpPr>
        <p:spPr/>
        <p:txBody>
          <a:bodyPr/>
          <a:lstStyle/>
          <a:p>
            <a:fld id="{45D37B1E-C366-494F-A587-962AD9AABC83}" type="slidenum">
              <a:rPr lang="da-DK" smtClean="0"/>
              <a:pPr/>
              <a:t>31</a:t>
            </a:fld>
            <a:endParaRPr lang="da-DK" dirty="0"/>
          </a:p>
        </p:txBody>
      </p:sp>
    </p:spTree>
    <p:extLst>
      <p:ext uri="{BB962C8B-B14F-4D97-AF65-F5344CB8AC3E}">
        <p14:creationId xmlns:p14="http://schemas.microsoft.com/office/powerpoint/2010/main" val="493700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6E1E9-1335-9ABB-119E-EBBDFC176A65}"/>
              </a:ext>
            </a:extLst>
          </p:cNvPr>
          <p:cNvSpPr>
            <a:spLocks noGrp="1"/>
          </p:cNvSpPr>
          <p:nvPr>
            <p:ph type="title"/>
          </p:nvPr>
        </p:nvSpPr>
        <p:spPr>
          <a:xfrm>
            <a:off x="410400" y="1028246"/>
            <a:ext cx="10962000" cy="671967"/>
          </a:xfrm>
        </p:spPr>
        <p:txBody>
          <a:bodyPr anchor="t">
            <a:normAutofit fontScale="90000"/>
          </a:bodyPr>
          <a:lstStyle/>
          <a:p>
            <a:r>
              <a:rPr lang="da-DK" dirty="0"/>
              <a:t>Hvordan tolker man vage/upræcise begreber i EU-ret?</a:t>
            </a:r>
          </a:p>
        </p:txBody>
      </p:sp>
      <p:sp>
        <p:nvSpPr>
          <p:cNvPr id="4" name="Date Placeholder 3">
            <a:extLst>
              <a:ext uri="{FF2B5EF4-FFF2-40B4-BE49-F238E27FC236}">
                <a16:creationId xmlns:a16="http://schemas.microsoft.com/office/drawing/2014/main" id="{D7394DA5-0032-ECDB-2664-6F0E459B475C}"/>
              </a:ext>
            </a:extLst>
          </p:cNvPr>
          <p:cNvSpPr>
            <a:spLocks noGrp="1"/>
          </p:cNvSpPr>
          <p:nvPr>
            <p:ph type="dt" sz="half" idx="20"/>
          </p:nvPr>
        </p:nvSpPr>
        <p:spPr/>
        <p:txBody>
          <a:bodyPr/>
          <a:lstStyle/>
          <a:p>
            <a:pPr>
              <a:spcAft>
                <a:spcPts val="600"/>
              </a:spcAft>
            </a:pPr>
            <a:fld id="{6396ED4F-7CEC-46C4-8FF4-B4148933CA73}" type="datetime1">
              <a:rPr lang="da-DK" smtClean="0"/>
              <a:pPr>
                <a:spcAft>
                  <a:spcPts val="600"/>
                </a:spcAft>
              </a:pPr>
              <a:t>08.01.2026</a:t>
            </a:fld>
            <a:endParaRPr lang="da-DK"/>
          </a:p>
        </p:txBody>
      </p:sp>
      <p:sp>
        <p:nvSpPr>
          <p:cNvPr id="5" name="Slide Number Placeholder 4">
            <a:extLst>
              <a:ext uri="{FF2B5EF4-FFF2-40B4-BE49-F238E27FC236}">
                <a16:creationId xmlns:a16="http://schemas.microsoft.com/office/drawing/2014/main" id="{5A8FBD15-1A76-D9D2-071A-AE50A05C38FD}"/>
              </a:ext>
            </a:extLst>
          </p:cNvPr>
          <p:cNvSpPr>
            <a:spLocks noGrp="1"/>
          </p:cNvSpPr>
          <p:nvPr>
            <p:ph type="sldNum" sz="quarter" idx="22"/>
          </p:nvPr>
        </p:nvSpPr>
        <p:spPr/>
        <p:txBody>
          <a:bodyPr/>
          <a:lstStyle/>
          <a:p>
            <a:pPr>
              <a:spcAft>
                <a:spcPts val="600"/>
              </a:spcAft>
            </a:pPr>
            <a:fld id="{45D37B1E-C366-494F-A587-962AD9AABC83}" type="slidenum">
              <a:rPr lang="da-DK" smtClean="0"/>
              <a:pPr>
                <a:spcAft>
                  <a:spcPts val="600"/>
                </a:spcAft>
              </a:pPr>
              <a:t>32</a:t>
            </a:fld>
            <a:endParaRPr lang="da-DK"/>
          </a:p>
        </p:txBody>
      </p:sp>
      <p:graphicFrame>
        <p:nvGraphicFramePr>
          <p:cNvPr id="7" name="Content Placeholder 2">
            <a:extLst>
              <a:ext uri="{FF2B5EF4-FFF2-40B4-BE49-F238E27FC236}">
                <a16:creationId xmlns:a16="http://schemas.microsoft.com/office/drawing/2014/main" id="{21B305D7-AC86-E9AE-13A4-C9F768D58118}"/>
              </a:ext>
            </a:extLst>
          </p:cNvPr>
          <p:cNvGraphicFramePr>
            <a:graphicFrameLocks noGrp="1"/>
          </p:cNvGraphicFramePr>
          <p:nvPr>
            <p:ph sz="quarter" idx="19"/>
            <p:extLst>
              <p:ext uri="{D42A27DB-BD31-4B8C-83A1-F6EECF244321}">
                <p14:modId xmlns:p14="http://schemas.microsoft.com/office/powerpoint/2010/main" val="3423272613"/>
              </p:ext>
            </p:extLst>
          </p:nvPr>
        </p:nvGraphicFramePr>
        <p:xfrm>
          <a:off x="411163" y="1989138"/>
          <a:ext cx="10961237" cy="3864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3449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842EF1A-0C35-D944-E5A7-519D60B9BFE4}"/>
              </a:ext>
            </a:extLst>
          </p:cNvPr>
          <p:cNvSpPr>
            <a:spLocks noGrp="1"/>
          </p:cNvSpPr>
          <p:nvPr>
            <p:ph type="pic" sz="quarter" idx="13"/>
          </p:nvPr>
        </p:nvSpPr>
        <p:spPr/>
        <p:txBody>
          <a:bodyPr/>
          <a:lstStyle/>
          <a:p>
            <a:endParaRPr lang="da-DK"/>
          </a:p>
        </p:txBody>
      </p:sp>
      <p:sp>
        <p:nvSpPr>
          <p:cNvPr id="3" name="Title 2">
            <a:extLst>
              <a:ext uri="{FF2B5EF4-FFF2-40B4-BE49-F238E27FC236}">
                <a16:creationId xmlns:a16="http://schemas.microsoft.com/office/drawing/2014/main" id="{1FF4507A-A382-6491-D910-3F2F900E2399}"/>
              </a:ext>
            </a:extLst>
          </p:cNvPr>
          <p:cNvSpPr>
            <a:spLocks noGrp="1"/>
          </p:cNvSpPr>
          <p:nvPr>
            <p:ph type="title"/>
          </p:nvPr>
        </p:nvSpPr>
        <p:spPr/>
        <p:txBody>
          <a:bodyPr/>
          <a:lstStyle/>
          <a:p>
            <a:endParaRPr lang="da-DK"/>
          </a:p>
        </p:txBody>
      </p:sp>
      <p:sp>
        <p:nvSpPr>
          <p:cNvPr id="4" name="Content Placeholder 3">
            <a:extLst>
              <a:ext uri="{FF2B5EF4-FFF2-40B4-BE49-F238E27FC236}">
                <a16:creationId xmlns:a16="http://schemas.microsoft.com/office/drawing/2014/main" id="{4798DDD3-66BF-292C-2F25-4EE4E46C991D}"/>
              </a:ext>
            </a:extLst>
          </p:cNvPr>
          <p:cNvSpPr>
            <a:spLocks noGrp="1"/>
          </p:cNvSpPr>
          <p:nvPr>
            <p:ph sz="quarter" idx="19"/>
          </p:nvPr>
        </p:nvSpPr>
        <p:spPr/>
        <p:txBody>
          <a:bodyPr/>
          <a:lstStyle/>
          <a:p>
            <a:endParaRPr lang="da-DK"/>
          </a:p>
        </p:txBody>
      </p:sp>
      <p:pic>
        <p:nvPicPr>
          <p:cNvPr id="6" name="Picture 5">
            <a:extLst>
              <a:ext uri="{FF2B5EF4-FFF2-40B4-BE49-F238E27FC236}">
                <a16:creationId xmlns:a16="http://schemas.microsoft.com/office/drawing/2014/main" id="{597DF774-AAA5-B94F-969B-B834ADB75670}"/>
              </a:ext>
            </a:extLst>
          </p:cNvPr>
          <p:cNvPicPr>
            <a:picLocks noChangeAspect="1"/>
          </p:cNvPicPr>
          <p:nvPr/>
        </p:nvPicPr>
        <p:blipFill>
          <a:blip r:embed="rId2"/>
          <a:stretch>
            <a:fillRect/>
          </a:stretch>
        </p:blipFill>
        <p:spPr>
          <a:xfrm>
            <a:off x="5971252" y="1125290"/>
            <a:ext cx="5972961" cy="4404220"/>
          </a:xfrm>
          <a:prstGeom prst="rect">
            <a:avLst/>
          </a:prstGeom>
        </p:spPr>
      </p:pic>
      <p:pic>
        <p:nvPicPr>
          <p:cNvPr id="8" name="Picture 7">
            <a:extLst>
              <a:ext uri="{FF2B5EF4-FFF2-40B4-BE49-F238E27FC236}">
                <a16:creationId xmlns:a16="http://schemas.microsoft.com/office/drawing/2014/main" id="{BE527104-B416-A4CB-FC1F-3DE47926E921}"/>
              </a:ext>
            </a:extLst>
          </p:cNvPr>
          <p:cNvPicPr>
            <a:picLocks noChangeAspect="1"/>
          </p:cNvPicPr>
          <p:nvPr/>
        </p:nvPicPr>
        <p:blipFill>
          <a:blip r:embed="rId3"/>
          <a:stretch>
            <a:fillRect/>
          </a:stretch>
        </p:blipFill>
        <p:spPr>
          <a:xfrm>
            <a:off x="246205" y="1034709"/>
            <a:ext cx="5606889" cy="4705782"/>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812BC252-BA86-87E1-F395-2E8DC9887BA9}"/>
                  </a:ext>
                </a:extLst>
              </p14:cNvPr>
              <p14:cNvContentPartPr/>
              <p14:nvPr/>
            </p14:nvContentPartPr>
            <p14:xfrm>
              <a:off x="4918880" y="4961347"/>
              <a:ext cx="549720" cy="43200"/>
            </p14:xfrm>
          </p:contentPart>
        </mc:Choice>
        <mc:Fallback xmlns="">
          <p:pic>
            <p:nvPicPr>
              <p:cNvPr id="5" name="Ink 4">
                <a:extLst>
                  <a:ext uri="{FF2B5EF4-FFF2-40B4-BE49-F238E27FC236}">
                    <a16:creationId xmlns:a16="http://schemas.microsoft.com/office/drawing/2014/main" id="{812BC252-BA86-87E1-F395-2E8DC9887BA9}"/>
                  </a:ext>
                </a:extLst>
              </p:cNvPr>
              <p:cNvPicPr/>
              <p:nvPr/>
            </p:nvPicPr>
            <p:blipFill>
              <a:blip r:embed="rId5"/>
              <a:stretch>
                <a:fillRect/>
              </a:stretch>
            </p:blipFill>
            <p:spPr>
              <a:xfrm>
                <a:off x="4865240" y="4853347"/>
                <a:ext cx="65736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D27242F0-E1A7-F54A-B2B5-622F5C48359C}"/>
                  </a:ext>
                </a:extLst>
              </p14:cNvPr>
              <p14:cNvContentPartPr/>
              <p14:nvPr/>
            </p14:nvContentPartPr>
            <p14:xfrm>
              <a:off x="744680" y="5181307"/>
              <a:ext cx="4600080" cy="77040"/>
            </p14:xfrm>
          </p:contentPart>
        </mc:Choice>
        <mc:Fallback xmlns="">
          <p:pic>
            <p:nvPicPr>
              <p:cNvPr id="7" name="Ink 6">
                <a:extLst>
                  <a:ext uri="{FF2B5EF4-FFF2-40B4-BE49-F238E27FC236}">
                    <a16:creationId xmlns:a16="http://schemas.microsoft.com/office/drawing/2014/main" id="{D27242F0-E1A7-F54A-B2B5-622F5C48359C}"/>
                  </a:ext>
                </a:extLst>
              </p:cNvPr>
              <p:cNvPicPr/>
              <p:nvPr/>
            </p:nvPicPr>
            <p:blipFill>
              <a:blip r:embed="rId7"/>
              <a:stretch>
                <a:fillRect/>
              </a:stretch>
            </p:blipFill>
            <p:spPr>
              <a:xfrm>
                <a:off x="691040" y="5073667"/>
                <a:ext cx="470772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F2C15495-9C7E-A0B9-CB5D-403816B34353}"/>
                  </a:ext>
                </a:extLst>
              </p14:cNvPr>
              <p14:cNvContentPartPr/>
              <p14:nvPr/>
            </p14:nvContentPartPr>
            <p14:xfrm>
              <a:off x="990200" y="5113267"/>
              <a:ext cx="4428000" cy="102600"/>
            </p14:xfrm>
          </p:contentPart>
        </mc:Choice>
        <mc:Fallback xmlns="">
          <p:pic>
            <p:nvPicPr>
              <p:cNvPr id="9" name="Ink 8">
                <a:extLst>
                  <a:ext uri="{FF2B5EF4-FFF2-40B4-BE49-F238E27FC236}">
                    <a16:creationId xmlns:a16="http://schemas.microsoft.com/office/drawing/2014/main" id="{F2C15495-9C7E-A0B9-CB5D-403816B34353}"/>
                  </a:ext>
                </a:extLst>
              </p:cNvPr>
              <p:cNvPicPr/>
              <p:nvPr/>
            </p:nvPicPr>
            <p:blipFill>
              <a:blip r:embed="rId9"/>
              <a:stretch>
                <a:fillRect/>
              </a:stretch>
            </p:blipFill>
            <p:spPr>
              <a:xfrm>
                <a:off x="936560" y="5005627"/>
                <a:ext cx="453564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50B14E08-9285-8EB5-BE27-790E4500C8AB}"/>
                  </a:ext>
                </a:extLst>
              </p14:cNvPr>
              <p14:cNvContentPartPr/>
              <p14:nvPr/>
            </p14:nvContentPartPr>
            <p14:xfrm>
              <a:off x="3327320" y="7501507"/>
              <a:ext cx="360" cy="360"/>
            </p14:xfrm>
          </p:contentPart>
        </mc:Choice>
        <mc:Fallback xmlns="">
          <p:pic>
            <p:nvPicPr>
              <p:cNvPr id="10" name="Ink 9">
                <a:extLst>
                  <a:ext uri="{FF2B5EF4-FFF2-40B4-BE49-F238E27FC236}">
                    <a16:creationId xmlns:a16="http://schemas.microsoft.com/office/drawing/2014/main" id="{50B14E08-9285-8EB5-BE27-790E4500C8AB}"/>
                  </a:ext>
                </a:extLst>
              </p:cNvPr>
              <p:cNvPicPr/>
              <p:nvPr/>
            </p:nvPicPr>
            <p:blipFill>
              <a:blip r:embed="rId11"/>
              <a:stretch>
                <a:fillRect/>
              </a:stretch>
            </p:blipFill>
            <p:spPr>
              <a:xfrm>
                <a:off x="3273320" y="7393507"/>
                <a:ext cx="108000" cy="216000"/>
              </a:xfrm>
              <a:prstGeom prst="rect">
                <a:avLst/>
              </a:prstGeom>
            </p:spPr>
          </p:pic>
        </mc:Fallback>
      </mc:AlternateContent>
    </p:spTree>
    <p:extLst>
      <p:ext uri="{BB962C8B-B14F-4D97-AF65-F5344CB8AC3E}">
        <p14:creationId xmlns:p14="http://schemas.microsoft.com/office/powerpoint/2010/main" val="1740727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E2372930-EA76-7CCA-8F27-CDC906CAD57A}"/>
              </a:ext>
            </a:extLst>
          </p:cNvPr>
          <p:cNvPicPr>
            <a:picLocks noGrp="1" noChangeAspect="1"/>
          </p:cNvPicPr>
          <p:nvPr>
            <p:ph type="pic" sz="quarter" idx="13"/>
          </p:nvPr>
        </p:nvPicPr>
        <p:blipFill>
          <a:blip r:embed="rId2"/>
          <a:stretch/>
        </p:blipFill>
        <p:spPr>
          <a:xfrm>
            <a:off x="0" y="745308"/>
            <a:ext cx="6099300" cy="5367383"/>
          </a:xfrm>
          <a:noFill/>
        </p:spPr>
      </p:pic>
      <p:sp>
        <p:nvSpPr>
          <p:cNvPr id="13" name="Title 2">
            <a:extLst>
              <a:ext uri="{FF2B5EF4-FFF2-40B4-BE49-F238E27FC236}">
                <a16:creationId xmlns:a16="http://schemas.microsoft.com/office/drawing/2014/main" id="{8EA4AA30-F701-B177-B3B6-A0F22329A549}"/>
              </a:ext>
            </a:extLst>
          </p:cNvPr>
          <p:cNvSpPr>
            <a:spLocks noGrp="1"/>
          </p:cNvSpPr>
          <p:nvPr>
            <p:ph type="title"/>
          </p:nvPr>
        </p:nvSpPr>
        <p:spPr>
          <a:xfrm>
            <a:off x="6692401" y="1076109"/>
            <a:ext cx="4680000" cy="1822734"/>
          </a:xfrm>
        </p:spPr>
        <p:txBody>
          <a:bodyPr/>
          <a:lstStyle/>
          <a:p>
            <a:endParaRPr lang="en-US"/>
          </a:p>
        </p:txBody>
      </p:sp>
      <p:sp>
        <p:nvSpPr>
          <p:cNvPr id="15" name="Content Placeholder 3">
            <a:extLst>
              <a:ext uri="{FF2B5EF4-FFF2-40B4-BE49-F238E27FC236}">
                <a16:creationId xmlns:a16="http://schemas.microsoft.com/office/drawing/2014/main" id="{3D133BF6-9049-01B7-387C-3FF48FACD35C}"/>
              </a:ext>
            </a:extLst>
          </p:cNvPr>
          <p:cNvSpPr>
            <a:spLocks noGrp="1"/>
          </p:cNvSpPr>
          <p:nvPr>
            <p:ph sz="quarter" idx="19"/>
          </p:nvPr>
        </p:nvSpPr>
        <p:spPr>
          <a:xfrm>
            <a:off x="6692400" y="3387600"/>
            <a:ext cx="4680000" cy="2466000"/>
          </a:xfrm>
        </p:spPr>
        <p:txBody>
          <a:bodyPr/>
          <a:lstStyle/>
          <a:p>
            <a:endParaRPr lang="en-US"/>
          </a:p>
        </p:txBody>
      </p:sp>
      <p:pic>
        <p:nvPicPr>
          <p:cNvPr id="10" name="Picture 9">
            <a:extLst>
              <a:ext uri="{FF2B5EF4-FFF2-40B4-BE49-F238E27FC236}">
                <a16:creationId xmlns:a16="http://schemas.microsoft.com/office/drawing/2014/main" id="{C59D17E1-6AE6-A36B-2EAE-85FE08AFCA61}"/>
              </a:ext>
            </a:extLst>
          </p:cNvPr>
          <p:cNvPicPr>
            <a:picLocks noChangeAspect="1"/>
          </p:cNvPicPr>
          <p:nvPr/>
        </p:nvPicPr>
        <p:blipFill>
          <a:blip r:embed="rId3"/>
          <a:stretch>
            <a:fillRect/>
          </a:stretch>
        </p:blipFill>
        <p:spPr>
          <a:xfrm>
            <a:off x="6257905" y="745308"/>
            <a:ext cx="5854720" cy="3897800"/>
          </a:xfrm>
          <a:prstGeom prst="rect">
            <a:avLst/>
          </a:prstGeom>
        </p:spPr>
      </p:pic>
      <p:pic>
        <p:nvPicPr>
          <p:cNvPr id="12" name="Picture 11">
            <a:extLst>
              <a:ext uri="{FF2B5EF4-FFF2-40B4-BE49-F238E27FC236}">
                <a16:creationId xmlns:a16="http://schemas.microsoft.com/office/drawing/2014/main" id="{59AD9751-0325-1C9F-0333-0D3C1A913BCE}"/>
              </a:ext>
            </a:extLst>
          </p:cNvPr>
          <p:cNvPicPr>
            <a:picLocks noChangeAspect="1"/>
          </p:cNvPicPr>
          <p:nvPr/>
        </p:nvPicPr>
        <p:blipFill>
          <a:blip r:embed="rId4"/>
          <a:stretch>
            <a:fillRect/>
          </a:stretch>
        </p:blipFill>
        <p:spPr>
          <a:xfrm>
            <a:off x="6888302" y="4643108"/>
            <a:ext cx="4778235" cy="1306280"/>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F6703E54-8257-A84C-C703-8ED789670223}"/>
                  </a:ext>
                </a:extLst>
              </p14:cNvPr>
              <p14:cNvContentPartPr/>
              <p14:nvPr/>
            </p14:nvContentPartPr>
            <p14:xfrm>
              <a:off x="2065880" y="7822987"/>
              <a:ext cx="360" cy="360"/>
            </p14:xfrm>
          </p:contentPart>
        </mc:Choice>
        <mc:Fallback xmlns="">
          <p:pic>
            <p:nvPicPr>
              <p:cNvPr id="2" name="Ink 1">
                <a:extLst>
                  <a:ext uri="{FF2B5EF4-FFF2-40B4-BE49-F238E27FC236}">
                    <a16:creationId xmlns:a16="http://schemas.microsoft.com/office/drawing/2014/main" id="{F6703E54-8257-A84C-C703-8ED789670223}"/>
                  </a:ext>
                </a:extLst>
              </p:cNvPr>
              <p:cNvPicPr/>
              <p:nvPr/>
            </p:nvPicPr>
            <p:blipFill>
              <a:blip r:embed="rId6"/>
              <a:stretch>
                <a:fillRect/>
              </a:stretch>
            </p:blipFill>
            <p:spPr>
              <a:xfrm>
                <a:off x="2011880" y="7714987"/>
                <a:ext cx="108000" cy="216000"/>
              </a:xfrm>
              <a:prstGeom prst="rect">
                <a:avLst/>
              </a:prstGeom>
            </p:spPr>
          </p:pic>
        </mc:Fallback>
      </mc:AlternateContent>
    </p:spTree>
    <p:extLst>
      <p:ext uri="{BB962C8B-B14F-4D97-AF65-F5344CB8AC3E}">
        <p14:creationId xmlns:p14="http://schemas.microsoft.com/office/powerpoint/2010/main" val="451984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E8931-CEF0-4285-3D0B-1B39B6516EE5}"/>
              </a:ext>
            </a:extLst>
          </p:cNvPr>
          <p:cNvSpPr>
            <a:spLocks noGrp="1"/>
          </p:cNvSpPr>
          <p:nvPr>
            <p:ph type="title"/>
          </p:nvPr>
        </p:nvSpPr>
        <p:spPr/>
        <p:txBody>
          <a:bodyPr/>
          <a:lstStyle/>
          <a:p>
            <a:r>
              <a:rPr lang="da-DK" dirty="0"/>
              <a:t>Hvad er EU’s formål?</a:t>
            </a:r>
          </a:p>
        </p:txBody>
      </p:sp>
      <p:sp>
        <p:nvSpPr>
          <p:cNvPr id="3" name="Content Placeholder 2">
            <a:extLst>
              <a:ext uri="{FF2B5EF4-FFF2-40B4-BE49-F238E27FC236}">
                <a16:creationId xmlns:a16="http://schemas.microsoft.com/office/drawing/2014/main" id="{0358B0F6-128C-C93B-52E2-6A86D8864797}"/>
              </a:ext>
            </a:extLst>
          </p:cNvPr>
          <p:cNvSpPr>
            <a:spLocks noGrp="1"/>
          </p:cNvSpPr>
          <p:nvPr>
            <p:ph sz="quarter" idx="19"/>
          </p:nvPr>
        </p:nvSpPr>
        <p:spPr>
          <a:xfrm>
            <a:off x="411163" y="1779073"/>
            <a:ext cx="10961237" cy="3864462"/>
          </a:xfrm>
        </p:spPr>
        <p:txBody>
          <a:bodyPr/>
          <a:lstStyle/>
          <a:p>
            <a:pPr marL="342900" indent="-342900">
              <a:buAutoNum type="arabicPeriod"/>
            </a:pPr>
            <a:r>
              <a:rPr lang="da-DK" sz="1400" dirty="0"/>
              <a:t>Unionens mål er at </a:t>
            </a:r>
            <a:r>
              <a:rPr lang="da-DK" sz="1400" b="1" dirty="0"/>
              <a:t>fremme freden</a:t>
            </a:r>
            <a:r>
              <a:rPr lang="da-DK" sz="1400" dirty="0"/>
              <a:t>, sine værdier og befolkningernes velfærd.</a:t>
            </a:r>
          </a:p>
          <a:p>
            <a:pPr marL="342900" indent="-342900">
              <a:buAutoNum type="arabicPeriod"/>
            </a:pPr>
            <a:r>
              <a:rPr lang="da-DK" sz="1400" dirty="0"/>
              <a:t>Unionen giver borgerne et område med </a:t>
            </a:r>
            <a:r>
              <a:rPr lang="da-DK" sz="1400" b="1" dirty="0"/>
              <a:t>frihed, sikkerhed og retfærdighed uden indre grænser</a:t>
            </a:r>
            <a:r>
              <a:rPr lang="da-DK" sz="1400" dirty="0"/>
              <a:t>, hvor der er fri bevægelighed for personer, kombineret med passende foranstaltninger vedrørende kontrol ved de ydre grænser, asyl, indvandring og forebyggelse og bekæmpelse af kriminalitet.</a:t>
            </a:r>
          </a:p>
          <a:p>
            <a:pPr marL="342900" indent="-342900">
              <a:buAutoNum type="arabicPeriod"/>
            </a:pPr>
            <a:r>
              <a:rPr lang="da-DK" sz="1400" dirty="0"/>
              <a:t>Unionen opretter et indre marked. Den arbejder for en </a:t>
            </a:r>
            <a:r>
              <a:rPr lang="da-DK" sz="1400" b="1" dirty="0"/>
              <a:t>bæredygtig udvikling i Europa baseret på en afbalanceret økonomisk vækst og prisstabilitet</a:t>
            </a:r>
            <a:r>
              <a:rPr lang="da-DK" sz="1400" dirty="0"/>
              <a:t>, en social markedsøkonomi med høj konkurrenceevne, hvor der tilstræbes fuld beskæftigelse og sociale fremskridt, og et højt niveau for beskyttelse og forbedring af miljøkvaliteten. Den </a:t>
            </a:r>
            <a:r>
              <a:rPr lang="da-DK" sz="1400" b="1" dirty="0"/>
              <a:t>fremmer videnskabelige og teknologiske fremskridt</a:t>
            </a:r>
            <a:r>
              <a:rPr lang="da-DK" sz="1400" dirty="0"/>
              <a:t>.</a:t>
            </a:r>
            <a:br>
              <a:rPr lang="da-DK" sz="1400" dirty="0"/>
            </a:br>
            <a:r>
              <a:rPr lang="da-DK" sz="1400" dirty="0"/>
              <a:t>Den bekæmper social udstødelse og forskelsbehandling og fremmer social retfærdighed og beskyttelse, ligestilling mellem kvinder og mænd, solidaritet mellem generationerne og </a:t>
            </a:r>
            <a:r>
              <a:rPr lang="da-DK" sz="1400" dirty="0">
                <a:solidFill>
                  <a:srgbClr val="0070C0"/>
                </a:solidFill>
              </a:rPr>
              <a:t>beskyttelse af børns rettigheder.</a:t>
            </a:r>
            <a:br>
              <a:rPr lang="da-DK" sz="1400" dirty="0"/>
            </a:br>
            <a:r>
              <a:rPr lang="da-DK" sz="1400" dirty="0"/>
              <a:t>Den fremmer økonomisk, social og territorial samhørighed og solidaritet mellem medlemsstaterne.</a:t>
            </a:r>
            <a:br>
              <a:rPr lang="da-DK" sz="1400" dirty="0"/>
            </a:br>
            <a:r>
              <a:rPr lang="da-DK" sz="1400" dirty="0"/>
              <a:t>Den respekterer medlemsstaternes rige kulturelle og sproglige mangfoldighed og sikrer, at den europæiske kulturarv beskyttes og udvikles.</a:t>
            </a:r>
          </a:p>
          <a:p>
            <a:pPr marL="342900" indent="-342900">
              <a:buAutoNum type="arabicPeriod"/>
            </a:pPr>
            <a:r>
              <a:rPr lang="da-DK" sz="1400" dirty="0"/>
              <a:t>Unionen opretter en økonomisk og monetær union, der har euroen som valuta.</a:t>
            </a:r>
          </a:p>
          <a:p>
            <a:pPr marL="342900" indent="-342900">
              <a:buAutoNum type="arabicPeriod"/>
            </a:pPr>
            <a:r>
              <a:rPr lang="da-DK" sz="1400" dirty="0"/>
              <a:t>Unionen forsvarer og fremmer i forbindelserne med den øvrige verden sine værdier og interesser og bidrager til beskyttelsen af sine borgere. Den bidrager til fred, sikkerhed, bæredygtig udvikling af jorden, solidaritet og gensidig respekt folkene imellem, fri og fair handel, udryddelse af fattigdom og </a:t>
            </a:r>
            <a:r>
              <a:rPr lang="da-DK" sz="1400" dirty="0">
                <a:solidFill>
                  <a:srgbClr val="0070C0"/>
                </a:solidFill>
              </a:rPr>
              <a:t>beskyttelse af menneskerettighederne, især børns rettigheder</a:t>
            </a:r>
            <a:r>
              <a:rPr lang="da-DK" sz="1400" dirty="0"/>
              <a:t>, samt nøje overholdelse og udvikling af folkeretten, herunder overholdelse af principperne i De Forenede Nationers pagt.</a:t>
            </a:r>
          </a:p>
          <a:p>
            <a:pPr marL="342900" indent="-342900">
              <a:buAutoNum type="arabicPeriod"/>
            </a:pPr>
            <a:r>
              <a:rPr lang="da-DK" sz="1400" dirty="0"/>
              <a:t>Unionen forfølger sine mål med passende midler inden for de beføjelser, der er tildelt den i traktaterne.</a:t>
            </a:r>
            <a:endParaRPr lang="en-US" sz="1400" dirty="0"/>
          </a:p>
          <a:p>
            <a:endParaRPr lang="da-DK" sz="1400" dirty="0"/>
          </a:p>
        </p:txBody>
      </p:sp>
      <p:sp>
        <p:nvSpPr>
          <p:cNvPr id="4" name="Date Placeholder 3">
            <a:extLst>
              <a:ext uri="{FF2B5EF4-FFF2-40B4-BE49-F238E27FC236}">
                <a16:creationId xmlns:a16="http://schemas.microsoft.com/office/drawing/2014/main" id="{7B21E53C-5DC4-0F47-A344-BE612894A076}"/>
              </a:ext>
            </a:extLst>
          </p:cNvPr>
          <p:cNvSpPr>
            <a:spLocks noGrp="1"/>
          </p:cNvSpPr>
          <p:nvPr>
            <p:ph type="dt" sz="half" idx="20"/>
          </p:nvPr>
        </p:nvSpPr>
        <p:spPr/>
        <p:txBody>
          <a:bodyPr/>
          <a:lstStyle/>
          <a:p>
            <a:fld id="{13B64B52-AD3B-4530-AC54-E902FEDAD6B3}" type="datetime1">
              <a:rPr lang="da-DK" smtClean="0"/>
              <a:t>08.01.2026</a:t>
            </a:fld>
            <a:endParaRPr lang="da-DK" dirty="0"/>
          </a:p>
        </p:txBody>
      </p:sp>
      <p:sp>
        <p:nvSpPr>
          <p:cNvPr id="5" name="Slide Number Placeholder 4">
            <a:extLst>
              <a:ext uri="{FF2B5EF4-FFF2-40B4-BE49-F238E27FC236}">
                <a16:creationId xmlns:a16="http://schemas.microsoft.com/office/drawing/2014/main" id="{70FFE8BB-0A65-5569-92B0-EDEF91686462}"/>
              </a:ext>
            </a:extLst>
          </p:cNvPr>
          <p:cNvSpPr>
            <a:spLocks noGrp="1"/>
          </p:cNvSpPr>
          <p:nvPr>
            <p:ph type="sldNum" sz="quarter" idx="22"/>
          </p:nvPr>
        </p:nvSpPr>
        <p:spPr/>
        <p:txBody>
          <a:bodyPr/>
          <a:lstStyle/>
          <a:p>
            <a:fld id="{45D37B1E-C366-494F-A587-962AD9AABC83}" type="slidenum">
              <a:rPr lang="da-DK" smtClean="0"/>
              <a:pPr/>
              <a:t>35</a:t>
            </a:fld>
            <a:endParaRPr lang="da-DK" dirty="0"/>
          </a:p>
        </p:txBody>
      </p:sp>
      <p:sp>
        <p:nvSpPr>
          <p:cNvPr id="6" name="TextBox 5">
            <a:extLst>
              <a:ext uri="{FF2B5EF4-FFF2-40B4-BE49-F238E27FC236}">
                <a16:creationId xmlns:a16="http://schemas.microsoft.com/office/drawing/2014/main" id="{755B3EC2-DBB5-75F3-7B82-C9B889AAF3FB}"/>
              </a:ext>
            </a:extLst>
          </p:cNvPr>
          <p:cNvSpPr txBox="1"/>
          <p:nvPr/>
        </p:nvSpPr>
        <p:spPr>
          <a:xfrm>
            <a:off x="10206681" y="6142525"/>
            <a:ext cx="947247" cy="246221"/>
          </a:xfrm>
          <a:prstGeom prst="rect">
            <a:avLst/>
          </a:prstGeom>
          <a:noFill/>
        </p:spPr>
        <p:txBody>
          <a:bodyPr wrap="none" lIns="0" tIns="0" rIns="0" bIns="0" rtlCol="0">
            <a:spAutoFit/>
          </a:bodyPr>
          <a:lstStyle/>
          <a:p>
            <a:r>
              <a:rPr lang="da-DK" sz="1600" dirty="0"/>
              <a:t>TEU Art. 3</a:t>
            </a:r>
          </a:p>
        </p:txBody>
      </p:sp>
    </p:spTree>
    <p:extLst>
      <p:ext uri="{BB962C8B-B14F-4D97-AF65-F5344CB8AC3E}">
        <p14:creationId xmlns:p14="http://schemas.microsoft.com/office/powerpoint/2010/main" val="42408022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54EB5-50DA-F1FF-A405-E46211BD66FB}"/>
              </a:ext>
            </a:extLst>
          </p:cNvPr>
          <p:cNvSpPr>
            <a:spLocks noGrp="1"/>
          </p:cNvSpPr>
          <p:nvPr>
            <p:ph type="title"/>
          </p:nvPr>
        </p:nvSpPr>
        <p:spPr/>
        <p:txBody>
          <a:bodyPr/>
          <a:lstStyle/>
          <a:p>
            <a:r>
              <a:rPr lang="da-DK" dirty="0" err="1"/>
              <a:t>DSAs</a:t>
            </a:r>
            <a:r>
              <a:rPr lang="da-DK" dirty="0"/>
              <a:t> formål</a:t>
            </a:r>
          </a:p>
        </p:txBody>
      </p:sp>
      <p:sp>
        <p:nvSpPr>
          <p:cNvPr id="3" name="Content Placeholder 2">
            <a:extLst>
              <a:ext uri="{FF2B5EF4-FFF2-40B4-BE49-F238E27FC236}">
                <a16:creationId xmlns:a16="http://schemas.microsoft.com/office/drawing/2014/main" id="{1B1265A8-413E-8931-1BB5-E5FA81506ED6}"/>
              </a:ext>
            </a:extLst>
          </p:cNvPr>
          <p:cNvSpPr>
            <a:spLocks noGrp="1"/>
          </p:cNvSpPr>
          <p:nvPr>
            <p:ph sz="quarter" idx="19"/>
          </p:nvPr>
        </p:nvSpPr>
        <p:spPr/>
        <p:txBody>
          <a:bodyPr/>
          <a:lstStyle/>
          <a:p>
            <a:pPr marL="0" indent="0" algn="ctr">
              <a:buNone/>
            </a:pPr>
            <a:r>
              <a:rPr lang="en-US" dirty="0"/>
              <a:t>Artikel 1</a:t>
            </a:r>
          </a:p>
          <a:p>
            <a:pPr marL="0" indent="0" algn="ctr">
              <a:buNone/>
            </a:pPr>
            <a:endParaRPr lang="en-US" dirty="0"/>
          </a:p>
          <a:p>
            <a:pPr marL="0" indent="0" algn="ctr">
              <a:buNone/>
            </a:pPr>
            <a:r>
              <a:rPr lang="da-DK" dirty="0"/>
              <a:t>1.   Formålet med denne forordning er at bidrage til et </a:t>
            </a:r>
            <a:r>
              <a:rPr lang="da-DK" b="1" dirty="0"/>
              <a:t>velfungerende indre marked for formidlingstjenester,</a:t>
            </a:r>
            <a:r>
              <a:rPr lang="da-DK" dirty="0"/>
              <a:t> ved at fastsætte harmoniserede regler for et sikkert, forudsigeligt og pålideligt onlinemiljø, der fremmer innovation, og hvori de </a:t>
            </a:r>
            <a:r>
              <a:rPr lang="da-DK" dirty="0">
                <a:solidFill>
                  <a:srgbClr val="0070C0"/>
                </a:solidFill>
              </a:rPr>
              <a:t>grundlæggende rettigheder</a:t>
            </a:r>
            <a:r>
              <a:rPr lang="da-DK" dirty="0"/>
              <a:t>, der er nedfældet i chartret, herunder princippet om forbrugerbeskyttelse, beskyttes effektivt.</a:t>
            </a:r>
          </a:p>
          <a:p>
            <a:pPr algn="ctr"/>
            <a:endParaRPr lang="da-DK" dirty="0"/>
          </a:p>
          <a:p>
            <a:pPr algn="ctr"/>
            <a:endParaRPr lang="da-DK" dirty="0"/>
          </a:p>
        </p:txBody>
      </p:sp>
      <p:sp>
        <p:nvSpPr>
          <p:cNvPr id="4" name="Date Placeholder 3">
            <a:extLst>
              <a:ext uri="{FF2B5EF4-FFF2-40B4-BE49-F238E27FC236}">
                <a16:creationId xmlns:a16="http://schemas.microsoft.com/office/drawing/2014/main" id="{A971990F-D447-4A14-E1E7-0FAF48652822}"/>
              </a:ext>
            </a:extLst>
          </p:cNvPr>
          <p:cNvSpPr>
            <a:spLocks noGrp="1"/>
          </p:cNvSpPr>
          <p:nvPr>
            <p:ph type="dt" sz="half" idx="20"/>
          </p:nvPr>
        </p:nvSpPr>
        <p:spPr/>
        <p:txBody>
          <a:bodyPr/>
          <a:lstStyle/>
          <a:p>
            <a:fld id="{0DAA0FD8-F780-4D1C-A766-20A5423AE4F2}" type="datetime1">
              <a:rPr lang="da-DK" smtClean="0"/>
              <a:t>08.01.2026</a:t>
            </a:fld>
            <a:endParaRPr lang="da-DK" dirty="0"/>
          </a:p>
        </p:txBody>
      </p:sp>
      <p:sp>
        <p:nvSpPr>
          <p:cNvPr id="5" name="Slide Number Placeholder 4">
            <a:extLst>
              <a:ext uri="{FF2B5EF4-FFF2-40B4-BE49-F238E27FC236}">
                <a16:creationId xmlns:a16="http://schemas.microsoft.com/office/drawing/2014/main" id="{5F629DEF-680A-C216-9849-D967EC787ED1}"/>
              </a:ext>
            </a:extLst>
          </p:cNvPr>
          <p:cNvSpPr>
            <a:spLocks noGrp="1"/>
          </p:cNvSpPr>
          <p:nvPr>
            <p:ph type="sldNum" sz="quarter" idx="22"/>
          </p:nvPr>
        </p:nvSpPr>
        <p:spPr/>
        <p:txBody>
          <a:bodyPr/>
          <a:lstStyle/>
          <a:p>
            <a:fld id="{45D37B1E-C366-494F-A587-962AD9AABC83}" type="slidenum">
              <a:rPr lang="da-DK" smtClean="0"/>
              <a:pPr/>
              <a:t>36</a:t>
            </a:fld>
            <a:endParaRPr lang="da-DK" dirty="0"/>
          </a:p>
        </p:txBody>
      </p:sp>
    </p:spTree>
    <p:extLst>
      <p:ext uri="{BB962C8B-B14F-4D97-AF65-F5344CB8AC3E}">
        <p14:creationId xmlns:p14="http://schemas.microsoft.com/office/powerpoint/2010/main" val="3583810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F66B0-D7B6-CCE0-D5B3-C411D3EA4F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728621-5416-11D7-23AF-B5109BE8BD33}"/>
              </a:ext>
            </a:extLst>
          </p:cNvPr>
          <p:cNvSpPr>
            <a:spLocks noGrp="1"/>
          </p:cNvSpPr>
          <p:nvPr>
            <p:ph type="title"/>
          </p:nvPr>
        </p:nvSpPr>
        <p:spPr/>
        <p:txBody>
          <a:bodyPr/>
          <a:lstStyle/>
          <a:p>
            <a:r>
              <a:rPr lang="da-DK" dirty="0"/>
              <a:t>DSA Artikel 28 - </a:t>
            </a:r>
            <a:r>
              <a:rPr lang="en-US" dirty="0"/>
              <a:t>Online </a:t>
            </a:r>
            <a:r>
              <a:rPr lang="en-US" dirty="0" err="1"/>
              <a:t>beskyttelse</a:t>
            </a:r>
            <a:r>
              <a:rPr lang="en-US" dirty="0"/>
              <a:t> </a:t>
            </a:r>
            <a:r>
              <a:rPr lang="en-US" dirty="0" err="1"/>
              <a:t>af</a:t>
            </a:r>
            <a:r>
              <a:rPr lang="en-US" dirty="0"/>
              <a:t> </a:t>
            </a:r>
            <a:r>
              <a:rPr lang="en-US" dirty="0" err="1"/>
              <a:t>mindreårige</a:t>
            </a:r>
            <a:br>
              <a:rPr lang="en-US" dirty="0"/>
            </a:br>
            <a:endParaRPr lang="da-DK" dirty="0"/>
          </a:p>
        </p:txBody>
      </p:sp>
      <p:sp>
        <p:nvSpPr>
          <p:cNvPr id="3" name="Content Placeholder 2">
            <a:extLst>
              <a:ext uri="{FF2B5EF4-FFF2-40B4-BE49-F238E27FC236}">
                <a16:creationId xmlns:a16="http://schemas.microsoft.com/office/drawing/2014/main" id="{033B7508-20B6-BCF3-BB73-6450DB019938}"/>
              </a:ext>
            </a:extLst>
          </p:cNvPr>
          <p:cNvSpPr>
            <a:spLocks noGrp="1"/>
          </p:cNvSpPr>
          <p:nvPr>
            <p:ph sz="quarter" idx="19"/>
          </p:nvPr>
        </p:nvSpPr>
        <p:spPr/>
        <p:txBody>
          <a:bodyPr/>
          <a:lstStyle/>
          <a:p>
            <a:pPr marL="0" indent="0">
              <a:buNone/>
            </a:pPr>
            <a:r>
              <a:rPr lang="da-DK" dirty="0"/>
              <a:t>1. </a:t>
            </a:r>
            <a:r>
              <a:rPr lang="da-DK" dirty="0">
                <a:solidFill>
                  <a:srgbClr val="0070C0"/>
                </a:solidFill>
              </a:rPr>
              <a:t>Udbydere af onlineplatforme</a:t>
            </a:r>
            <a:r>
              <a:rPr lang="da-DK" dirty="0"/>
              <a:t>, der er </a:t>
            </a:r>
            <a:r>
              <a:rPr lang="da-DK" dirty="0">
                <a:solidFill>
                  <a:schemeClr val="accent6">
                    <a:lumMod val="75000"/>
                  </a:schemeClr>
                </a:solidFill>
              </a:rPr>
              <a:t>tilgængelige for </a:t>
            </a:r>
            <a:r>
              <a:rPr lang="da-DK" dirty="0">
                <a:solidFill>
                  <a:schemeClr val="accent6">
                    <a:lumMod val="60000"/>
                    <a:lumOff val="40000"/>
                  </a:schemeClr>
                </a:solidFill>
              </a:rPr>
              <a:t>mindreårige</a:t>
            </a:r>
            <a:r>
              <a:rPr lang="da-DK" dirty="0"/>
              <a:t>, indfører </a:t>
            </a:r>
            <a:r>
              <a:rPr lang="da-DK" dirty="0">
                <a:solidFill>
                  <a:schemeClr val="accent2">
                    <a:lumMod val="75000"/>
                  </a:schemeClr>
                </a:solidFill>
              </a:rPr>
              <a:t>passende og forholdsmæssige foranstaltninger</a:t>
            </a:r>
            <a:r>
              <a:rPr lang="da-DK" dirty="0"/>
              <a:t> til at sikre et </a:t>
            </a:r>
            <a:r>
              <a:rPr lang="da-DK" dirty="0">
                <a:solidFill>
                  <a:schemeClr val="accent3">
                    <a:lumMod val="50000"/>
                  </a:schemeClr>
                </a:solidFill>
              </a:rPr>
              <a:t>højt niveau af privatlivets fred, tryghed og sikkerhed for mindreårige </a:t>
            </a:r>
            <a:r>
              <a:rPr lang="da-DK" dirty="0"/>
              <a:t>på deres tjeneste.</a:t>
            </a:r>
          </a:p>
          <a:p>
            <a:endParaRPr lang="da-DK" dirty="0"/>
          </a:p>
        </p:txBody>
      </p:sp>
      <p:sp>
        <p:nvSpPr>
          <p:cNvPr id="4" name="Date Placeholder 3">
            <a:extLst>
              <a:ext uri="{FF2B5EF4-FFF2-40B4-BE49-F238E27FC236}">
                <a16:creationId xmlns:a16="http://schemas.microsoft.com/office/drawing/2014/main" id="{6B2B0342-7D2E-EA3C-6D5D-B621B09F776E}"/>
              </a:ext>
            </a:extLst>
          </p:cNvPr>
          <p:cNvSpPr>
            <a:spLocks noGrp="1"/>
          </p:cNvSpPr>
          <p:nvPr>
            <p:ph type="dt" sz="half" idx="20"/>
          </p:nvPr>
        </p:nvSpPr>
        <p:spPr/>
        <p:txBody>
          <a:bodyPr/>
          <a:lstStyle/>
          <a:p>
            <a:fld id="{0EEDF008-8E5D-4B89-BC24-CA90730076BD}" type="datetime1">
              <a:rPr lang="da-DK" smtClean="0"/>
              <a:t>08.01.2026</a:t>
            </a:fld>
            <a:endParaRPr lang="da-DK" dirty="0"/>
          </a:p>
        </p:txBody>
      </p:sp>
      <p:sp>
        <p:nvSpPr>
          <p:cNvPr id="5" name="Slide Number Placeholder 4">
            <a:extLst>
              <a:ext uri="{FF2B5EF4-FFF2-40B4-BE49-F238E27FC236}">
                <a16:creationId xmlns:a16="http://schemas.microsoft.com/office/drawing/2014/main" id="{07603841-63D8-70DA-EB3E-D631D5A7629E}"/>
              </a:ext>
            </a:extLst>
          </p:cNvPr>
          <p:cNvSpPr>
            <a:spLocks noGrp="1"/>
          </p:cNvSpPr>
          <p:nvPr>
            <p:ph type="sldNum" sz="quarter" idx="22"/>
          </p:nvPr>
        </p:nvSpPr>
        <p:spPr/>
        <p:txBody>
          <a:bodyPr/>
          <a:lstStyle/>
          <a:p>
            <a:fld id="{45D37B1E-C366-494F-A587-962AD9AABC83}" type="slidenum">
              <a:rPr lang="da-DK" smtClean="0"/>
              <a:pPr/>
              <a:t>37</a:t>
            </a:fld>
            <a:endParaRPr lang="da-DK" dirty="0"/>
          </a:p>
        </p:txBody>
      </p:sp>
      <p:sp>
        <p:nvSpPr>
          <p:cNvPr id="6" name="Oval 5">
            <a:extLst>
              <a:ext uri="{FF2B5EF4-FFF2-40B4-BE49-F238E27FC236}">
                <a16:creationId xmlns:a16="http://schemas.microsoft.com/office/drawing/2014/main" id="{611288E9-FF06-4C99-9F04-9FED84427A28}"/>
              </a:ext>
            </a:extLst>
          </p:cNvPr>
          <p:cNvSpPr/>
          <p:nvPr/>
        </p:nvSpPr>
        <p:spPr>
          <a:xfrm>
            <a:off x="488605" y="1820529"/>
            <a:ext cx="2786858" cy="549692"/>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a-DK" sz="1600" dirty="0" err="1"/>
          </a:p>
        </p:txBody>
      </p:sp>
      <p:sp>
        <p:nvSpPr>
          <p:cNvPr id="9" name="TextBox 8">
            <a:extLst>
              <a:ext uri="{FF2B5EF4-FFF2-40B4-BE49-F238E27FC236}">
                <a16:creationId xmlns:a16="http://schemas.microsoft.com/office/drawing/2014/main" id="{EAC01EA5-1070-5A10-938C-9E01858E0E38}"/>
              </a:ext>
            </a:extLst>
          </p:cNvPr>
          <p:cNvSpPr txBox="1"/>
          <p:nvPr/>
        </p:nvSpPr>
        <p:spPr>
          <a:xfrm>
            <a:off x="410400" y="2677026"/>
            <a:ext cx="2120773" cy="246221"/>
          </a:xfrm>
          <a:prstGeom prst="rect">
            <a:avLst/>
          </a:prstGeom>
          <a:noFill/>
        </p:spPr>
        <p:txBody>
          <a:bodyPr wrap="none" lIns="0" tIns="0" rIns="0" bIns="0" rtlCol="0">
            <a:spAutoFit/>
          </a:bodyPr>
          <a:lstStyle/>
          <a:p>
            <a:r>
              <a:rPr lang="da-DK" sz="1600" dirty="0">
                <a:solidFill>
                  <a:srgbClr val="0070C0"/>
                </a:solidFill>
              </a:rPr>
              <a:t>Hvem skal gøre noget?</a:t>
            </a:r>
          </a:p>
        </p:txBody>
      </p:sp>
      <p:cxnSp>
        <p:nvCxnSpPr>
          <p:cNvPr id="11" name="Straight Arrow Connector 10">
            <a:extLst>
              <a:ext uri="{FF2B5EF4-FFF2-40B4-BE49-F238E27FC236}">
                <a16:creationId xmlns:a16="http://schemas.microsoft.com/office/drawing/2014/main" id="{9B6CC3EB-B6D8-A780-1EE2-3A2D4A0E8BF2}"/>
              </a:ext>
            </a:extLst>
          </p:cNvPr>
          <p:cNvCxnSpPr/>
          <p:nvPr/>
        </p:nvCxnSpPr>
        <p:spPr>
          <a:xfrm flipV="1">
            <a:off x="1738563" y="2304047"/>
            <a:ext cx="204537" cy="372979"/>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33434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769DC-88F4-6446-87D9-15CFEF6BF31C}"/>
              </a:ext>
            </a:extLst>
          </p:cNvPr>
          <p:cNvSpPr>
            <a:spLocks noGrp="1"/>
          </p:cNvSpPr>
          <p:nvPr>
            <p:ph type="title"/>
          </p:nvPr>
        </p:nvSpPr>
        <p:spPr/>
        <p:txBody>
          <a:bodyPr/>
          <a:lstStyle/>
          <a:p>
            <a:r>
              <a:rPr lang="da-DK" dirty="0"/>
              <a:t>Definitioner givet i DSA</a:t>
            </a:r>
          </a:p>
        </p:txBody>
      </p:sp>
      <p:sp>
        <p:nvSpPr>
          <p:cNvPr id="3" name="Content Placeholder 2">
            <a:extLst>
              <a:ext uri="{FF2B5EF4-FFF2-40B4-BE49-F238E27FC236}">
                <a16:creationId xmlns:a16="http://schemas.microsoft.com/office/drawing/2014/main" id="{46E3AC38-3E28-C5C8-880E-969CBFE75A25}"/>
              </a:ext>
            </a:extLst>
          </p:cNvPr>
          <p:cNvSpPr>
            <a:spLocks noGrp="1"/>
          </p:cNvSpPr>
          <p:nvPr>
            <p:ph sz="quarter" idx="19"/>
          </p:nvPr>
        </p:nvSpPr>
        <p:spPr/>
        <p:txBody>
          <a:bodyPr/>
          <a:lstStyle/>
          <a:p>
            <a:endParaRPr lang="da-DK" dirty="0"/>
          </a:p>
          <a:p>
            <a:r>
              <a:rPr lang="en-US" dirty="0"/>
              <a:t>Art. 3 (i)</a:t>
            </a:r>
            <a:r>
              <a:rPr lang="da-DK" dirty="0"/>
              <a:t>  »onlineplatform«: en oplagringstjeneste, som på anmodning af en tjenestemodtager lagrer og udbreder information til offentligheden, </a:t>
            </a:r>
          </a:p>
          <a:p>
            <a:pPr lvl="1"/>
            <a:r>
              <a:rPr lang="da-DK" dirty="0"/>
              <a:t>medmindre denne aktivitet udgør en mindre og rent accessorisk funktion, der er knyttet til en anden tjeneste, eller udgør en mindre funktionalitet ved den primære tjeneste, og som af objektive og tekniske grunde ikke kan anvendes uden denne anden tjeneste, og hvis integration i den anden tjeneste af denne funktion eller funktionalitet ikke er et middel til at omgå anvendeligheden af denne forordning.</a:t>
            </a:r>
          </a:p>
          <a:p>
            <a:pPr lvl="1"/>
            <a:endParaRPr lang="da-DK" dirty="0"/>
          </a:p>
          <a:p>
            <a:pPr lvl="1"/>
            <a:r>
              <a:rPr lang="da-DK" dirty="0"/>
              <a:t>Undtaget: Mikro- og små virksomheder (art. 19)</a:t>
            </a:r>
          </a:p>
        </p:txBody>
      </p:sp>
      <p:sp>
        <p:nvSpPr>
          <p:cNvPr id="4" name="Date Placeholder 3">
            <a:extLst>
              <a:ext uri="{FF2B5EF4-FFF2-40B4-BE49-F238E27FC236}">
                <a16:creationId xmlns:a16="http://schemas.microsoft.com/office/drawing/2014/main" id="{154D5801-4956-DA29-71B1-AEE8E071D345}"/>
              </a:ext>
            </a:extLst>
          </p:cNvPr>
          <p:cNvSpPr>
            <a:spLocks noGrp="1"/>
          </p:cNvSpPr>
          <p:nvPr>
            <p:ph type="dt" sz="half" idx="20"/>
          </p:nvPr>
        </p:nvSpPr>
        <p:spPr/>
        <p:txBody>
          <a:bodyPr/>
          <a:lstStyle/>
          <a:p>
            <a:fld id="{12BB01EA-4A5D-49E6-806D-8A8EB3DBDFF6}" type="datetime1">
              <a:rPr lang="da-DK" smtClean="0"/>
              <a:t>08.01.2026</a:t>
            </a:fld>
            <a:endParaRPr lang="da-DK" dirty="0"/>
          </a:p>
        </p:txBody>
      </p:sp>
      <p:sp>
        <p:nvSpPr>
          <p:cNvPr id="5" name="Slide Number Placeholder 4">
            <a:extLst>
              <a:ext uri="{FF2B5EF4-FFF2-40B4-BE49-F238E27FC236}">
                <a16:creationId xmlns:a16="http://schemas.microsoft.com/office/drawing/2014/main" id="{C6747F0F-9722-1BFF-348A-F3DF249ABEA8}"/>
              </a:ext>
            </a:extLst>
          </p:cNvPr>
          <p:cNvSpPr>
            <a:spLocks noGrp="1"/>
          </p:cNvSpPr>
          <p:nvPr>
            <p:ph type="sldNum" sz="quarter" idx="22"/>
          </p:nvPr>
        </p:nvSpPr>
        <p:spPr/>
        <p:txBody>
          <a:bodyPr/>
          <a:lstStyle/>
          <a:p>
            <a:fld id="{45D37B1E-C366-494F-A587-962AD9AABC83}" type="slidenum">
              <a:rPr lang="da-DK" smtClean="0"/>
              <a:pPr/>
              <a:t>38</a:t>
            </a:fld>
            <a:endParaRPr lang="da-DK" dirty="0"/>
          </a:p>
        </p:txBody>
      </p:sp>
    </p:spTree>
    <p:extLst>
      <p:ext uri="{BB962C8B-B14F-4D97-AF65-F5344CB8AC3E}">
        <p14:creationId xmlns:p14="http://schemas.microsoft.com/office/powerpoint/2010/main" val="8296062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33D7B-7E26-BB1F-B46A-40AA8C73A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0AD41-1D87-AE13-3B33-C6F5D4437421}"/>
              </a:ext>
            </a:extLst>
          </p:cNvPr>
          <p:cNvSpPr>
            <a:spLocks noGrp="1"/>
          </p:cNvSpPr>
          <p:nvPr>
            <p:ph type="title"/>
          </p:nvPr>
        </p:nvSpPr>
        <p:spPr/>
        <p:txBody>
          <a:bodyPr/>
          <a:lstStyle/>
          <a:p>
            <a:r>
              <a:rPr lang="da-DK" dirty="0"/>
              <a:t>DSA Artikel 28 – </a:t>
            </a:r>
            <a:r>
              <a:rPr lang="en-US" dirty="0" err="1"/>
              <a:t>hvad</a:t>
            </a:r>
            <a:r>
              <a:rPr lang="en-US" dirty="0"/>
              <a:t> </a:t>
            </a:r>
            <a:r>
              <a:rPr lang="en-US" dirty="0" err="1"/>
              <a:t>kan</a:t>
            </a:r>
            <a:r>
              <a:rPr lang="en-US" dirty="0"/>
              <a:t>/</a:t>
            </a:r>
            <a:r>
              <a:rPr lang="en-US" dirty="0" err="1"/>
              <a:t>skal</a:t>
            </a:r>
            <a:r>
              <a:rPr lang="en-US" dirty="0"/>
              <a:t> </a:t>
            </a:r>
            <a:r>
              <a:rPr lang="en-US" dirty="0" err="1"/>
              <a:t>fortolkes</a:t>
            </a:r>
            <a:br>
              <a:rPr lang="en-US" dirty="0"/>
            </a:br>
            <a:endParaRPr lang="da-DK" dirty="0"/>
          </a:p>
        </p:txBody>
      </p:sp>
      <p:sp>
        <p:nvSpPr>
          <p:cNvPr id="3" name="Content Placeholder 2">
            <a:extLst>
              <a:ext uri="{FF2B5EF4-FFF2-40B4-BE49-F238E27FC236}">
                <a16:creationId xmlns:a16="http://schemas.microsoft.com/office/drawing/2014/main" id="{725A1C39-408D-11F8-485D-8B487BA379DF}"/>
              </a:ext>
            </a:extLst>
          </p:cNvPr>
          <p:cNvSpPr>
            <a:spLocks noGrp="1"/>
          </p:cNvSpPr>
          <p:nvPr>
            <p:ph sz="quarter" idx="19"/>
          </p:nvPr>
        </p:nvSpPr>
        <p:spPr/>
        <p:txBody>
          <a:bodyPr/>
          <a:lstStyle/>
          <a:p>
            <a:pPr marL="0" indent="0">
              <a:buNone/>
            </a:pPr>
            <a:r>
              <a:rPr lang="da-DK" dirty="0"/>
              <a:t>1. </a:t>
            </a:r>
            <a:r>
              <a:rPr lang="da-DK" dirty="0">
                <a:solidFill>
                  <a:srgbClr val="0070C0"/>
                </a:solidFill>
              </a:rPr>
              <a:t>Udbydere af onlineplatforme</a:t>
            </a:r>
            <a:r>
              <a:rPr lang="da-DK" dirty="0"/>
              <a:t>, der er </a:t>
            </a:r>
            <a:r>
              <a:rPr lang="da-DK" dirty="0">
                <a:solidFill>
                  <a:schemeClr val="accent6">
                    <a:lumMod val="75000"/>
                  </a:schemeClr>
                </a:solidFill>
              </a:rPr>
              <a:t>tilgængelige for </a:t>
            </a:r>
            <a:r>
              <a:rPr lang="da-DK" dirty="0">
                <a:solidFill>
                  <a:schemeClr val="accent6">
                    <a:lumMod val="60000"/>
                    <a:lumOff val="40000"/>
                  </a:schemeClr>
                </a:solidFill>
              </a:rPr>
              <a:t>mindreårige</a:t>
            </a:r>
            <a:r>
              <a:rPr lang="da-DK" dirty="0"/>
              <a:t>, indfører </a:t>
            </a:r>
            <a:r>
              <a:rPr lang="da-DK" dirty="0">
                <a:solidFill>
                  <a:schemeClr val="accent2">
                    <a:lumMod val="75000"/>
                  </a:schemeClr>
                </a:solidFill>
              </a:rPr>
              <a:t>passende og forholdsmæssige foranstaltninger</a:t>
            </a:r>
            <a:r>
              <a:rPr lang="da-DK" dirty="0"/>
              <a:t> til at sikre et </a:t>
            </a:r>
            <a:r>
              <a:rPr lang="da-DK" dirty="0">
                <a:solidFill>
                  <a:schemeClr val="accent3">
                    <a:lumMod val="50000"/>
                  </a:schemeClr>
                </a:solidFill>
              </a:rPr>
              <a:t>højt niveau af privatlivets fred, tryghed og sikkerhed for mindreårige </a:t>
            </a:r>
            <a:r>
              <a:rPr lang="da-DK" dirty="0"/>
              <a:t>på deres tjeneste.</a:t>
            </a:r>
          </a:p>
          <a:p>
            <a:endParaRPr lang="da-DK" dirty="0"/>
          </a:p>
        </p:txBody>
      </p:sp>
      <p:sp>
        <p:nvSpPr>
          <p:cNvPr id="4" name="Date Placeholder 3">
            <a:extLst>
              <a:ext uri="{FF2B5EF4-FFF2-40B4-BE49-F238E27FC236}">
                <a16:creationId xmlns:a16="http://schemas.microsoft.com/office/drawing/2014/main" id="{4E8516D0-71AD-7934-19DF-69007F328E45}"/>
              </a:ext>
            </a:extLst>
          </p:cNvPr>
          <p:cNvSpPr>
            <a:spLocks noGrp="1"/>
          </p:cNvSpPr>
          <p:nvPr>
            <p:ph type="dt" sz="half" idx="20"/>
          </p:nvPr>
        </p:nvSpPr>
        <p:spPr/>
        <p:txBody>
          <a:bodyPr/>
          <a:lstStyle/>
          <a:p>
            <a:fld id="{0EEDF008-8E5D-4B89-BC24-CA90730076BD}" type="datetime1">
              <a:rPr lang="da-DK" smtClean="0"/>
              <a:t>08.01.2026</a:t>
            </a:fld>
            <a:endParaRPr lang="da-DK" dirty="0"/>
          </a:p>
        </p:txBody>
      </p:sp>
      <p:sp>
        <p:nvSpPr>
          <p:cNvPr id="5" name="Slide Number Placeholder 4">
            <a:extLst>
              <a:ext uri="{FF2B5EF4-FFF2-40B4-BE49-F238E27FC236}">
                <a16:creationId xmlns:a16="http://schemas.microsoft.com/office/drawing/2014/main" id="{16D14E08-31C7-CFF3-A038-56C55C175781}"/>
              </a:ext>
            </a:extLst>
          </p:cNvPr>
          <p:cNvSpPr>
            <a:spLocks noGrp="1"/>
          </p:cNvSpPr>
          <p:nvPr>
            <p:ph type="sldNum" sz="quarter" idx="22"/>
          </p:nvPr>
        </p:nvSpPr>
        <p:spPr/>
        <p:txBody>
          <a:bodyPr/>
          <a:lstStyle/>
          <a:p>
            <a:fld id="{45D37B1E-C366-494F-A587-962AD9AABC83}" type="slidenum">
              <a:rPr lang="da-DK" smtClean="0"/>
              <a:pPr/>
              <a:t>39</a:t>
            </a:fld>
            <a:endParaRPr lang="da-DK" dirty="0"/>
          </a:p>
        </p:txBody>
      </p:sp>
      <p:cxnSp>
        <p:nvCxnSpPr>
          <p:cNvPr id="7" name="Straight Arrow Connector 6">
            <a:extLst>
              <a:ext uri="{FF2B5EF4-FFF2-40B4-BE49-F238E27FC236}">
                <a16:creationId xmlns:a16="http://schemas.microsoft.com/office/drawing/2014/main" id="{6793DE5B-C057-8253-FED4-A4968C065912}"/>
              </a:ext>
            </a:extLst>
          </p:cNvPr>
          <p:cNvCxnSpPr>
            <a:cxnSpLocks/>
          </p:cNvCxnSpPr>
          <p:nvPr/>
        </p:nvCxnSpPr>
        <p:spPr>
          <a:xfrm flipH="1">
            <a:off x="4504182" y="1700213"/>
            <a:ext cx="98474" cy="374772"/>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39102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100A1-56B2-0B9C-4B07-C3F030F57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D28749-64F2-B4B9-2A7E-EA59B6121C78}"/>
              </a:ext>
            </a:extLst>
          </p:cNvPr>
          <p:cNvSpPr>
            <a:spLocks noGrp="1"/>
          </p:cNvSpPr>
          <p:nvPr>
            <p:ph type="title"/>
          </p:nvPr>
        </p:nvSpPr>
        <p:spPr/>
        <p:txBody>
          <a:bodyPr/>
          <a:lstStyle/>
          <a:p>
            <a:r>
              <a:rPr lang="da-DK" dirty="0"/>
              <a:t>DSA Præambel 71 – beskyttelse af mindreårige</a:t>
            </a:r>
          </a:p>
        </p:txBody>
      </p:sp>
      <p:sp>
        <p:nvSpPr>
          <p:cNvPr id="3" name="Content Placeholder 2">
            <a:extLst>
              <a:ext uri="{FF2B5EF4-FFF2-40B4-BE49-F238E27FC236}">
                <a16:creationId xmlns:a16="http://schemas.microsoft.com/office/drawing/2014/main" id="{6B5B95D6-FB29-575D-5E1F-A511E1A63584}"/>
              </a:ext>
            </a:extLst>
          </p:cNvPr>
          <p:cNvSpPr>
            <a:spLocks noGrp="1"/>
          </p:cNvSpPr>
          <p:nvPr>
            <p:ph sz="quarter" idx="19"/>
          </p:nvPr>
        </p:nvSpPr>
        <p:spPr>
          <a:xfrm>
            <a:off x="411163" y="1757021"/>
            <a:ext cx="10961237" cy="3864462"/>
          </a:xfrm>
        </p:spPr>
        <p:txBody>
          <a:bodyPr/>
          <a:lstStyle/>
          <a:p>
            <a:pPr marL="0" indent="0">
              <a:buNone/>
            </a:pPr>
            <a:r>
              <a:rPr lang="da-DK" dirty="0"/>
              <a:t>Beskyttelse af mindreårige er et vigtigt politisk mål for Unionen. En onlineplatform kan anses for at være tilgængelig for mindreårige, hvis dens vilkår og betingelser tillader mindreårige at bruge tjenesten, når dens tjeneste er rettet mod eller overvejende anvendes af mindreårige, eller hvis udbyderen på anden måde er klar over, at nogle af modtagerne af dens tjeneste er mindreårige, f.eks. fordi den allerede behandler personoplysninger om modtageren af dens tjeneste, der afslører deres alder til andre formål. Udbydere af onlineplatforme, der anvendes af mindreårige, bør træffe passende og forholdsmæssige foranstaltninger for at beskytte mindreårige, f.eks. ved at udforme deres onlinegrænseflader eller dele heraf med det højeste niveau af privatlivets fred, tryghed og sikkerhed for mindreårige som standard, hvis det er relevant, eller ved at vedtage standarder for beskyttelse af mindreårige eller ved at deltage i adfærdskodekser til beskyttelse af mindreårige. De bør tage hensyn til bedste praksis og tilgængelig vejledning, f.eks. Kommissionens meddelelsen om Et digitalt årti for børn og unge: den nye europæiske strategi for et bedre internet for børn (BIK+). Udbydere af onlineplatforme bør ikke vise reklamer baseret på profilering ved brug af personoplysninger om tjenestemodtageren, hvis de med rimelig sikkerhed er klar over, at tjenestemodtageren er mindreårig. I overensstemmelse med forordning (EU) 2016/679, navnlig princippet om dataminimering, jf. nævnte forordnings artikel 5, stk. 1, litra c), bør dette forbud ikke føre til, at udbyderen af onlineplatformen opbevarer, erhverver eller behandler flere personoplysninger, end udbyderen allerede har for at vurdere, om tjenestemodtageren er mindreårig. Denne forpligtelse bør derfor ikke tilskynde udbydere af onlineplatforme til at indsamle tjenestemodtagerens alder, inden de anvendes. </a:t>
            </a:r>
            <a:r>
              <a:rPr lang="da-DK"/>
              <a:t>Dette bør ikke berøre EU-retten om beskyttelse af personoplysninger.</a:t>
            </a:r>
            <a:endParaRPr lang="da-DK" dirty="0"/>
          </a:p>
        </p:txBody>
      </p:sp>
      <p:sp>
        <p:nvSpPr>
          <p:cNvPr id="4" name="Date Placeholder 3">
            <a:extLst>
              <a:ext uri="{FF2B5EF4-FFF2-40B4-BE49-F238E27FC236}">
                <a16:creationId xmlns:a16="http://schemas.microsoft.com/office/drawing/2014/main" id="{CF59DEE3-8FEC-F5D9-04F3-69D5A3072156}"/>
              </a:ext>
            </a:extLst>
          </p:cNvPr>
          <p:cNvSpPr>
            <a:spLocks noGrp="1"/>
          </p:cNvSpPr>
          <p:nvPr>
            <p:ph type="dt" sz="half" idx="20"/>
          </p:nvPr>
        </p:nvSpPr>
        <p:spPr/>
        <p:txBody>
          <a:bodyPr/>
          <a:lstStyle/>
          <a:p>
            <a:fld id="{033308BB-F33B-4D26-9F6C-FE9844FFCB42}" type="datetime1">
              <a:rPr lang="da-DK" smtClean="0"/>
              <a:t>08.01.2026</a:t>
            </a:fld>
            <a:endParaRPr lang="da-DK" dirty="0"/>
          </a:p>
        </p:txBody>
      </p:sp>
      <p:sp>
        <p:nvSpPr>
          <p:cNvPr id="5" name="Slide Number Placeholder 4">
            <a:extLst>
              <a:ext uri="{FF2B5EF4-FFF2-40B4-BE49-F238E27FC236}">
                <a16:creationId xmlns:a16="http://schemas.microsoft.com/office/drawing/2014/main" id="{92055D91-4BBF-9110-A33F-7E7BB14953F8}"/>
              </a:ext>
            </a:extLst>
          </p:cNvPr>
          <p:cNvSpPr>
            <a:spLocks noGrp="1"/>
          </p:cNvSpPr>
          <p:nvPr>
            <p:ph type="sldNum" sz="quarter" idx="22"/>
          </p:nvPr>
        </p:nvSpPr>
        <p:spPr/>
        <p:txBody>
          <a:bodyPr/>
          <a:lstStyle/>
          <a:p>
            <a:fld id="{45D37B1E-C366-494F-A587-962AD9AABC83}" type="slidenum">
              <a:rPr lang="da-DK" smtClean="0"/>
              <a:pPr/>
              <a:t>40</a:t>
            </a:fld>
            <a:endParaRPr lang="da-DK" dirty="0"/>
          </a:p>
        </p:txBody>
      </p:sp>
    </p:spTree>
    <p:extLst>
      <p:ext uri="{BB962C8B-B14F-4D97-AF65-F5344CB8AC3E}">
        <p14:creationId xmlns:p14="http://schemas.microsoft.com/office/powerpoint/2010/main" val="4792230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97337-72D6-0EC5-059C-7C37EBE3D1E8}"/>
              </a:ext>
            </a:extLst>
          </p:cNvPr>
          <p:cNvSpPr>
            <a:spLocks noGrp="1"/>
          </p:cNvSpPr>
          <p:nvPr>
            <p:ph type="title"/>
          </p:nvPr>
        </p:nvSpPr>
        <p:spPr/>
        <p:txBody>
          <a:bodyPr/>
          <a:lstStyle/>
          <a:p>
            <a:r>
              <a:rPr lang="da-DK" dirty="0"/>
              <a:t>Præambel 71 – tilgængelig for mindreårige</a:t>
            </a:r>
          </a:p>
        </p:txBody>
      </p:sp>
      <p:sp>
        <p:nvSpPr>
          <p:cNvPr id="3" name="Content Placeholder 2">
            <a:extLst>
              <a:ext uri="{FF2B5EF4-FFF2-40B4-BE49-F238E27FC236}">
                <a16:creationId xmlns:a16="http://schemas.microsoft.com/office/drawing/2014/main" id="{881DC24D-55BF-8498-B06D-65DF7DF07883}"/>
              </a:ext>
            </a:extLst>
          </p:cNvPr>
          <p:cNvSpPr>
            <a:spLocks noGrp="1"/>
          </p:cNvSpPr>
          <p:nvPr>
            <p:ph sz="quarter" idx="19"/>
          </p:nvPr>
        </p:nvSpPr>
        <p:spPr>
          <a:xfrm>
            <a:off x="411163" y="1757021"/>
            <a:ext cx="10961237" cy="3864462"/>
          </a:xfrm>
        </p:spPr>
        <p:txBody>
          <a:bodyPr/>
          <a:lstStyle/>
          <a:p>
            <a:pPr marL="0" indent="0">
              <a:buNone/>
            </a:pPr>
            <a:r>
              <a:rPr lang="da-DK" dirty="0">
                <a:solidFill>
                  <a:schemeClr val="bg1">
                    <a:lumMod val="65000"/>
                  </a:schemeClr>
                </a:solidFill>
              </a:rPr>
              <a:t>Beskyttelse af mindreårige er et vigtigt politisk mål for Unionen. </a:t>
            </a:r>
            <a:r>
              <a:rPr lang="da-DK" dirty="0"/>
              <a:t>En onlineplatform kan anses for at være tilgængelig for mindreårige, hvis dens vilkår og betingelser tillader mindreårige at bruge tjenesten, når dens tjeneste er rettet mod eller overvejende anvendes af mindreårige, eller hvis udbyderen på anden måde er klar over, at nogle af modtagerne af dens tjeneste er mindreårige, f.eks. fordi den allerede behandler personoplysninger om modtageren af dens tjeneste, der afslører deres alder til andre formål. </a:t>
            </a:r>
            <a:r>
              <a:rPr lang="da-DK" dirty="0">
                <a:solidFill>
                  <a:schemeClr val="bg1">
                    <a:lumMod val="65000"/>
                  </a:schemeClr>
                </a:solidFill>
              </a:rPr>
              <a:t>Udbydere af onlineplatforme, der anvendes af mindreårige, bør træffe passende og forholdsmæssige foranstaltninger for at beskytte mindreårige, f.eks. ved at udforme deres onlinegrænseflader eller dele heraf med det højeste niveau af privatlivets fred, tryghed og sikkerhed for mindreårige som standard, hvis det er relevant, eller ved at vedtage standarder for beskyttelse af mindreårige eller ved at deltage i adfærdskodekser til beskyttelse af mindreårige. De bør tage hensyn til bedste praksis og tilgængelig vejledning, f.eks. Kommissionens meddelelsen om Et digitalt årti for børn og unge: den nye europæiske strategi for et bedre internet for børn (BIK+). Udbydere af onlineplatforme bør ikke vise reklamer baseret på profilering ved brug af personoplysninger om tjenestemodtageren, hvis de med rimelig sikkerhed er klar over, at tjenestemodtageren er mindreårig. I overensstemmelse med forordning (EU) 2016/679, navnlig princippet om dataminimering, jf. nævnte forordnings artikel 5, stk. 1, litra c), bør dette forbud ikke føre til, at udbyderen af onlineplatformen opbevarer, erhverver eller behandler flere personoplysninger, end udbyderen allerede har for at vurdere, om tjenestemodtageren er mindreårig. Denne forpligtelse bør derfor ikke tilskynde udbydere af onlineplatforme til at indsamle tjenestemodtagerens alder, inden de anvendes. Dette bør ikke berøre EU-retten om beskyttelse af personoplysninger.</a:t>
            </a:r>
          </a:p>
        </p:txBody>
      </p:sp>
      <p:sp>
        <p:nvSpPr>
          <p:cNvPr id="4" name="Date Placeholder 3">
            <a:extLst>
              <a:ext uri="{FF2B5EF4-FFF2-40B4-BE49-F238E27FC236}">
                <a16:creationId xmlns:a16="http://schemas.microsoft.com/office/drawing/2014/main" id="{DA359156-F9E6-A550-3DE6-E4A7EEA711A2}"/>
              </a:ext>
            </a:extLst>
          </p:cNvPr>
          <p:cNvSpPr>
            <a:spLocks noGrp="1"/>
          </p:cNvSpPr>
          <p:nvPr>
            <p:ph type="dt" sz="half" idx="20"/>
          </p:nvPr>
        </p:nvSpPr>
        <p:spPr/>
        <p:txBody>
          <a:bodyPr/>
          <a:lstStyle/>
          <a:p>
            <a:fld id="{033308BB-F33B-4D26-9F6C-FE9844FFCB42}" type="datetime1">
              <a:rPr lang="da-DK" smtClean="0"/>
              <a:t>08.01.2026</a:t>
            </a:fld>
            <a:endParaRPr lang="da-DK" dirty="0"/>
          </a:p>
        </p:txBody>
      </p:sp>
      <p:sp>
        <p:nvSpPr>
          <p:cNvPr id="5" name="Slide Number Placeholder 4">
            <a:extLst>
              <a:ext uri="{FF2B5EF4-FFF2-40B4-BE49-F238E27FC236}">
                <a16:creationId xmlns:a16="http://schemas.microsoft.com/office/drawing/2014/main" id="{CEE89DF8-41B0-9144-2B22-8EEFF2AF5D90}"/>
              </a:ext>
            </a:extLst>
          </p:cNvPr>
          <p:cNvSpPr>
            <a:spLocks noGrp="1"/>
          </p:cNvSpPr>
          <p:nvPr>
            <p:ph type="sldNum" sz="quarter" idx="22"/>
          </p:nvPr>
        </p:nvSpPr>
        <p:spPr/>
        <p:txBody>
          <a:bodyPr/>
          <a:lstStyle/>
          <a:p>
            <a:fld id="{45D37B1E-C366-494F-A587-962AD9AABC83}" type="slidenum">
              <a:rPr lang="da-DK" smtClean="0"/>
              <a:pPr/>
              <a:t>41</a:t>
            </a:fld>
            <a:endParaRPr lang="da-DK" dirty="0"/>
          </a:p>
        </p:txBody>
      </p:sp>
    </p:spTree>
    <p:extLst>
      <p:ext uri="{BB962C8B-B14F-4D97-AF65-F5344CB8AC3E}">
        <p14:creationId xmlns:p14="http://schemas.microsoft.com/office/powerpoint/2010/main" val="37059328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A60D2-A884-BAB7-0E4A-C5AD4D9CA2F0}"/>
              </a:ext>
            </a:extLst>
          </p:cNvPr>
          <p:cNvSpPr>
            <a:spLocks noGrp="1"/>
          </p:cNvSpPr>
          <p:nvPr>
            <p:ph type="title"/>
          </p:nvPr>
        </p:nvSpPr>
        <p:spPr/>
        <p:txBody>
          <a:bodyPr/>
          <a:lstStyle/>
          <a:p>
            <a:r>
              <a:rPr lang="da-DK" dirty="0"/>
              <a:t>En platform er tilgængelig for mindreårige når:</a:t>
            </a:r>
          </a:p>
        </p:txBody>
      </p:sp>
      <p:sp>
        <p:nvSpPr>
          <p:cNvPr id="3" name="Content Placeholder 2">
            <a:extLst>
              <a:ext uri="{FF2B5EF4-FFF2-40B4-BE49-F238E27FC236}">
                <a16:creationId xmlns:a16="http://schemas.microsoft.com/office/drawing/2014/main" id="{0E8646AB-4A78-064F-F626-6454F33C2395}"/>
              </a:ext>
            </a:extLst>
          </p:cNvPr>
          <p:cNvSpPr>
            <a:spLocks noGrp="1"/>
          </p:cNvSpPr>
          <p:nvPr>
            <p:ph sz="quarter" idx="19"/>
          </p:nvPr>
        </p:nvSpPr>
        <p:spPr/>
        <p:txBody>
          <a:bodyPr/>
          <a:lstStyle/>
          <a:p>
            <a:r>
              <a:rPr lang="en-US" sz="2000" dirty="0"/>
              <a:t>Online platform er </a:t>
            </a:r>
            <a:r>
              <a:rPr lang="en-US" sz="2000" dirty="0" err="1"/>
              <a:t>omfattet</a:t>
            </a:r>
            <a:r>
              <a:rPr lang="en-US" sz="2000" dirty="0"/>
              <a:t> </a:t>
            </a:r>
            <a:r>
              <a:rPr lang="en-US" sz="2000" dirty="0" err="1"/>
              <a:t>af</a:t>
            </a:r>
            <a:r>
              <a:rPr lang="en-US" sz="2000" dirty="0"/>
              <a:t> DSA </a:t>
            </a:r>
            <a:r>
              <a:rPr lang="en-US" sz="2000" i="1" dirty="0"/>
              <a:t>og</a:t>
            </a:r>
            <a:endParaRPr lang="en-US" sz="2000" dirty="0"/>
          </a:p>
          <a:p>
            <a:pPr lvl="1"/>
            <a:r>
              <a:rPr lang="en-US" sz="1800" dirty="0" err="1"/>
              <a:t>Platformen</a:t>
            </a:r>
            <a:r>
              <a:rPr lang="en-US" sz="1800" dirty="0"/>
              <a:t> </a:t>
            </a:r>
            <a:r>
              <a:rPr lang="en-US" sz="1800" dirty="0" err="1"/>
              <a:t>tillader</a:t>
            </a:r>
            <a:r>
              <a:rPr lang="en-US" sz="1800" dirty="0"/>
              <a:t> </a:t>
            </a:r>
            <a:r>
              <a:rPr lang="en-US" sz="1800" dirty="0" err="1"/>
              <a:t>mindreårige</a:t>
            </a:r>
            <a:r>
              <a:rPr lang="en-US" sz="1800" dirty="0"/>
              <a:t> at </a:t>
            </a:r>
            <a:r>
              <a:rPr lang="en-US" sz="1800" dirty="0" err="1"/>
              <a:t>bruge</a:t>
            </a:r>
            <a:r>
              <a:rPr lang="en-US" sz="1800" dirty="0"/>
              <a:t> </a:t>
            </a:r>
            <a:r>
              <a:rPr lang="en-US" sz="1800" dirty="0" err="1"/>
              <a:t>tjenesten</a:t>
            </a:r>
            <a:r>
              <a:rPr lang="en-US" sz="1800" dirty="0"/>
              <a:t> </a:t>
            </a:r>
            <a:r>
              <a:rPr lang="en-US" sz="1800" i="1" dirty="0"/>
              <a:t>og/</a:t>
            </a:r>
            <a:r>
              <a:rPr lang="en-US" sz="1800" i="1" dirty="0" err="1"/>
              <a:t>eller</a:t>
            </a:r>
            <a:endParaRPr lang="en-US" sz="1800" i="1" dirty="0"/>
          </a:p>
          <a:p>
            <a:pPr lvl="1"/>
            <a:r>
              <a:rPr lang="en-US" sz="1800" dirty="0" err="1"/>
              <a:t>Tjenesten</a:t>
            </a:r>
            <a:r>
              <a:rPr lang="en-US" sz="1800" dirty="0"/>
              <a:t> er </a:t>
            </a:r>
            <a:r>
              <a:rPr lang="en-US" sz="1800" dirty="0" err="1"/>
              <a:t>rettet</a:t>
            </a:r>
            <a:r>
              <a:rPr lang="en-US" sz="1800" dirty="0"/>
              <a:t> mod </a:t>
            </a:r>
            <a:r>
              <a:rPr lang="en-US" sz="1800" dirty="0" err="1"/>
              <a:t>eller</a:t>
            </a:r>
            <a:r>
              <a:rPr lang="en-US" sz="1800" dirty="0"/>
              <a:t> </a:t>
            </a:r>
            <a:r>
              <a:rPr lang="en-US" sz="1800" dirty="0" err="1"/>
              <a:t>overvejende</a:t>
            </a:r>
            <a:r>
              <a:rPr lang="en-US" sz="1800" dirty="0"/>
              <a:t> </a:t>
            </a:r>
            <a:r>
              <a:rPr lang="en-US" sz="1800" dirty="0" err="1"/>
              <a:t>bruges</a:t>
            </a:r>
            <a:r>
              <a:rPr lang="en-US" sz="1800" dirty="0"/>
              <a:t> </a:t>
            </a:r>
            <a:r>
              <a:rPr lang="en-US" sz="1800" dirty="0" err="1"/>
              <a:t>af</a:t>
            </a:r>
            <a:r>
              <a:rPr lang="en-US" sz="1800" dirty="0"/>
              <a:t> </a:t>
            </a:r>
            <a:r>
              <a:rPr lang="en-US" sz="1800" dirty="0" err="1"/>
              <a:t>mindreårige</a:t>
            </a:r>
            <a:r>
              <a:rPr lang="en-US" sz="1800" dirty="0"/>
              <a:t> </a:t>
            </a:r>
            <a:r>
              <a:rPr lang="en-US" sz="1800" i="1" dirty="0"/>
              <a:t>og/</a:t>
            </a:r>
            <a:r>
              <a:rPr lang="en-US" sz="1800" i="1" dirty="0" err="1"/>
              <a:t>eller</a:t>
            </a:r>
            <a:endParaRPr lang="en-US" sz="1800" i="1" dirty="0"/>
          </a:p>
          <a:p>
            <a:pPr lvl="1"/>
            <a:r>
              <a:rPr lang="en-US" sz="1800" dirty="0" err="1"/>
              <a:t>Udbyderen</a:t>
            </a:r>
            <a:r>
              <a:rPr lang="en-US" sz="1800" dirty="0"/>
              <a:t> er </a:t>
            </a:r>
            <a:r>
              <a:rPr lang="en-US" sz="1800" dirty="0" err="1"/>
              <a:t>klar</a:t>
            </a:r>
            <a:r>
              <a:rPr lang="en-US" sz="1800" dirty="0"/>
              <a:t> over at </a:t>
            </a:r>
            <a:r>
              <a:rPr lang="en-US" sz="1800" dirty="0" err="1"/>
              <a:t>nogle</a:t>
            </a:r>
            <a:r>
              <a:rPr lang="en-US" sz="1800" dirty="0"/>
              <a:t> </a:t>
            </a:r>
            <a:r>
              <a:rPr lang="en-US" sz="1800" dirty="0" err="1"/>
              <a:t>modtagere</a:t>
            </a:r>
            <a:r>
              <a:rPr lang="en-US" sz="1800" dirty="0"/>
              <a:t> er </a:t>
            </a:r>
            <a:r>
              <a:rPr lang="en-US" sz="1800" dirty="0" err="1"/>
              <a:t>mindreårige</a:t>
            </a:r>
            <a:endParaRPr lang="en-US" sz="1800" dirty="0"/>
          </a:p>
          <a:p>
            <a:pPr lvl="2"/>
            <a:r>
              <a:rPr lang="en-US" sz="1600" dirty="0"/>
              <a:t>Eksempel: </a:t>
            </a:r>
            <a:r>
              <a:rPr lang="en-US" sz="1600" dirty="0" err="1"/>
              <a:t>Tjenesten</a:t>
            </a:r>
            <a:r>
              <a:rPr lang="en-US" sz="1600" dirty="0"/>
              <a:t> </a:t>
            </a:r>
            <a:r>
              <a:rPr lang="en-US" sz="1600" dirty="0" err="1"/>
              <a:t>behandler</a:t>
            </a:r>
            <a:r>
              <a:rPr lang="en-US" sz="1600" dirty="0"/>
              <a:t> </a:t>
            </a:r>
            <a:r>
              <a:rPr lang="en-US" sz="1600" dirty="0" err="1"/>
              <a:t>personlige</a:t>
            </a:r>
            <a:r>
              <a:rPr lang="en-US" sz="1600" dirty="0"/>
              <a:t> data, </a:t>
            </a:r>
            <a:r>
              <a:rPr lang="en-US" sz="1600" dirty="0" err="1"/>
              <a:t>som</a:t>
            </a:r>
            <a:r>
              <a:rPr lang="en-US" sz="1600" dirty="0"/>
              <a:t> </a:t>
            </a:r>
            <a:r>
              <a:rPr lang="en-US" sz="1600" dirty="0" err="1"/>
              <a:t>afslører</a:t>
            </a:r>
            <a:r>
              <a:rPr lang="en-US" sz="1600" dirty="0"/>
              <a:t> </a:t>
            </a:r>
            <a:r>
              <a:rPr lang="en-US" sz="1600" dirty="0" err="1"/>
              <a:t>brugerens</a:t>
            </a:r>
            <a:r>
              <a:rPr lang="en-US" sz="1600" dirty="0"/>
              <a:t> alder</a:t>
            </a:r>
          </a:p>
          <a:p>
            <a:endParaRPr lang="en-US" sz="2000" b="1" dirty="0"/>
          </a:p>
        </p:txBody>
      </p:sp>
      <p:sp>
        <p:nvSpPr>
          <p:cNvPr id="4" name="Date Placeholder 3">
            <a:extLst>
              <a:ext uri="{FF2B5EF4-FFF2-40B4-BE49-F238E27FC236}">
                <a16:creationId xmlns:a16="http://schemas.microsoft.com/office/drawing/2014/main" id="{E20BBDAB-0798-4133-43C1-BABED4C56B81}"/>
              </a:ext>
            </a:extLst>
          </p:cNvPr>
          <p:cNvSpPr>
            <a:spLocks noGrp="1"/>
          </p:cNvSpPr>
          <p:nvPr>
            <p:ph type="dt" sz="half" idx="20"/>
          </p:nvPr>
        </p:nvSpPr>
        <p:spPr/>
        <p:txBody>
          <a:bodyPr/>
          <a:lstStyle/>
          <a:p>
            <a:fld id="{56F40DAD-9195-4E83-B197-C0720F2432D1}" type="datetime1">
              <a:rPr lang="da-DK" smtClean="0"/>
              <a:t>08.01.2026</a:t>
            </a:fld>
            <a:endParaRPr lang="da-DK" dirty="0"/>
          </a:p>
        </p:txBody>
      </p:sp>
      <p:sp>
        <p:nvSpPr>
          <p:cNvPr id="5" name="Slide Number Placeholder 4">
            <a:extLst>
              <a:ext uri="{FF2B5EF4-FFF2-40B4-BE49-F238E27FC236}">
                <a16:creationId xmlns:a16="http://schemas.microsoft.com/office/drawing/2014/main" id="{9EC52E28-68ED-DE53-98A9-71FD1686256E}"/>
              </a:ext>
            </a:extLst>
          </p:cNvPr>
          <p:cNvSpPr>
            <a:spLocks noGrp="1"/>
          </p:cNvSpPr>
          <p:nvPr>
            <p:ph type="sldNum" sz="quarter" idx="22"/>
          </p:nvPr>
        </p:nvSpPr>
        <p:spPr/>
        <p:txBody>
          <a:bodyPr/>
          <a:lstStyle/>
          <a:p>
            <a:fld id="{45D37B1E-C366-494F-A587-962AD9AABC83}" type="slidenum">
              <a:rPr lang="da-DK" smtClean="0"/>
              <a:pPr/>
              <a:t>42</a:t>
            </a:fld>
            <a:endParaRPr lang="da-DK" dirty="0"/>
          </a:p>
        </p:txBody>
      </p:sp>
    </p:spTree>
    <p:extLst>
      <p:ext uri="{BB962C8B-B14F-4D97-AF65-F5344CB8AC3E}">
        <p14:creationId xmlns:p14="http://schemas.microsoft.com/office/powerpoint/2010/main" val="25891317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5DB4E-7FDE-8712-2A7D-158D97DC1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450344-574C-9165-0ECF-BAD9A03781F2}"/>
              </a:ext>
            </a:extLst>
          </p:cNvPr>
          <p:cNvSpPr>
            <a:spLocks noGrp="1"/>
          </p:cNvSpPr>
          <p:nvPr>
            <p:ph type="title"/>
          </p:nvPr>
        </p:nvSpPr>
        <p:spPr/>
        <p:txBody>
          <a:bodyPr/>
          <a:lstStyle/>
          <a:p>
            <a:r>
              <a:rPr lang="da-DK" dirty="0"/>
              <a:t>DSA Artikel 28 – </a:t>
            </a:r>
            <a:r>
              <a:rPr lang="en-US" dirty="0" err="1"/>
              <a:t>hvad</a:t>
            </a:r>
            <a:r>
              <a:rPr lang="en-US" dirty="0"/>
              <a:t> </a:t>
            </a:r>
            <a:r>
              <a:rPr lang="en-US" dirty="0" err="1"/>
              <a:t>kan</a:t>
            </a:r>
            <a:r>
              <a:rPr lang="en-US" dirty="0"/>
              <a:t>/</a:t>
            </a:r>
            <a:r>
              <a:rPr lang="en-US" dirty="0" err="1"/>
              <a:t>skal</a:t>
            </a:r>
            <a:r>
              <a:rPr lang="en-US" dirty="0"/>
              <a:t> </a:t>
            </a:r>
            <a:r>
              <a:rPr lang="en-US" dirty="0" err="1"/>
              <a:t>fortolkes</a:t>
            </a:r>
            <a:br>
              <a:rPr lang="en-US" dirty="0"/>
            </a:br>
            <a:endParaRPr lang="da-DK" dirty="0"/>
          </a:p>
        </p:txBody>
      </p:sp>
      <p:sp>
        <p:nvSpPr>
          <p:cNvPr id="3" name="Content Placeholder 2">
            <a:extLst>
              <a:ext uri="{FF2B5EF4-FFF2-40B4-BE49-F238E27FC236}">
                <a16:creationId xmlns:a16="http://schemas.microsoft.com/office/drawing/2014/main" id="{FE44D158-49A3-019A-76A6-B1FFBEC64A86}"/>
              </a:ext>
            </a:extLst>
          </p:cNvPr>
          <p:cNvSpPr>
            <a:spLocks noGrp="1"/>
          </p:cNvSpPr>
          <p:nvPr>
            <p:ph sz="quarter" idx="19"/>
          </p:nvPr>
        </p:nvSpPr>
        <p:spPr/>
        <p:txBody>
          <a:bodyPr/>
          <a:lstStyle/>
          <a:p>
            <a:pPr marL="0" indent="0">
              <a:buNone/>
            </a:pPr>
            <a:r>
              <a:rPr lang="da-DK" dirty="0"/>
              <a:t>1. </a:t>
            </a:r>
            <a:r>
              <a:rPr lang="da-DK" dirty="0">
                <a:solidFill>
                  <a:srgbClr val="0070C0"/>
                </a:solidFill>
              </a:rPr>
              <a:t>Udbydere af onlineplatforme</a:t>
            </a:r>
            <a:r>
              <a:rPr lang="da-DK" dirty="0"/>
              <a:t>, der er </a:t>
            </a:r>
            <a:r>
              <a:rPr lang="da-DK" dirty="0">
                <a:solidFill>
                  <a:schemeClr val="accent6">
                    <a:lumMod val="75000"/>
                  </a:schemeClr>
                </a:solidFill>
              </a:rPr>
              <a:t>tilgængelige for </a:t>
            </a:r>
            <a:r>
              <a:rPr lang="da-DK" dirty="0">
                <a:solidFill>
                  <a:schemeClr val="accent6">
                    <a:lumMod val="60000"/>
                    <a:lumOff val="40000"/>
                  </a:schemeClr>
                </a:solidFill>
              </a:rPr>
              <a:t>mindreårige</a:t>
            </a:r>
            <a:r>
              <a:rPr lang="da-DK" dirty="0"/>
              <a:t>, indfører </a:t>
            </a:r>
            <a:r>
              <a:rPr lang="da-DK" dirty="0">
                <a:solidFill>
                  <a:schemeClr val="accent2">
                    <a:lumMod val="75000"/>
                  </a:schemeClr>
                </a:solidFill>
              </a:rPr>
              <a:t>passende og forholdsmæssige foranstaltninger</a:t>
            </a:r>
            <a:r>
              <a:rPr lang="da-DK" dirty="0"/>
              <a:t> til at sikre et </a:t>
            </a:r>
            <a:r>
              <a:rPr lang="da-DK" dirty="0">
                <a:solidFill>
                  <a:schemeClr val="accent3">
                    <a:lumMod val="50000"/>
                  </a:schemeClr>
                </a:solidFill>
              </a:rPr>
              <a:t>højt niveau af privatlivets fred, tryghed og sikkerhed for mindreårige </a:t>
            </a:r>
            <a:r>
              <a:rPr lang="da-DK" dirty="0"/>
              <a:t>på deres tjeneste.</a:t>
            </a:r>
          </a:p>
          <a:p>
            <a:endParaRPr lang="da-DK" dirty="0"/>
          </a:p>
        </p:txBody>
      </p:sp>
      <p:sp>
        <p:nvSpPr>
          <p:cNvPr id="4" name="Date Placeholder 3">
            <a:extLst>
              <a:ext uri="{FF2B5EF4-FFF2-40B4-BE49-F238E27FC236}">
                <a16:creationId xmlns:a16="http://schemas.microsoft.com/office/drawing/2014/main" id="{0BDD8C2D-DF83-22F4-F38F-41A66F7DB4DB}"/>
              </a:ext>
            </a:extLst>
          </p:cNvPr>
          <p:cNvSpPr>
            <a:spLocks noGrp="1"/>
          </p:cNvSpPr>
          <p:nvPr>
            <p:ph type="dt" sz="half" idx="20"/>
          </p:nvPr>
        </p:nvSpPr>
        <p:spPr/>
        <p:txBody>
          <a:bodyPr/>
          <a:lstStyle/>
          <a:p>
            <a:fld id="{0EEDF008-8E5D-4B89-BC24-CA90730076BD}" type="datetime1">
              <a:rPr lang="da-DK" smtClean="0"/>
              <a:t>08.01.2026</a:t>
            </a:fld>
            <a:endParaRPr lang="da-DK" dirty="0"/>
          </a:p>
        </p:txBody>
      </p:sp>
      <p:sp>
        <p:nvSpPr>
          <p:cNvPr id="5" name="Slide Number Placeholder 4">
            <a:extLst>
              <a:ext uri="{FF2B5EF4-FFF2-40B4-BE49-F238E27FC236}">
                <a16:creationId xmlns:a16="http://schemas.microsoft.com/office/drawing/2014/main" id="{4788E78B-B7BE-15CC-531B-E867899B6ACF}"/>
              </a:ext>
            </a:extLst>
          </p:cNvPr>
          <p:cNvSpPr>
            <a:spLocks noGrp="1"/>
          </p:cNvSpPr>
          <p:nvPr>
            <p:ph type="sldNum" sz="quarter" idx="22"/>
          </p:nvPr>
        </p:nvSpPr>
        <p:spPr/>
        <p:txBody>
          <a:bodyPr/>
          <a:lstStyle/>
          <a:p>
            <a:fld id="{45D37B1E-C366-494F-A587-962AD9AABC83}" type="slidenum">
              <a:rPr lang="da-DK" smtClean="0"/>
              <a:pPr/>
              <a:t>43</a:t>
            </a:fld>
            <a:endParaRPr lang="da-DK" dirty="0"/>
          </a:p>
        </p:txBody>
      </p:sp>
      <p:cxnSp>
        <p:nvCxnSpPr>
          <p:cNvPr id="7" name="Straight Arrow Connector 6">
            <a:extLst>
              <a:ext uri="{FF2B5EF4-FFF2-40B4-BE49-F238E27FC236}">
                <a16:creationId xmlns:a16="http://schemas.microsoft.com/office/drawing/2014/main" id="{F0DC3ED4-D405-0F4B-D9B6-48EC38767B28}"/>
              </a:ext>
            </a:extLst>
          </p:cNvPr>
          <p:cNvCxnSpPr>
            <a:cxnSpLocks/>
          </p:cNvCxnSpPr>
          <p:nvPr/>
        </p:nvCxnSpPr>
        <p:spPr>
          <a:xfrm>
            <a:off x="4609312" y="121600"/>
            <a:ext cx="1181686" cy="1813292"/>
          </a:xfrm>
          <a:prstGeom prst="straightConnector1">
            <a:avLst/>
          </a:prstGeom>
          <a:ln w="28575">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87579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1056B-3C1B-7AE9-F4F9-18F7F4F0302B}"/>
              </a:ext>
            </a:extLst>
          </p:cNvPr>
          <p:cNvSpPr>
            <a:spLocks noGrp="1"/>
          </p:cNvSpPr>
          <p:nvPr>
            <p:ph type="title"/>
          </p:nvPr>
        </p:nvSpPr>
        <p:spPr/>
        <p:txBody>
          <a:bodyPr/>
          <a:lstStyle/>
          <a:p>
            <a:r>
              <a:rPr lang="da-DK" dirty="0"/>
              <a:t>Definition af mindreårige</a:t>
            </a:r>
          </a:p>
        </p:txBody>
      </p:sp>
      <p:sp>
        <p:nvSpPr>
          <p:cNvPr id="3" name="Content Placeholder 2">
            <a:extLst>
              <a:ext uri="{FF2B5EF4-FFF2-40B4-BE49-F238E27FC236}">
                <a16:creationId xmlns:a16="http://schemas.microsoft.com/office/drawing/2014/main" id="{D375C687-EEE9-EF8D-CEAE-E3A42A737598}"/>
              </a:ext>
            </a:extLst>
          </p:cNvPr>
          <p:cNvSpPr>
            <a:spLocks noGrp="1"/>
          </p:cNvSpPr>
          <p:nvPr>
            <p:ph sz="quarter" idx="19"/>
          </p:nvPr>
        </p:nvSpPr>
        <p:spPr/>
        <p:txBody>
          <a:bodyPr/>
          <a:lstStyle/>
          <a:p>
            <a:r>
              <a:rPr lang="da-DK" dirty="0"/>
              <a:t>National ret</a:t>
            </a:r>
          </a:p>
          <a:p>
            <a:pPr lvl="1"/>
            <a:r>
              <a:rPr lang="da-DK" dirty="0"/>
              <a:t>Danmark (og det meste af EU): Under 18</a:t>
            </a:r>
          </a:p>
          <a:p>
            <a:pPr lvl="1"/>
            <a:r>
              <a:rPr lang="da-DK" dirty="0"/>
              <a:t>Skotland: Under 16</a:t>
            </a:r>
          </a:p>
          <a:p>
            <a:endParaRPr lang="da-DK" dirty="0"/>
          </a:p>
          <a:p>
            <a:r>
              <a:rPr lang="da-DK" dirty="0"/>
              <a:t>(</a:t>
            </a:r>
            <a:r>
              <a:rPr lang="da-DK" dirty="0" err="1"/>
              <a:t>FNs</a:t>
            </a:r>
            <a:r>
              <a:rPr lang="da-DK" dirty="0"/>
              <a:t> Børnekonvention: Under 18)</a:t>
            </a:r>
          </a:p>
        </p:txBody>
      </p:sp>
      <p:sp>
        <p:nvSpPr>
          <p:cNvPr id="4" name="Date Placeholder 3">
            <a:extLst>
              <a:ext uri="{FF2B5EF4-FFF2-40B4-BE49-F238E27FC236}">
                <a16:creationId xmlns:a16="http://schemas.microsoft.com/office/drawing/2014/main" id="{87E6988B-75EC-47B6-DBF7-FF8C7CF8280D}"/>
              </a:ext>
            </a:extLst>
          </p:cNvPr>
          <p:cNvSpPr>
            <a:spLocks noGrp="1"/>
          </p:cNvSpPr>
          <p:nvPr>
            <p:ph type="dt" sz="half" idx="20"/>
          </p:nvPr>
        </p:nvSpPr>
        <p:spPr/>
        <p:txBody>
          <a:bodyPr/>
          <a:lstStyle/>
          <a:p>
            <a:fld id="{384515D1-14B8-474E-BE0B-B0D1B3793B4D}" type="datetime1">
              <a:rPr lang="da-DK" smtClean="0"/>
              <a:t>08.01.2026</a:t>
            </a:fld>
            <a:endParaRPr lang="da-DK" dirty="0"/>
          </a:p>
        </p:txBody>
      </p:sp>
      <p:sp>
        <p:nvSpPr>
          <p:cNvPr id="5" name="Slide Number Placeholder 4">
            <a:extLst>
              <a:ext uri="{FF2B5EF4-FFF2-40B4-BE49-F238E27FC236}">
                <a16:creationId xmlns:a16="http://schemas.microsoft.com/office/drawing/2014/main" id="{87E8B5BC-D3DC-AA34-39AF-FCC80C89A8D4}"/>
              </a:ext>
            </a:extLst>
          </p:cNvPr>
          <p:cNvSpPr>
            <a:spLocks noGrp="1"/>
          </p:cNvSpPr>
          <p:nvPr>
            <p:ph type="sldNum" sz="quarter" idx="22"/>
          </p:nvPr>
        </p:nvSpPr>
        <p:spPr/>
        <p:txBody>
          <a:bodyPr/>
          <a:lstStyle/>
          <a:p>
            <a:fld id="{45D37B1E-C366-494F-A587-962AD9AABC83}" type="slidenum">
              <a:rPr lang="da-DK" smtClean="0"/>
              <a:pPr/>
              <a:t>44</a:t>
            </a:fld>
            <a:endParaRPr lang="da-DK" dirty="0"/>
          </a:p>
        </p:txBody>
      </p:sp>
    </p:spTree>
    <p:extLst>
      <p:ext uri="{BB962C8B-B14F-4D97-AF65-F5344CB8AC3E}">
        <p14:creationId xmlns:p14="http://schemas.microsoft.com/office/powerpoint/2010/main" val="33015455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67F75-2DF7-5B52-507A-66080A1E4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F97865-0677-9DC1-37B3-F31D87064FDF}"/>
              </a:ext>
            </a:extLst>
          </p:cNvPr>
          <p:cNvSpPr>
            <a:spLocks noGrp="1"/>
          </p:cNvSpPr>
          <p:nvPr>
            <p:ph type="title"/>
          </p:nvPr>
        </p:nvSpPr>
        <p:spPr/>
        <p:txBody>
          <a:bodyPr/>
          <a:lstStyle/>
          <a:p>
            <a:r>
              <a:rPr lang="da-DK" dirty="0"/>
              <a:t>DSA Artikel 28 – </a:t>
            </a:r>
            <a:r>
              <a:rPr lang="en-US" dirty="0" err="1"/>
              <a:t>hvad</a:t>
            </a:r>
            <a:r>
              <a:rPr lang="en-US" dirty="0"/>
              <a:t> </a:t>
            </a:r>
            <a:r>
              <a:rPr lang="en-US" dirty="0" err="1"/>
              <a:t>kan</a:t>
            </a:r>
            <a:r>
              <a:rPr lang="en-US" dirty="0"/>
              <a:t>/</a:t>
            </a:r>
            <a:r>
              <a:rPr lang="en-US" dirty="0" err="1"/>
              <a:t>skal</a:t>
            </a:r>
            <a:r>
              <a:rPr lang="en-US" dirty="0"/>
              <a:t> </a:t>
            </a:r>
            <a:r>
              <a:rPr lang="en-US" dirty="0" err="1"/>
              <a:t>fortolkes</a:t>
            </a:r>
            <a:br>
              <a:rPr lang="en-US" dirty="0"/>
            </a:br>
            <a:endParaRPr lang="da-DK" dirty="0"/>
          </a:p>
        </p:txBody>
      </p:sp>
      <p:sp>
        <p:nvSpPr>
          <p:cNvPr id="3" name="Content Placeholder 2">
            <a:extLst>
              <a:ext uri="{FF2B5EF4-FFF2-40B4-BE49-F238E27FC236}">
                <a16:creationId xmlns:a16="http://schemas.microsoft.com/office/drawing/2014/main" id="{BC0E5BD7-4EFA-0170-16BB-48153D096436}"/>
              </a:ext>
            </a:extLst>
          </p:cNvPr>
          <p:cNvSpPr>
            <a:spLocks noGrp="1"/>
          </p:cNvSpPr>
          <p:nvPr>
            <p:ph sz="quarter" idx="19"/>
          </p:nvPr>
        </p:nvSpPr>
        <p:spPr/>
        <p:txBody>
          <a:bodyPr/>
          <a:lstStyle/>
          <a:p>
            <a:pPr marL="0" indent="0">
              <a:buNone/>
            </a:pPr>
            <a:r>
              <a:rPr lang="da-DK" dirty="0"/>
              <a:t>1. </a:t>
            </a:r>
            <a:r>
              <a:rPr lang="da-DK" dirty="0">
                <a:solidFill>
                  <a:srgbClr val="0070C0"/>
                </a:solidFill>
              </a:rPr>
              <a:t>Udbydere af onlineplatforme</a:t>
            </a:r>
            <a:r>
              <a:rPr lang="da-DK" dirty="0"/>
              <a:t>, der er </a:t>
            </a:r>
            <a:r>
              <a:rPr lang="da-DK" dirty="0">
                <a:solidFill>
                  <a:schemeClr val="accent6">
                    <a:lumMod val="75000"/>
                  </a:schemeClr>
                </a:solidFill>
              </a:rPr>
              <a:t>tilgængelige for </a:t>
            </a:r>
            <a:r>
              <a:rPr lang="da-DK" dirty="0">
                <a:solidFill>
                  <a:schemeClr val="accent6">
                    <a:lumMod val="60000"/>
                    <a:lumOff val="40000"/>
                  </a:schemeClr>
                </a:solidFill>
              </a:rPr>
              <a:t>mindreårige</a:t>
            </a:r>
            <a:r>
              <a:rPr lang="da-DK" dirty="0"/>
              <a:t>, indfører </a:t>
            </a:r>
            <a:r>
              <a:rPr lang="da-DK" dirty="0">
                <a:solidFill>
                  <a:schemeClr val="accent2">
                    <a:lumMod val="75000"/>
                  </a:schemeClr>
                </a:solidFill>
              </a:rPr>
              <a:t>passende og forholdsmæssige foranstaltninger</a:t>
            </a:r>
            <a:r>
              <a:rPr lang="da-DK" dirty="0"/>
              <a:t> til at sikre et </a:t>
            </a:r>
            <a:r>
              <a:rPr lang="da-DK" dirty="0">
                <a:solidFill>
                  <a:schemeClr val="accent3">
                    <a:lumMod val="50000"/>
                  </a:schemeClr>
                </a:solidFill>
              </a:rPr>
              <a:t>højt niveau af privatlivets fred, tryghed og sikkerhed for mindreårige </a:t>
            </a:r>
            <a:r>
              <a:rPr lang="da-DK" dirty="0"/>
              <a:t>på deres tjeneste.</a:t>
            </a:r>
          </a:p>
          <a:p>
            <a:endParaRPr lang="da-DK" dirty="0"/>
          </a:p>
        </p:txBody>
      </p:sp>
      <p:sp>
        <p:nvSpPr>
          <p:cNvPr id="4" name="Date Placeholder 3">
            <a:extLst>
              <a:ext uri="{FF2B5EF4-FFF2-40B4-BE49-F238E27FC236}">
                <a16:creationId xmlns:a16="http://schemas.microsoft.com/office/drawing/2014/main" id="{EF534E4D-D3D9-CB0C-1834-AF8CB46EA6DF}"/>
              </a:ext>
            </a:extLst>
          </p:cNvPr>
          <p:cNvSpPr>
            <a:spLocks noGrp="1"/>
          </p:cNvSpPr>
          <p:nvPr>
            <p:ph type="dt" sz="half" idx="20"/>
          </p:nvPr>
        </p:nvSpPr>
        <p:spPr/>
        <p:txBody>
          <a:bodyPr/>
          <a:lstStyle/>
          <a:p>
            <a:fld id="{0EEDF008-8E5D-4B89-BC24-CA90730076BD}" type="datetime1">
              <a:rPr lang="da-DK" smtClean="0"/>
              <a:t>08.01.2026</a:t>
            </a:fld>
            <a:endParaRPr lang="da-DK" dirty="0"/>
          </a:p>
        </p:txBody>
      </p:sp>
      <p:sp>
        <p:nvSpPr>
          <p:cNvPr id="5" name="Slide Number Placeholder 4">
            <a:extLst>
              <a:ext uri="{FF2B5EF4-FFF2-40B4-BE49-F238E27FC236}">
                <a16:creationId xmlns:a16="http://schemas.microsoft.com/office/drawing/2014/main" id="{81FC8A29-0206-0356-C4B1-00DFC751849F}"/>
              </a:ext>
            </a:extLst>
          </p:cNvPr>
          <p:cNvSpPr>
            <a:spLocks noGrp="1"/>
          </p:cNvSpPr>
          <p:nvPr>
            <p:ph type="sldNum" sz="quarter" idx="22"/>
          </p:nvPr>
        </p:nvSpPr>
        <p:spPr/>
        <p:txBody>
          <a:bodyPr/>
          <a:lstStyle/>
          <a:p>
            <a:fld id="{45D37B1E-C366-494F-A587-962AD9AABC83}" type="slidenum">
              <a:rPr lang="da-DK" smtClean="0"/>
              <a:pPr/>
              <a:t>45</a:t>
            </a:fld>
            <a:endParaRPr lang="da-DK" dirty="0"/>
          </a:p>
        </p:txBody>
      </p:sp>
      <p:cxnSp>
        <p:nvCxnSpPr>
          <p:cNvPr id="7" name="Straight Arrow Connector 6">
            <a:extLst>
              <a:ext uri="{FF2B5EF4-FFF2-40B4-BE49-F238E27FC236}">
                <a16:creationId xmlns:a16="http://schemas.microsoft.com/office/drawing/2014/main" id="{6000F728-F241-AB7B-7FC8-00FAAE6EF9B3}"/>
              </a:ext>
            </a:extLst>
          </p:cNvPr>
          <p:cNvCxnSpPr>
            <a:cxnSpLocks/>
          </p:cNvCxnSpPr>
          <p:nvPr/>
        </p:nvCxnSpPr>
        <p:spPr>
          <a:xfrm flipH="1" flipV="1">
            <a:off x="8911697" y="2186319"/>
            <a:ext cx="562707" cy="1795071"/>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89671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8C3AA-CE16-1CC3-129E-0444EDF5F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032EB-47D1-B335-79ED-77552A01D923}"/>
              </a:ext>
            </a:extLst>
          </p:cNvPr>
          <p:cNvSpPr>
            <a:spLocks noGrp="1"/>
          </p:cNvSpPr>
          <p:nvPr>
            <p:ph type="title"/>
          </p:nvPr>
        </p:nvSpPr>
        <p:spPr/>
        <p:txBody>
          <a:bodyPr/>
          <a:lstStyle/>
          <a:p>
            <a:r>
              <a:rPr lang="da-DK" dirty="0"/>
              <a:t>DSA Præambel 71</a:t>
            </a:r>
          </a:p>
        </p:txBody>
      </p:sp>
      <p:sp>
        <p:nvSpPr>
          <p:cNvPr id="3" name="Content Placeholder 2">
            <a:extLst>
              <a:ext uri="{FF2B5EF4-FFF2-40B4-BE49-F238E27FC236}">
                <a16:creationId xmlns:a16="http://schemas.microsoft.com/office/drawing/2014/main" id="{0062A2C2-E9E5-CDC9-CCA2-2145C418FE80}"/>
              </a:ext>
            </a:extLst>
          </p:cNvPr>
          <p:cNvSpPr>
            <a:spLocks noGrp="1"/>
          </p:cNvSpPr>
          <p:nvPr>
            <p:ph sz="quarter" idx="19"/>
          </p:nvPr>
        </p:nvSpPr>
        <p:spPr>
          <a:xfrm>
            <a:off x="411163" y="1757021"/>
            <a:ext cx="10961237" cy="3864462"/>
          </a:xfrm>
        </p:spPr>
        <p:txBody>
          <a:bodyPr/>
          <a:lstStyle/>
          <a:p>
            <a:pPr marL="0" indent="0">
              <a:buNone/>
            </a:pPr>
            <a:r>
              <a:rPr lang="da-DK" dirty="0">
                <a:solidFill>
                  <a:schemeClr val="bg1">
                    <a:lumMod val="65000"/>
                  </a:schemeClr>
                </a:solidFill>
              </a:rPr>
              <a:t>Beskyttelse af mindreårige er et vigtigt politisk mål for Unionen. En onlineplatform kan anses for at være tilgængelig for mindreårige, hvis dens vilkår og betingelser tillader mindreårige at bruge tjenesten, når dens tjeneste er rettet mod eller overvejende anvendes af mindreårige, eller hvis udbyderen på anden måde er klar over, at nogle af modtagerne af dens tjeneste er mindreårige, f.eks. fordi den allerede behandler personoplysninger om modtageren af dens tjeneste, der afslører deres alder til andre formål</a:t>
            </a:r>
            <a:r>
              <a:rPr lang="da-DK" b="1" dirty="0">
                <a:solidFill>
                  <a:schemeClr val="bg1">
                    <a:lumMod val="65000"/>
                  </a:schemeClr>
                </a:solidFill>
              </a:rPr>
              <a:t>. </a:t>
            </a:r>
            <a:r>
              <a:rPr lang="da-DK" dirty="0"/>
              <a:t>Udbydere af onlineplatforme, der anvendes af mindreårige, bør træffe </a:t>
            </a:r>
            <a:r>
              <a:rPr lang="da-DK" b="1" dirty="0"/>
              <a:t>passende og forholdsmæssige foranstaltninger</a:t>
            </a:r>
            <a:r>
              <a:rPr lang="da-DK" dirty="0"/>
              <a:t> for at beskytte mindreårige, f.eks. ved at udforme deres onlinegrænseflader eller dele heraf med det højeste niveau af privatlivets fred, tryghed og sikkerhed for mindreårige som standard, hvis det er relevant, eller ved at vedtage standarder for beskyttelse af mindreårige eller ved at deltage i adfærdskodekser til beskyttelse af mindreårige. De bør tage hensyn til bedste praksis og tilgængelig vejledning, f.eks. Kommissionens meddelelsen om Et digitalt årti for børn og unge: den nye europæiske strategi for et bedre internet for børn (BIK+). </a:t>
            </a:r>
            <a:r>
              <a:rPr lang="da-DK" dirty="0">
                <a:solidFill>
                  <a:schemeClr val="bg1">
                    <a:lumMod val="65000"/>
                  </a:schemeClr>
                </a:solidFill>
              </a:rPr>
              <a:t>Udbydere af onlineplatforme bør ikke vise reklamer baseret på profilering ved brug af personoplysninger om tjenestemodtageren, hvis de med rimelig sikkerhed er klar over, at tjenestemodtageren er mindreårig. I overensstemmelse med forordning (EU) 2016/679, navnlig princippet om dataminimering, jf. nævnte forordnings artikel 5, stk. 1, litra c), bør dette forbud ikke føre til, at udbyderen af onlineplatformen opbevarer, erhverver eller behandler flere personoplysninger, end udbyderen allerede har for at vurdere, om tjenestemodtageren er mindreårig. Denne forpligtelse bør derfor ikke tilskynde udbydere af onlineplatforme til at indsamle tjenestemodtagerens alder, inden de anvendes. Dette bør ikke berøre EU-retten om beskyttelse af personoplysninger.</a:t>
            </a:r>
          </a:p>
        </p:txBody>
      </p:sp>
      <p:sp>
        <p:nvSpPr>
          <p:cNvPr id="4" name="Date Placeholder 3">
            <a:extLst>
              <a:ext uri="{FF2B5EF4-FFF2-40B4-BE49-F238E27FC236}">
                <a16:creationId xmlns:a16="http://schemas.microsoft.com/office/drawing/2014/main" id="{A01227A2-D389-1F82-4320-DD702F2B5C97}"/>
              </a:ext>
            </a:extLst>
          </p:cNvPr>
          <p:cNvSpPr>
            <a:spLocks noGrp="1"/>
          </p:cNvSpPr>
          <p:nvPr>
            <p:ph type="dt" sz="half" idx="20"/>
          </p:nvPr>
        </p:nvSpPr>
        <p:spPr/>
        <p:txBody>
          <a:bodyPr/>
          <a:lstStyle/>
          <a:p>
            <a:fld id="{033308BB-F33B-4D26-9F6C-FE9844FFCB42}" type="datetime1">
              <a:rPr lang="da-DK" smtClean="0"/>
              <a:t>08.01.2026</a:t>
            </a:fld>
            <a:endParaRPr lang="da-DK" dirty="0"/>
          </a:p>
        </p:txBody>
      </p:sp>
      <p:sp>
        <p:nvSpPr>
          <p:cNvPr id="5" name="Slide Number Placeholder 4">
            <a:extLst>
              <a:ext uri="{FF2B5EF4-FFF2-40B4-BE49-F238E27FC236}">
                <a16:creationId xmlns:a16="http://schemas.microsoft.com/office/drawing/2014/main" id="{850FD962-D871-D847-B872-C4B4953F6F6E}"/>
              </a:ext>
            </a:extLst>
          </p:cNvPr>
          <p:cNvSpPr>
            <a:spLocks noGrp="1"/>
          </p:cNvSpPr>
          <p:nvPr>
            <p:ph type="sldNum" sz="quarter" idx="22"/>
          </p:nvPr>
        </p:nvSpPr>
        <p:spPr/>
        <p:txBody>
          <a:bodyPr/>
          <a:lstStyle/>
          <a:p>
            <a:fld id="{45D37B1E-C366-494F-A587-962AD9AABC83}" type="slidenum">
              <a:rPr lang="da-DK" smtClean="0"/>
              <a:pPr/>
              <a:t>46</a:t>
            </a:fld>
            <a:endParaRPr lang="da-DK" dirty="0"/>
          </a:p>
        </p:txBody>
      </p:sp>
    </p:spTree>
    <p:extLst>
      <p:ext uri="{BB962C8B-B14F-4D97-AF65-F5344CB8AC3E}">
        <p14:creationId xmlns:p14="http://schemas.microsoft.com/office/powerpoint/2010/main" val="28220233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D5DF94-9ED9-B74E-0DB7-1D575BFA1C13}"/>
              </a:ext>
            </a:extLst>
          </p:cNvPr>
          <p:cNvPicPr>
            <a:picLocks noChangeAspect="1"/>
          </p:cNvPicPr>
          <p:nvPr/>
        </p:nvPicPr>
        <p:blipFill>
          <a:blip r:embed="rId2"/>
          <a:stretch>
            <a:fillRect/>
          </a:stretch>
        </p:blipFill>
        <p:spPr>
          <a:xfrm>
            <a:off x="0" y="731233"/>
            <a:ext cx="6099300" cy="5395534"/>
          </a:xfrm>
          <a:prstGeom prst="rect">
            <a:avLst/>
          </a:prstGeom>
          <a:noFill/>
        </p:spPr>
      </p:pic>
      <p:sp>
        <p:nvSpPr>
          <p:cNvPr id="12" name="Title 2">
            <a:extLst>
              <a:ext uri="{FF2B5EF4-FFF2-40B4-BE49-F238E27FC236}">
                <a16:creationId xmlns:a16="http://schemas.microsoft.com/office/drawing/2014/main" id="{CC36F9F5-4C9D-89D7-3088-32FE6870B12A}"/>
              </a:ext>
            </a:extLst>
          </p:cNvPr>
          <p:cNvSpPr>
            <a:spLocks noGrp="1"/>
          </p:cNvSpPr>
          <p:nvPr>
            <p:ph type="title"/>
          </p:nvPr>
        </p:nvSpPr>
        <p:spPr>
          <a:xfrm>
            <a:off x="6692401" y="1076109"/>
            <a:ext cx="4680000" cy="1822734"/>
          </a:xfrm>
        </p:spPr>
        <p:txBody>
          <a:bodyPr/>
          <a:lstStyle/>
          <a:p>
            <a:r>
              <a:rPr lang="en-US" dirty="0"/>
              <a:t>Commission Guidelines – General Principles</a:t>
            </a:r>
          </a:p>
        </p:txBody>
      </p:sp>
      <p:sp>
        <p:nvSpPr>
          <p:cNvPr id="14" name="Content Placeholder 3">
            <a:extLst>
              <a:ext uri="{FF2B5EF4-FFF2-40B4-BE49-F238E27FC236}">
                <a16:creationId xmlns:a16="http://schemas.microsoft.com/office/drawing/2014/main" id="{A2A219B3-8E7A-A698-B011-E1560B218B29}"/>
              </a:ext>
            </a:extLst>
          </p:cNvPr>
          <p:cNvSpPr>
            <a:spLocks noGrp="1"/>
          </p:cNvSpPr>
          <p:nvPr>
            <p:ph sz="quarter" idx="19"/>
          </p:nvPr>
        </p:nvSpPr>
        <p:spPr>
          <a:xfrm>
            <a:off x="6692400" y="3387600"/>
            <a:ext cx="4680000" cy="2466000"/>
          </a:xfrm>
        </p:spPr>
        <p:txBody>
          <a:bodyPr/>
          <a:lstStyle/>
          <a:p>
            <a:r>
              <a:rPr lang="en-US" dirty="0"/>
              <a:t>Case-by-case review (</a:t>
            </a:r>
            <a:r>
              <a:rPr lang="en-US" dirty="0" err="1"/>
              <a:t>risiko-baseret</a:t>
            </a:r>
            <a:r>
              <a:rPr lang="en-US" dirty="0"/>
              <a:t>)</a:t>
            </a:r>
          </a:p>
          <a:p>
            <a:pPr lvl="1"/>
            <a:r>
              <a:rPr lang="en-US" dirty="0"/>
              <a:t>Risk to minors</a:t>
            </a:r>
          </a:p>
          <a:p>
            <a:pPr lvl="2"/>
            <a:r>
              <a:rPr lang="en-US" dirty="0"/>
              <a:t>Size, reach, type of service</a:t>
            </a:r>
          </a:p>
          <a:p>
            <a:pPr lvl="2"/>
            <a:r>
              <a:rPr lang="en-US" dirty="0"/>
              <a:t>Intended or current use</a:t>
            </a:r>
          </a:p>
          <a:p>
            <a:pPr lvl="2"/>
            <a:r>
              <a:rPr lang="en-US" dirty="0"/>
              <a:t>Specific features</a:t>
            </a:r>
          </a:p>
          <a:p>
            <a:pPr lvl="2"/>
            <a:r>
              <a:rPr lang="en-US" dirty="0"/>
              <a:t>User base</a:t>
            </a:r>
          </a:p>
          <a:p>
            <a:pPr lvl="1"/>
            <a:r>
              <a:rPr lang="en-US" dirty="0"/>
              <a:t>Impact on rights</a:t>
            </a:r>
          </a:p>
          <a:p>
            <a:pPr lvl="1"/>
            <a:r>
              <a:rPr lang="en-US" dirty="0"/>
              <a:t>Highest available standards and existing good practices</a:t>
            </a:r>
          </a:p>
          <a:p>
            <a:pPr lvl="2"/>
            <a:r>
              <a:rPr lang="en-US" dirty="0"/>
              <a:t>Including perspective and rights of children</a:t>
            </a:r>
          </a:p>
          <a:p>
            <a:pPr lvl="2"/>
            <a:endParaRPr lang="en-US" dirty="0"/>
          </a:p>
        </p:txBody>
      </p:sp>
      <p:sp>
        <p:nvSpPr>
          <p:cNvPr id="4" name="Date Placeholder 3">
            <a:extLst>
              <a:ext uri="{FF2B5EF4-FFF2-40B4-BE49-F238E27FC236}">
                <a16:creationId xmlns:a16="http://schemas.microsoft.com/office/drawing/2014/main" id="{3C0C219E-7805-6D2E-432D-6195717370A6}"/>
              </a:ext>
            </a:extLst>
          </p:cNvPr>
          <p:cNvSpPr>
            <a:spLocks noGrp="1"/>
          </p:cNvSpPr>
          <p:nvPr>
            <p:ph type="dt" sz="half" idx="4294967295"/>
          </p:nvPr>
        </p:nvSpPr>
        <p:spPr>
          <a:xfrm>
            <a:off x="0" y="6912000"/>
            <a:ext cx="0" cy="0"/>
          </a:xfrm>
        </p:spPr>
        <p:txBody>
          <a:bodyPr/>
          <a:lstStyle/>
          <a:p>
            <a:pPr>
              <a:spcAft>
                <a:spcPts val="600"/>
              </a:spcAft>
            </a:pPr>
            <a:fld id="{27E9B9FB-CA28-4999-8A22-6C8D82C4D6AD}" type="datetime1">
              <a:rPr lang="da-DK" smtClean="0"/>
              <a:pPr>
                <a:spcAft>
                  <a:spcPts val="600"/>
                </a:spcAft>
              </a:pPr>
              <a:t>08.01.2026</a:t>
            </a:fld>
            <a:endParaRPr lang="da-DK"/>
          </a:p>
        </p:txBody>
      </p:sp>
      <p:sp>
        <p:nvSpPr>
          <p:cNvPr id="5" name="Slide Number Placeholder 4">
            <a:extLst>
              <a:ext uri="{FF2B5EF4-FFF2-40B4-BE49-F238E27FC236}">
                <a16:creationId xmlns:a16="http://schemas.microsoft.com/office/drawing/2014/main" id="{1BBCC0D0-964B-8FD4-A033-FB0BC4206A99}"/>
              </a:ext>
            </a:extLst>
          </p:cNvPr>
          <p:cNvSpPr>
            <a:spLocks noGrp="1"/>
          </p:cNvSpPr>
          <p:nvPr>
            <p:ph type="sldNum" sz="quarter" idx="4294967295"/>
          </p:nvPr>
        </p:nvSpPr>
        <p:spPr>
          <a:xfrm>
            <a:off x="0" y="6912000"/>
            <a:ext cx="0" cy="0"/>
          </a:xfrm>
        </p:spPr>
        <p:txBody>
          <a:bodyPr/>
          <a:lstStyle/>
          <a:p>
            <a:pPr>
              <a:spcAft>
                <a:spcPts val="600"/>
              </a:spcAft>
            </a:pPr>
            <a:fld id="{45D37B1E-C366-494F-A587-962AD9AABC83}" type="slidenum">
              <a:rPr lang="da-DK" smtClean="0"/>
              <a:pPr>
                <a:spcAft>
                  <a:spcPts val="600"/>
                </a:spcAft>
              </a:pPr>
              <a:t>47</a:t>
            </a:fld>
            <a:endParaRPr lang="da-DK"/>
          </a:p>
        </p:txBody>
      </p:sp>
    </p:spTree>
    <p:extLst>
      <p:ext uri="{BB962C8B-B14F-4D97-AF65-F5344CB8AC3E}">
        <p14:creationId xmlns:p14="http://schemas.microsoft.com/office/powerpoint/2010/main" val="16059299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C2815-FE47-8018-5602-3568A80B34D6}"/>
              </a:ext>
            </a:extLst>
          </p:cNvPr>
          <p:cNvSpPr>
            <a:spLocks noGrp="1"/>
          </p:cNvSpPr>
          <p:nvPr>
            <p:ph type="title"/>
          </p:nvPr>
        </p:nvSpPr>
        <p:spPr/>
        <p:txBody>
          <a:bodyPr/>
          <a:lstStyle/>
          <a:p>
            <a:r>
              <a:rPr lang="da-DK" dirty="0"/>
              <a:t>Præambel 71 – hvad skal udbydere gøre?</a:t>
            </a:r>
          </a:p>
        </p:txBody>
      </p:sp>
      <p:sp>
        <p:nvSpPr>
          <p:cNvPr id="3" name="Content Placeholder 2">
            <a:extLst>
              <a:ext uri="{FF2B5EF4-FFF2-40B4-BE49-F238E27FC236}">
                <a16:creationId xmlns:a16="http://schemas.microsoft.com/office/drawing/2014/main" id="{6667D04C-0077-F06E-7648-F1602F0664F8}"/>
              </a:ext>
            </a:extLst>
          </p:cNvPr>
          <p:cNvSpPr>
            <a:spLocks noGrp="1"/>
          </p:cNvSpPr>
          <p:nvPr>
            <p:ph sz="quarter" idx="19"/>
          </p:nvPr>
        </p:nvSpPr>
        <p:spPr>
          <a:xfrm>
            <a:off x="411163" y="1625072"/>
            <a:ext cx="10961237" cy="3864462"/>
          </a:xfrm>
        </p:spPr>
        <p:txBody>
          <a:bodyPr/>
          <a:lstStyle/>
          <a:p>
            <a:r>
              <a:rPr lang="en-US" dirty="0" err="1"/>
              <a:t>Træffe</a:t>
            </a:r>
            <a:r>
              <a:rPr lang="en-US" dirty="0"/>
              <a:t> “</a:t>
            </a:r>
            <a:r>
              <a:rPr lang="en-US" dirty="0" err="1"/>
              <a:t>passende</a:t>
            </a:r>
            <a:r>
              <a:rPr lang="en-US" dirty="0"/>
              <a:t> og </a:t>
            </a:r>
            <a:r>
              <a:rPr lang="en-US" dirty="0" err="1"/>
              <a:t>forholdsmæssige</a:t>
            </a:r>
            <a:r>
              <a:rPr lang="en-US" dirty="0"/>
              <a:t>” </a:t>
            </a:r>
            <a:r>
              <a:rPr lang="en-US" dirty="0" err="1"/>
              <a:t>foranstaltninger</a:t>
            </a:r>
            <a:endParaRPr lang="en-US" dirty="0"/>
          </a:p>
          <a:p>
            <a:endParaRPr lang="en-US" dirty="0"/>
          </a:p>
          <a:p>
            <a:r>
              <a:rPr lang="en-US" dirty="0" err="1"/>
              <a:t>Passende</a:t>
            </a:r>
            <a:r>
              <a:rPr lang="en-US" dirty="0"/>
              <a:t>:</a:t>
            </a:r>
          </a:p>
          <a:p>
            <a:pPr lvl="1"/>
            <a:r>
              <a:rPr lang="en-US" dirty="0" err="1"/>
              <a:t>Dækkende</a:t>
            </a:r>
            <a:r>
              <a:rPr lang="en-US" dirty="0"/>
              <a:t>, </a:t>
            </a:r>
            <a:r>
              <a:rPr lang="en-US" dirty="0" err="1"/>
              <a:t>fyldestgørende</a:t>
            </a:r>
            <a:r>
              <a:rPr lang="en-US" dirty="0"/>
              <a:t>, </a:t>
            </a:r>
            <a:r>
              <a:rPr lang="en-US" dirty="0" err="1"/>
              <a:t>velvagt</a:t>
            </a:r>
            <a:r>
              <a:rPr lang="en-US" dirty="0"/>
              <a:t> (Ordbogen.com </a:t>
            </a:r>
            <a:r>
              <a:rPr lang="en-US" dirty="0" err="1"/>
              <a:t>Synonymordbog</a:t>
            </a:r>
            <a:r>
              <a:rPr lang="en-US" dirty="0"/>
              <a:t>)</a:t>
            </a:r>
          </a:p>
          <a:p>
            <a:pPr lvl="8"/>
            <a:endParaRPr lang="en-US" dirty="0"/>
          </a:p>
          <a:p>
            <a:r>
              <a:rPr lang="en-US" dirty="0"/>
              <a:t>Forholdsmæssig:</a:t>
            </a:r>
          </a:p>
          <a:p>
            <a:pPr lvl="1"/>
            <a:r>
              <a:rPr lang="da-DK" dirty="0"/>
              <a:t>overensstemmende med det forhold, der er ml. to </a:t>
            </a:r>
            <a:r>
              <a:rPr lang="da-DK" dirty="0" err="1"/>
              <a:t>ell</a:t>
            </a:r>
            <a:r>
              <a:rPr lang="da-DK" dirty="0"/>
              <a:t>. flere ting (Ordnet.dk)</a:t>
            </a:r>
          </a:p>
          <a:p>
            <a:pPr lvl="1"/>
            <a:endParaRPr lang="da-DK" dirty="0"/>
          </a:p>
          <a:p>
            <a:r>
              <a:rPr lang="en-US" dirty="0" err="1"/>
              <a:t>Eksempler</a:t>
            </a:r>
            <a:r>
              <a:rPr lang="en-US" dirty="0"/>
              <a:t> </a:t>
            </a:r>
            <a:r>
              <a:rPr lang="en-US" dirty="0" err="1"/>
              <a:t>fra</a:t>
            </a:r>
            <a:r>
              <a:rPr lang="en-US" dirty="0"/>
              <a:t> DSA:</a:t>
            </a:r>
          </a:p>
          <a:p>
            <a:pPr lvl="1"/>
            <a:r>
              <a:rPr lang="en-US" dirty="0"/>
              <a:t>Privacy og </a:t>
            </a:r>
            <a:r>
              <a:rPr lang="en-US" dirty="0" err="1"/>
              <a:t>sikkerhed</a:t>
            </a:r>
            <a:r>
              <a:rPr lang="en-US" dirty="0"/>
              <a:t> </a:t>
            </a:r>
            <a:r>
              <a:rPr lang="en-US" dirty="0" err="1"/>
              <a:t>gennem</a:t>
            </a:r>
            <a:r>
              <a:rPr lang="en-US" dirty="0"/>
              <a:t> design og </a:t>
            </a:r>
            <a:r>
              <a:rPr lang="en-US" dirty="0" err="1"/>
              <a:t>standardindstillinger</a:t>
            </a:r>
            <a:endParaRPr lang="en-US" dirty="0"/>
          </a:p>
          <a:p>
            <a:pPr lvl="1"/>
            <a:r>
              <a:rPr lang="en-US" dirty="0" err="1"/>
              <a:t>Indføre</a:t>
            </a:r>
            <a:r>
              <a:rPr lang="en-US" dirty="0"/>
              <a:t> </a:t>
            </a:r>
            <a:r>
              <a:rPr lang="en-US" dirty="0" err="1"/>
              <a:t>standarder</a:t>
            </a:r>
            <a:r>
              <a:rPr lang="en-US" dirty="0"/>
              <a:t> for </a:t>
            </a:r>
            <a:r>
              <a:rPr lang="en-US" dirty="0" err="1"/>
              <a:t>beskyttelse</a:t>
            </a:r>
            <a:r>
              <a:rPr lang="en-US" dirty="0"/>
              <a:t> </a:t>
            </a:r>
            <a:r>
              <a:rPr lang="en-US" dirty="0" err="1"/>
              <a:t>af</a:t>
            </a:r>
            <a:r>
              <a:rPr lang="en-US" dirty="0"/>
              <a:t> </a:t>
            </a:r>
            <a:r>
              <a:rPr lang="en-US" dirty="0" err="1"/>
              <a:t>mindreårige</a:t>
            </a:r>
            <a:endParaRPr lang="en-US" dirty="0"/>
          </a:p>
          <a:p>
            <a:pPr lvl="1"/>
            <a:r>
              <a:rPr lang="en-US" dirty="0" err="1"/>
              <a:t>Deltagelse</a:t>
            </a:r>
            <a:r>
              <a:rPr lang="en-US" dirty="0"/>
              <a:t> i </a:t>
            </a:r>
            <a:r>
              <a:rPr lang="en-US" dirty="0" err="1"/>
              <a:t>adfærdskodeks</a:t>
            </a:r>
            <a:r>
              <a:rPr lang="en-US" dirty="0"/>
              <a:t> for </a:t>
            </a:r>
            <a:r>
              <a:rPr lang="en-US" dirty="0" err="1"/>
              <a:t>beskyttelse</a:t>
            </a:r>
            <a:r>
              <a:rPr lang="en-US" dirty="0"/>
              <a:t> </a:t>
            </a:r>
            <a:r>
              <a:rPr lang="en-US" dirty="0" err="1"/>
              <a:t>af</a:t>
            </a:r>
            <a:r>
              <a:rPr lang="en-US" dirty="0"/>
              <a:t> </a:t>
            </a:r>
            <a:r>
              <a:rPr lang="en-US" dirty="0" err="1"/>
              <a:t>mindreårige</a:t>
            </a:r>
            <a:endParaRPr lang="en-US" dirty="0"/>
          </a:p>
          <a:p>
            <a:pPr lvl="1"/>
            <a:r>
              <a:rPr lang="en-US" dirty="0"/>
              <a:t>“The new European strategy for a better internet for kids (BIK+)” (</a:t>
            </a:r>
            <a:r>
              <a:rPr lang="en-US" dirty="0" err="1"/>
              <a:t>fra</a:t>
            </a:r>
            <a:r>
              <a:rPr lang="en-US" dirty="0"/>
              <a:t> Commission on A Digital Decade for children and youth) </a:t>
            </a:r>
          </a:p>
          <a:p>
            <a:pPr lvl="1"/>
            <a:endParaRPr lang="en-US" dirty="0"/>
          </a:p>
          <a:p>
            <a:r>
              <a:rPr lang="en-US" dirty="0" err="1"/>
              <a:t>Eksempler</a:t>
            </a:r>
            <a:r>
              <a:rPr lang="en-US" dirty="0"/>
              <a:t> </a:t>
            </a:r>
            <a:r>
              <a:rPr lang="en-US" dirty="0" err="1"/>
              <a:t>fra</a:t>
            </a:r>
            <a:r>
              <a:rPr lang="en-US" dirty="0"/>
              <a:t> Commission Guidelines – </a:t>
            </a:r>
            <a:r>
              <a:rPr lang="en-US" dirty="0" err="1"/>
              <a:t>retningslinjer</a:t>
            </a:r>
            <a:r>
              <a:rPr lang="en-US" dirty="0"/>
              <a:t> </a:t>
            </a:r>
            <a:r>
              <a:rPr lang="en-US" dirty="0" err="1"/>
              <a:t>fra</a:t>
            </a:r>
            <a:r>
              <a:rPr lang="en-US" dirty="0"/>
              <a:t>:</a:t>
            </a:r>
          </a:p>
          <a:p>
            <a:pPr lvl="1"/>
            <a:r>
              <a:rPr lang="en-US" dirty="0"/>
              <a:t>UNICEF</a:t>
            </a:r>
          </a:p>
          <a:p>
            <a:pPr lvl="1"/>
            <a:r>
              <a:rPr lang="en-US" dirty="0"/>
              <a:t>Dutch Ministry of the Interior and Kingdom Relations</a:t>
            </a:r>
          </a:p>
          <a:p>
            <a:pPr lvl="1"/>
            <a:r>
              <a:rPr lang="en-US" dirty="0"/>
              <a:t>CEN-CENELEC (European standardization body)</a:t>
            </a:r>
          </a:p>
        </p:txBody>
      </p:sp>
      <p:sp>
        <p:nvSpPr>
          <p:cNvPr id="4" name="Date Placeholder 3">
            <a:extLst>
              <a:ext uri="{FF2B5EF4-FFF2-40B4-BE49-F238E27FC236}">
                <a16:creationId xmlns:a16="http://schemas.microsoft.com/office/drawing/2014/main" id="{42E68F5F-0DB4-158B-180F-1BA2D601F56F}"/>
              </a:ext>
            </a:extLst>
          </p:cNvPr>
          <p:cNvSpPr>
            <a:spLocks noGrp="1"/>
          </p:cNvSpPr>
          <p:nvPr>
            <p:ph type="dt" sz="half" idx="20"/>
          </p:nvPr>
        </p:nvSpPr>
        <p:spPr/>
        <p:txBody>
          <a:bodyPr/>
          <a:lstStyle/>
          <a:p>
            <a:fld id="{AC766E89-B20B-4668-8599-EDACB51EB784}" type="datetime1">
              <a:rPr lang="da-DK" smtClean="0"/>
              <a:t>08.01.2026</a:t>
            </a:fld>
            <a:endParaRPr lang="da-DK" dirty="0"/>
          </a:p>
        </p:txBody>
      </p:sp>
      <p:sp>
        <p:nvSpPr>
          <p:cNvPr id="5" name="Slide Number Placeholder 4">
            <a:extLst>
              <a:ext uri="{FF2B5EF4-FFF2-40B4-BE49-F238E27FC236}">
                <a16:creationId xmlns:a16="http://schemas.microsoft.com/office/drawing/2014/main" id="{1494F1B1-C79A-5BC0-47C7-1D2805A9230E}"/>
              </a:ext>
            </a:extLst>
          </p:cNvPr>
          <p:cNvSpPr>
            <a:spLocks noGrp="1"/>
          </p:cNvSpPr>
          <p:nvPr>
            <p:ph type="sldNum" sz="quarter" idx="22"/>
          </p:nvPr>
        </p:nvSpPr>
        <p:spPr/>
        <p:txBody>
          <a:bodyPr/>
          <a:lstStyle/>
          <a:p>
            <a:fld id="{45D37B1E-C366-494F-A587-962AD9AABC83}" type="slidenum">
              <a:rPr lang="da-DK" smtClean="0"/>
              <a:pPr/>
              <a:t>48</a:t>
            </a:fld>
            <a:endParaRPr lang="da-DK" dirty="0"/>
          </a:p>
        </p:txBody>
      </p:sp>
      <p:sp>
        <p:nvSpPr>
          <p:cNvPr id="6" name="Right Brace 5">
            <a:extLst>
              <a:ext uri="{FF2B5EF4-FFF2-40B4-BE49-F238E27FC236}">
                <a16:creationId xmlns:a16="http://schemas.microsoft.com/office/drawing/2014/main" id="{9D6E2B06-9983-2DAF-CAEC-19C532258EDD}"/>
              </a:ext>
            </a:extLst>
          </p:cNvPr>
          <p:cNvSpPr/>
          <p:nvPr/>
        </p:nvSpPr>
        <p:spPr>
          <a:xfrm>
            <a:off x="6693063" y="2368946"/>
            <a:ext cx="186490" cy="960579"/>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a-DK"/>
          </a:p>
        </p:txBody>
      </p:sp>
      <p:sp>
        <p:nvSpPr>
          <p:cNvPr id="7" name="TextBox 6">
            <a:extLst>
              <a:ext uri="{FF2B5EF4-FFF2-40B4-BE49-F238E27FC236}">
                <a16:creationId xmlns:a16="http://schemas.microsoft.com/office/drawing/2014/main" id="{765853CB-89DF-9D50-7C6B-E5CDD496E5C4}"/>
              </a:ext>
            </a:extLst>
          </p:cNvPr>
          <p:cNvSpPr txBox="1"/>
          <p:nvPr/>
        </p:nvSpPr>
        <p:spPr>
          <a:xfrm>
            <a:off x="7054011" y="2726124"/>
            <a:ext cx="2808461" cy="246221"/>
          </a:xfrm>
          <a:prstGeom prst="rect">
            <a:avLst/>
          </a:prstGeom>
          <a:noFill/>
        </p:spPr>
        <p:txBody>
          <a:bodyPr wrap="none" lIns="0" tIns="0" rIns="0" bIns="0" rtlCol="0">
            <a:spAutoFit/>
          </a:bodyPr>
          <a:lstStyle/>
          <a:p>
            <a:r>
              <a:rPr lang="da-DK" sz="1600" dirty="0"/>
              <a:t>I høj grad bestemt i retspraksis</a:t>
            </a:r>
          </a:p>
        </p:txBody>
      </p:sp>
    </p:spTree>
    <p:extLst>
      <p:ext uri="{BB962C8B-B14F-4D97-AF65-F5344CB8AC3E}">
        <p14:creationId xmlns:p14="http://schemas.microsoft.com/office/powerpoint/2010/main" val="32613202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2C4BE-25FC-48FF-698A-46981F621A9F}"/>
              </a:ext>
            </a:extLst>
          </p:cNvPr>
          <p:cNvSpPr>
            <a:spLocks noGrp="1"/>
          </p:cNvSpPr>
          <p:nvPr>
            <p:ph type="title"/>
          </p:nvPr>
        </p:nvSpPr>
        <p:spPr/>
        <p:txBody>
          <a:bodyPr/>
          <a:lstStyle/>
          <a:p>
            <a:r>
              <a:rPr lang="da-DK" dirty="0"/>
              <a:t>Proportionalitetsprincippet</a:t>
            </a:r>
          </a:p>
        </p:txBody>
      </p:sp>
      <p:sp>
        <p:nvSpPr>
          <p:cNvPr id="3" name="Content Placeholder 2">
            <a:extLst>
              <a:ext uri="{FF2B5EF4-FFF2-40B4-BE49-F238E27FC236}">
                <a16:creationId xmlns:a16="http://schemas.microsoft.com/office/drawing/2014/main" id="{89665AD7-10A1-DC7D-441A-6C418C7A19D0}"/>
              </a:ext>
            </a:extLst>
          </p:cNvPr>
          <p:cNvSpPr>
            <a:spLocks noGrp="1"/>
          </p:cNvSpPr>
          <p:nvPr>
            <p:ph sz="quarter" idx="19"/>
          </p:nvPr>
        </p:nvSpPr>
        <p:spPr/>
        <p:txBody>
          <a:bodyPr/>
          <a:lstStyle/>
          <a:p>
            <a:r>
              <a:rPr lang="en-US" sz="2000" dirty="0" err="1"/>
              <a:t>Kumulativ</a:t>
            </a:r>
            <a:r>
              <a:rPr lang="en-US" sz="2000" dirty="0"/>
              <a:t> </a:t>
            </a:r>
            <a:r>
              <a:rPr lang="en-US" sz="2000" dirty="0" err="1"/>
              <a:t>tre</a:t>
            </a:r>
            <a:r>
              <a:rPr lang="en-US" sz="2000" dirty="0"/>
              <a:t>-delt test (</a:t>
            </a:r>
            <a:r>
              <a:rPr lang="en-US" sz="2000" dirty="0" err="1"/>
              <a:t>udviklet</a:t>
            </a:r>
            <a:r>
              <a:rPr lang="en-US" sz="2000" dirty="0"/>
              <a:t> i </a:t>
            </a:r>
            <a:r>
              <a:rPr lang="en-US" sz="2000" dirty="0" err="1"/>
              <a:t>retspraksis</a:t>
            </a:r>
            <a:r>
              <a:rPr lang="en-US" sz="2000" dirty="0"/>
              <a:t> </a:t>
            </a:r>
            <a:r>
              <a:rPr lang="en-US" sz="2000" dirty="0" err="1"/>
              <a:t>siden</a:t>
            </a:r>
            <a:r>
              <a:rPr lang="en-US" sz="2000" dirty="0"/>
              <a:t> 1955): </a:t>
            </a:r>
          </a:p>
          <a:p>
            <a:pPr marL="594900" lvl="1" indent="-342900">
              <a:buFont typeface="+mj-lt"/>
              <a:buAutoNum type="arabicPeriod"/>
            </a:pPr>
            <a:r>
              <a:rPr lang="en-US" sz="1800" dirty="0"/>
              <a:t>Kan det </a:t>
            </a:r>
            <a:r>
              <a:rPr lang="en-US" sz="1800" dirty="0" err="1"/>
              <a:t>ønskede</a:t>
            </a:r>
            <a:r>
              <a:rPr lang="en-US" sz="1800" dirty="0"/>
              <a:t> </a:t>
            </a:r>
            <a:r>
              <a:rPr lang="en-US" sz="1800" dirty="0" err="1"/>
              <a:t>mål</a:t>
            </a:r>
            <a:r>
              <a:rPr lang="en-US" sz="1800" dirty="0"/>
              <a:t> </a:t>
            </a:r>
            <a:r>
              <a:rPr lang="en-US" sz="1800" dirty="0" err="1"/>
              <a:t>opnås</a:t>
            </a:r>
            <a:r>
              <a:rPr lang="en-US" sz="1800" dirty="0"/>
              <a:t> (er </a:t>
            </a:r>
            <a:r>
              <a:rPr lang="en-US" sz="1800" dirty="0" err="1"/>
              <a:t>indgrebet</a:t>
            </a:r>
            <a:r>
              <a:rPr lang="en-US" sz="1800" dirty="0"/>
              <a:t> </a:t>
            </a:r>
            <a:r>
              <a:rPr lang="en-US" sz="1800" b="1" dirty="0" err="1"/>
              <a:t>effektivt</a:t>
            </a:r>
            <a:r>
              <a:rPr lang="en-US" sz="1800" dirty="0"/>
              <a:t>)?</a:t>
            </a:r>
          </a:p>
          <a:p>
            <a:pPr marL="594900" lvl="1" indent="-342900">
              <a:buFont typeface="+mj-lt"/>
              <a:buAutoNum type="arabicPeriod"/>
            </a:pPr>
            <a:r>
              <a:rPr lang="en-US" sz="1800" dirty="0"/>
              <a:t>Er </a:t>
            </a:r>
            <a:r>
              <a:rPr lang="en-US" sz="1800" dirty="0" err="1"/>
              <a:t>indgrebet</a:t>
            </a:r>
            <a:r>
              <a:rPr lang="en-US" sz="1800" dirty="0"/>
              <a:t> </a:t>
            </a:r>
            <a:r>
              <a:rPr lang="en-US" sz="1800" b="1" dirty="0" err="1"/>
              <a:t>nødvendigt</a:t>
            </a:r>
            <a:r>
              <a:rPr lang="en-US" sz="1800" b="1" dirty="0"/>
              <a:t> </a:t>
            </a:r>
            <a:r>
              <a:rPr lang="en-US" sz="1800" dirty="0"/>
              <a:t>for at </a:t>
            </a:r>
            <a:r>
              <a:rPr lang="en-US" sz="1800" dirty="0" err="1"/>
              <a:t>opnå</a:t>
            </a:r>
            <a:r>
              <a:rPr lang="en-US" sz="1800" dirty="0"/>
              <a:t> </a:t>
            </a:r>
            <a:r>
              <a:rPr lang="en-US" sz="1800" dirty="0" err="1"/>
              <a:t>målet</a:t>
            </a:r>
            <a:r>
              <a:rPr lang="en-US" sz="1800" dirty="0"/>
              <a:t>, </a:t>
            </a:r>
            <a:r>
              <a:rPr lang="en-US" sz="1800" dirty="0" err="1"/>
              <a:t>eller</a:t>
            </a:r>
            <a:r>
              <a:rPr lang="en-US" sz="1800" dirty="0"/>
              <a:t> er der </a:t>
            </a:r>
            <a:r>
              <a:rPr lang="en-US" sz="1800" dirty="0" err="1"/>
              <a:t>mindre</a:t>
            </a:r>
            <a:r>
              <a:rPr lang="en-US" sz="1800" dirty="0"/>
              <a:t> </a:t>
            </a:r>
            <a:r>
              <a:rPr lang="en-US" sz="1800" dirty="0" err="1"/>
              <a:t>indgribende</a:t>
            </a:r>
            <a:r>
              <a:rPr lang="en-US" sz="1800" dirty="0"/>
              <a:t> </a:t>
            </a:r>
            <a:r>
              <a:rPr lang="en-US" sz="1800" dirty="0" err="1"/>
              <a:t>midler</a:t>
            </a:r>
            <a:r>
              <a:rPr lang="en-US" sz="1800" dirty="0"/>
              <a:t> </a:t>
            </a:r>
            <a:r>
              <a:rPr lang="en-US" sz="1800" dirty="0" err="1"/>
              <a:t>til</a:t>
            </a:r>
            <a:r>
              <a:rPr lang="en-US" sz="1800" dirty="0"/>
              <a:t> </a:t>
            </a:r>
            <a:r>
              <a:rPr lang="en-US" sz="1800" dirty="0" err="1"/>
              <a:t>rådighed</a:t>
            </a:r>
            <a:r>
              <a:rPr lang="en-US" sz="1800" dirty="0"/>
              <a:t>? </a:t>
            </a:r>
          </a:p>
          <a:p>
            <a:pPr marL="594900" lvl="1" indent="-342900">
              <a:buFont typeface="+mj-lt"/>
              <a:buAutoNum type="arabicPeriod"/>
            </a:pPr>
            <a:r>
              <a:rPr lang="en-US" sz="1800" dirty="0"/>
              <a:t>Er </a:t>
            </a:r>
            <a:r>
              <a:rPr lang="en-US" sz="1800" dirty="0" err="1"/>
              <a:t>indgrebet</a:t>
            </a:r>
            <a:r>
              <a:rPr lang="en-US" sz="1800" dirty="0"/>
              <a:t> for </a:t>
            </a:r>
            <a:r>
              <a:rPr lang="en-US" sz="1800" b="1" dirty="0" err="1"/>
              <a:t>voldsomt</a:t>
            </a:r>
            <a:r>
              <a:rPr lang="en-US" sz="1800" dirty="0"/>
              <a:t> </a:t>
            </a:r>
            <a:r>
              <a:rPr lang="en-US" sz="1800" dirty="0" err="1"/>
              <a:t>ift</a:t>
            </a:r>
            <a:r>
              <a:rPr lang="en-US" sz="1800" dirty="0"/>
              <a:t>. </a:t>
            </a:r>
            <a:r>
              <a:rPr lang="en-US" sz="1800" dirty="0" err="1"/>
              <a:t>borgerens</a:t>
            </a:r>
            <a:r>
              <a:rPr lang="en-US" sz="1800" dirty="0"/>
              <a:t> </a:t>
            </a:r>
            <a:r>
              <a:rPr lang="en-US" sz="1800" dirty="0" err="1"/>
              <a:t>interesser</a:t>
            </a:r>
            <a:r>
              <a:rPr lang="en-US" sz="1800" dirty="0"/>
              <a:t>?</a:t>
            </a:r>
          </a:p>
          <a:p>
            <a:pPr marL="594900" lvl="1" indent="-342900">
              <a:buFont typeface="+mj-lt"/>
              <a:buAutoNum type="arabicPeriod"/>
            </a:pPr>
            <a:endParaRPr lang="en-US" sz="1800" dirty="0"/>
          </a:p>
          <a:p>
            <a:endParaRPr lang="da-DK" sz="2000" dirty="0"/>
          </a:p>
        </p:txBody>
      </p:sp>
      <p:sp>
        <p:nvSpPr>
          <p:cNvPr id="4" name="Date Placeholder 3">
            <a:extLst>
              <a:ext uri="{FF2B5EF4-FFF2-40B4-BE49-F238E27FC236}">
                <a16:creationId xmlns:a16="http://schemas.microsoft.com/office/drawing/2014/main" id="{58B0DF30-81F9-F0F2-B1F7-A6E21331DC88}"/>
              </a:ext>
            </a:extLst>
          </p:cNvPr>
          <p:cNvSpPr>
            <a:spLocks noGrp="1"/>
          </p:cNvSpPr>
          <p:nvPr>
            <p:ph type="dt" sz="half" idx="20"/>
          </p:nvPr>
        </p:nvSpPr>
        <p:spPr/>
        <p:txBody>
          <a:bodyPr/>
          <a:lstStyle/>
          <a:p>
            <a:fld id="{05A533BA-7A04-41AC-8E4A-EACB696394AE}" type="datetime1">
              <a:rPr lang="da-DK" smtClean="0"/>
              <a:t>08.01.2026</a:t>
            </a:fld>
            <a:endParaRPr lang="da-DK" dirty="0"/>
          </a:p>
        </p:txBody>
      </p:sp>
      <p:sp>
        <p:nvSpPr>
          <p:cNvPr id="5" name="Slide Number Placeholder 4">
            <a:extLst>
              <a:ext uri="{FF2B5EF4-FFF2-40B4-BE49-F238E27FC236}">
                <a16:creationId xmlns:a16="http://schemas.microsoft.com/office/drawing/2014/main" id="{8B09BCFE-F573-FD6F-1B6B-172E00799639}"/>
              </a:ext>
            </a:extLst>
          </p:cNvPr>
          <p:cNvSpPr>
            <a:spLocks noGrp="1"/>
          </p:cNvSpPr>
          <p:nvPr>
            <p:ph type="sldNum" sz="quarter" idx="22"/>
          </p:nvPr>
        </p:nvSpPr>
        <p:spPr/>
        <p:txBody>
          <a:bodyPr/>
          <a:lstStyle/>
          <a:p>
            <a:fld id="{45D37B1E-C366-494F-A587-962AD9AABC83}" type="slidenum">
              <a:rPr lang="da-DK" smtClean="0"/>
              <a:pPr/>
              <a:t>49</a:t>
            </a:fld>
            <a:endParaRPr lang="da-DK" dirty="0"/>
          </a:p>
        </p:txBody>
      </p:sp>
    </p:spTree>
    <p:extLst>
      <p:ext uri="{BB962C8B-B14F-4D97-AF65-F5344CB8AC3E}">
        <p14:creationId xmlns:p14="http://schemas.microsoft.com/office/powerpoint/2010/main" val="26125180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833A3-CDE6-64E9-A8FD-C895152B0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1E2D6-F23D-9E3F-9740-8FC0DD5E579E}"/>
              </a:ext>
            </a:extLst>
          </p:cNvPr>
          <p:cNvSpPr>
            <a:spLocks noGrp="1"/>
          </p:cNvSpPr>
          <p:nvPr>
            <p:ph type="title"/>
          </p:nvPr>
        </p:nvSpPr>
        <p:spPr/>
        <p:txBody>
          <a:bodyPr/>
          <a:lstStyle/>
          <a:p>
            <a:r>
              <a:rPr lang="da-DK" dirty="0"/>
              <a:t>DSA Præambel 71 – hvad må udbydere ikke?</a:t>
            </a:r>
          </a:p>
        </p:txBody>
      </p:sp>
      <p:sp>
        <p:nvSpPr>
          <p:cNvPr id="3" name="Content Placeholder 2">
            <a:extLst>
              <a:ext uri="{FF2B5EF4-FFF2-40B4-BE49-F238E27FC236}">
                <a16:creationId xmlns:a16="http://schemas.microsoft.com/office/drawing/2014/main" id="{FC7D6ED2-65FC-A25A-F788-1684C32254B3}"/>
              </a:ext>
            </a:extLst>
          </p:cNvPr>
          <p:cNvSpPr>
            <a:spLocks noGrp="1"/>
          </p:cNvSpPr>
          <p:nvPr>
            <p:ph sz="quarter" idx="19"/>
          </p:nvPr>
        </p:nvSpPr>
        <p:spPr>
          <a:xfrm>
            <a:off x="411163" y="1757021"/>
            <a:ext cx="10961237" cy="3864462"/>
          </a:xfrm>
        </p:spPr>
        <p:txBody>
          <a:bodyPr/>
          <a:lstStyle/>
          <a:p>
            <a:pPr marL="0" indent="0">
              <a:buNone/>
            </a:pPr>
            <a:r>
              <a:rPr lang="da-DK" dirty="0">
                <a:solidFill>
                  <a:schemeClr val="bg1">
                    <a:lumMod val="65000"/>
                  </a:schemeClr>
                </a:solidFill>
              </a:rPr>
              <a:t>Beskyttelse af mindreårige er et vigtigt politisk mål for Unionen. En onlineplatform kan anses for at være tilgængelig for mindreårige, hvis dens vilkår og betingelser tillader mindreårige at bruge tjenesten, når dens tjeneste er rettet mod eller overvejende anvendes af mindreårige, eller hvis udbyderen på anden måde er klar over, at nogle af modtagerne af dens tjeneste er mindreårige, f.eks. fordi den allerede behandler personoplysninger om modtageren af dens tjeneste, der afslører deres alder til andre formål. Udbydere af onlineplatforme, der anvendes af mindreårige, bør træffe passende og forholdsmæssige foranstaltninger for at beskytte mindreårige, f.eks. ved at udforme deres onlinegrænseflader eller dele heraf med det højeste niveau af privatlivets fred, tryghed og sikkerhed for mindreårige som standard, hvis det er relevant, eller ved at vedtage standarder for beskyttelse af mindreårige eller ved at deltage i adfærdskodekser til beskyttelse af mindreårige. De bør tage hensyn til bedste praksis og tilgængelig vejledning, f.eks. Kommissionens meddelelsen om Et digitalt årti for børn og unge: den nye europæiske strategi for et bedre internet for børn (BIK+). </a:t>
            </a:r>
            <a:r>
              <a:rPr lang="da-DK" b="1" dirty="0"/>
              <a:t>Udbydere af onlineplatforme bør ikke vise reklamer baseret på profilering ved brug af personoplysninger om tjenestemodtageren, hvis de med rimelig sikkerhed er klar over, at tjenestemodtageren er mindreårig.</a:t>
            </a:r>
            <a:r>
              <a:rPr lang="da-DK" dirty="0"/>
              <a:t> </a:t>
            </a:r>
            <a:r>
              <a:rPr lang="da-DK" dirty="0">
                <a:solidFill>
                  <a:schemeClr val="bg1">
                    <a:lumMod val="65000"/>
                  </a:schemeClr>
                </a:solidFill>
              </a:rPr>
              <a:t>I overensstemmelse med forordning (EU) 2016/679, navnlig princippet om dataminimering, jf. nævnte forordnings artikel 5, stk. 1, litra c), bør dette forbud ikke føre til, at udbyderen af onlineplatformen opbevarer, erhverver eller behandler flere personoplysninger, end udbyderen allerede har for at vurdere, om tjenestemodtageren er mindreårig. Denne forpligtelse bør derfor ikke tilskynde udbydere af onlineplatforme til at indsamle tjenestemodtagerens alder, inden de anvendes. Dette bør ikke berøre EU-retten om beskyttelse af personoplysninger.</a:t>
            </a:r>
          </a:p>
        </p:txBody>
      </p:sp>
      <p:sp>
        <p:nvSpPr>
          <p:cNvPr id="4" name="Date Placeholder 3">
            <a:extLst>
              <a:ext uri="{FF2B5EF4-FFF2-40B4-BE49-F238E27FC236}">
                <a16:creationId xmlns:a16="http://schemas.microsoft.com/office/drawing/2014/main" id="{E4690219-0AAA-89C8-60CA-73929D14F806}"/>
              </a:ext>
            </a:extLst>
          </p:cNvPr>
          <p:cNvSpPr>
            <a:spLocks noGrp="1"/>
          </p:cNvSpPr>
          <p:nvPr>
            <p:ph type="dt" sz="half" idx="20"/>
          </p:nvPr>
        </p:nvSpPr>
        <p:spPr/>
        <p:txBody>
          <a:bodyPr/>
          <a:lstStyle/>
          <a:p>
            <a:fld id="{033308BB-F33B-4D26-9F6C-FE9844FFCB42}" type="datetime1">
              <a:rPr lang="da-DK" smtClean="0"/>
              <a:t>08.01.2026</a:t>
            </a:fld>
            <a:endParaRPr lang="da-DK" dirty="0"/>
          </a:p>
        </p:txBody>
      </p:sp>
      <p:sp>
        <p:nvSpPr>
          <p:cNvPr id="5" name="Slide Number Placeholder 4">
            <a:extLst>
              <a:ext uri="{FF2B5EF4-FFF2-40B4-BE49-F238E27FC236}">
                <a16:creationId xmlns:a16="http://schemas.microsoft.com/office/drawing/2014/main" id="{6D1A2423-3A7A-5F16-E04B-BC2870367127}"/>
              </a:ext>
            </a:extLst>
          </p:cNvPr>
          <p:cNvSpPr>
            <a:spLocks noGrp="1"/>
          </p:cNvSpPr>
          <p:nvPr>
            <p:ph type="sldNum" sz="quarter" idx="22"/>
          </p:nvPr>
        </p:nvSpPr>
        <p:spPr/>
        <p:txBody>
          <a:bodyPr/>
          <a:lstStyle/>
          <a:p>
            <a:fld id="{45D37B1E-C366-494F-A587-962AD9AABC83}" type="slidenum">
              <a:rPr lang="da-DK" smtClean="0"/>
              <a:pPr/>
              <a:t>50</a:t>
            </a:fld>
            <a:endParaRPr lang="da-DK" dirty="0"/>
          </a:p>
        </p:txBody>
      </p:sp>
    </p:spTree>
    <p:extLst>
      <p:ext uri="{BB962C8B-B14F-4D97-AF65-F5344CB8AC3E}">
        <p14:creationId xmlns:p14="http://schemas.microsoft.com/office/powerpoint/2010/main" val="26779681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A313D-B4CC-5D96-B3E9-B91B12713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84DD3-A520-EE72-D51D-58E7FE8E00A3}"/>
              </a:ext>
            </a:extLst>
          </p:cNvPr>
          <p:cNvSpPr>
            <a:spLocks noGrp="1"/>
          </p:cNvSpPr>
          <p:nvPr>
            <p:ph type="title"/>
          </p:nvPr>
        </p:nvSpPr>
        <p:spPr/>
        <p:txBody>
          <a:bodyPr/>
          <a:lstStyle/>
          <a:p>
            <a:r>
              <a:rPr lang="da-DK" dirty="0"/>
              <a:t>DSA Artikel 28 – hvad kan/skal fortolkes</a:t>
            </a:r>
          </a:p>
        </p:txBody>
      </p:sp>
      <p:sp>
        <p:nvSpPr>
          <p:cNvPr id="3" name="Content Placeholder 2">
            <a:extLst>
              <a:ext uri="{FF2B5EF4-FFF2-40B4-BE49-F238E27FC236}">
                <a16:creationId xmlns:a16="http://schemas.microsoft.com/office/drawing/2014/main" id="{CB13CAC3-32AA-A779-7C76-4483937A7446}"/>
              </a:ext>
            </a:extLst>
          </p:cNvPr>
          <p:cNvSpPr>
            <a:spLocks noGrp="1"/>
          </p:cNvSpPr>
          <p:nvPr>
            <p:ph sz="quarter" idx="19"/>
          </p:nvPr>
        </p:nvSpPr>
        <p:spPr/>
        <p:txBody>
          <a:bodyPr/>
          <a:lstStyle/>
          <a:p>
            <a:pPr marL="0" indent="0">
              <a:buNone/>
            </a:pPr>
            <a:r>
              <a:rPr lang="da-DK" dirty="0"/>
              <a:t>1. </a:t>
            </a:r>
            <a:r>
              <a:rPr lang="da-DK" dirty="0">
                <a:solidFill>
                  <a:srgbClr val="0070C0"/>
                </a:solidFill>
              </a:rPr>
              <a:t>Udbydere af onlineplatforme</a:t>
            </a:r>
            <a:r>
              <a:rPr lang="da-DK" dirty="0"/>
              <a:t>, der er </a:t>
            </a:r>
            <a:r>
              <a:rPr lang="da-DK" dirty="0">
                <a:solidFill>
                  <a:schemeClr val="accent6">
                    <a:lumMod val="75000"/>
                  </a:schemeClr>
                </a:solidFill>
              </a:rPr>
              <a:t>tilgængelige for </a:t>
            </a:r>
            <a:r>
              <a:rPr lang="da-DK" dirty="0">
                <a:solidFill>
                  <a:schemeClr val="accent6">
                    <a:lumMod val="60000"/>
                    <a:lumOff val="40000"/>
                  </a:schemeClr>
                </a:solidFill>
              </a:rPr>
              <a:t>mindreårige</a:t>
            </a:r>
            <a:r>
              <a:rPr lang="da-DK" dirty="0"/>
              <a:t>, indfører </a:t>
            </a:r>
            <a:r>
              <a:rPr lang="da-DK" dirty="0">
                <a:solidFill>
                  <a:schemeClr val="accent2">
                    <a:lumMod val="75000"/>
                  </a:schemeClr>
                </a:solidFill>
              </a:rPr>
              <a:t>passende og forholdsmæssige foranstaltninger</a:t>
            </a:r>
            <a:r>
              <a:rPr lang="da-DK" dirty="0"/>
              <a:t> til at sikre et </a:t>
            </a:r>
            <a:r>
              <a:rPr lang="da-DK" dirty="0">
                <a:solidFill>
                  <a:schemeClr val="accent3">
                    <a:lumMod val="50000"/>
                  </a:schemeClr>
                </a:solidFill>
              </a:rPr>
              <a:t>højt niveau af privatlivets fred, tryghed og sikkerhed for mindreårige </a:t>
            </a:r>
            <a:r>
              <a:rPr lang="da-DK" dirty="0"/>
              <a:t>på deres tjeneste.</a:t>
            </a:r>
          </a:p>
          <a:p>
            <a:endParaRPr lang="da-DK" dirty="0"/>
          </a:p>
        </p:txBody>
      </p:sp>
      <p:sp>
        <p:nvSpPr>
          <p:cNvPr id="4" name="Date Placeholder 3">
            <a:extLst>
              <a:ext uri="{FF2B5EF4-FFF2-40B4-BE49-F238E27FC236}">
                <a16:creationId xmlns:a16="http://schemas.microsoft.com/office/drawing/2014/main" id="{3744AAF3-FA47-E919-7128-9EEE5BF666AD}"/>
              </a:ext>
            </a:extLst>
          </p:cNvPr>
          <p:cNvSpPr>
            <a:spLocks noGrp="1"/>
          </p:cNvSpPr>
          <p:nvPr>
            <p:ph type="dt" sz="half" idx="20"/>
          </p:nvPr>
        </p:nvSpPr>
        <p:spPr/>
        <p:txBody>
          <a:bodyPr/>
          <a:lstStyle/>
          <a:p>
            <a:fld id="{0EEDF008-8E5D-4B89-BC24-CA90730076BD}" type="datetime1">
              <a:rPr lang="da-DK" smtClean="0"/>
              <a:t>08.01.2026</a:t>
            </a:fld>
            <a:endParaRPr lang="da-DK" dirty="0"/>
          </a:p>
        </p:txBody>
      </p:sp>
      <p:sp>
        <p:nvSpPr>
          <p:cNvPr id="5" name="Slide Number Placeholder 4">
            <a:extLst>
              <a:ext uri="{FF2B5EF4-FFF2-40B4-BE49-F238E27FC236}">
                <a16:creationId xmlns:a16="http://schemas.microsoft.com/office/drawing/2014/main" id="{915DC424-495A-1DAC-A34C-AA0D5BFD7C99}"/>
              </a:ext>
            </a:extLst>
          </p:cNvPr>
          <p:cNvSpPr>
            <a:spLocks noGrp="1"/>
          </p:cNvSpPr>
          <p:nvPr>
            <p:ph type="sldNum" sz="quarter" idx="22"/>
          </p:nvPr>
        </p:nvSpPr>
        <p:spPr/>
        <p:txBody>
          <a:bodyPr/>
          <a:lstStyle/>
          <a:p>
            <a:fld id="{45D37B1E-C366-494F-A587-962AD9AABC83}" type="slidenum">
              <a:rPr lang="da-DK" smtClean="0"/>
              <a:pPr/>
              <a:t>51</a:t>
            </a:fld>
            <a:endParaRPr lang="da-DK" dirty="0"/>
          </a:p>
        </p:txBody>
      </p:sp>
      <p:cxnSp>
        <p:nvCxnSpPr>
          <p:cNvPr id="7" name="Straight Arrow Connector 6">
            <a:extLst>
              <a:ext uri="{FF2B5EF4-FFF2-40B4-BE49-F238E27FC236}">
                <a16:creationId xmlns:a16="http://schemas.microsoft.com/office/drawing/2014/main" id="{A83FA894-65C7-9AC2-79C7-977828AC89C5}"/>
              </a:ext>
            </a:extLst>
          </p:cNvPr>
          <p:cNvCxnSpPr/>
          <p:nvPr/>
        </p:nvCxnSpPr>
        <p:spPr>
          <a:xfrm flipV="1">
            <a:off x="3705812" y="2552308"/>
            <a:ext cx="196948" cy="1470074"/>
          </a:xfrm>
          <a:prstGeom prst="straightConnector1">
            <a:avLst/>
          </a:prstGeom>
          <a:ln w="28575">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97791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34D10-94A5-744E-4F24-6447678323E9}"/>
              </a:ext>
            </a:extLst>
          </p:cNvPr>
          <p:cNvSpPr>
            <a:spLocks noGrp="1"/>
          </p:cNvSpPr>
          <p:nvPr>
            <p:ph type="title"/>
          </p:nvPr>
        </p:nvSpPr>
        <p:spPr/>
        <p:txBody>
          <a:bodyPr/>
          <a:lstStyle/>
          <a:p>
            <a:r>
              <a:rPr lang="da-DK" dirty="0"/>
              <a:t>Højt niveau af privacy m.m. (fundamentale rettigheder)</a:t>
            </a:r>
          </a:p>
        </p:txBody>
      </p:sp>
      <p:sp>
        <p:nvSpPr>
          <p:cNvPr id="3" name="Content Placeholder 2">
            <a:extLst>
              <a:ext uri="{FF2B5EF4-FFF2-40B4-BE49-F238E27FC236}">
                <a16:creationId xmlns:a16="http://schemas.microsoft.com/office/drawing/2014/main" id="{7E5837F9-5AE9-2F72-64E5-12B324682E17}"/>
              </a:ext>
            </a:extLst>
          </p:cNvPr>
          <p:cNvSpPr>
            <a:spLocks noGrp="1"/>
          </p:cNvSpPr>
          <p:nvPr>
            <p:ph sz="quarter" idx="19"/>
          </p:nvPr>
        </p:nvSpPr>
        <p:spPr>
          <a:xfrm>
            <a:off x="410400" y="2140528"/>
            <a:ext cx="10961237" cy="3864462"/>
          </a:xfrm>
        </p:spPr>
        <p:txBody>
          <a:bodyPr/>
          <a:lstStyle/>
          <a:p>
            <a:pPr marL="0" indent="0">
              <a:buNone/>
            </a:pPr>
            <a:r>
              <a:rPr lang="en-US" sz="1800" dirty="0" err="1">
                <a:effectLst/>
                <a:latin typeface="Arial" panose="020B0604020202020204" pitchFamily="34" charset="0"/>
                <a:ea typeface="Arial" panose="020B0604020202020204" pitchFamily="34" charset="0"/>
                <a:cs typeface="Times New Roman" panose="02020603050405020304" pitchFamily="18" charset="0"/>
              </a:rPr>
              <a:t>Præambel</a:t>
            </a:r>
            <a:r>
              <a:rPr lang="en-US" sz="1800" dirty="0">
                <a:effectLst/>
                <a:latin typeface="Arial" panose="020B0604020202020204" pitchFamily="34" charset="0"/>
                <a:ea typeface="Arial" panose="020B0604020202020204" pitchFamily="34" charset="0"/>
                <a:cs typeface="Times New Roman" panose="02020603050405020304" pitchFamily="18" charset="0"/>
              </a:rPr>
              <a:t> 79:</a:t>
            </a:r>
          </a:p>
          <a:p>
            <a:pPr marL="0" indent="0">
              <a:buNone/>
            </a:pPr>
            <a:endParaRPr lang="en-US" sz="1800" dirty="0">
              <a:latin typeface="Arial" panose="020B0604020202020204" pitchFamily="34" charset="0"/>
              <a:ea typeface="Arial" panose="020B0604020202020204" pitchFamily="34" charset="0"/>
              <a:cs typeface="Times New Roman" panose="02020603050405020304" pitchFamily="18" charset="0"/>
            </a:endParaRPr>
          </a:p>
          <a:p>
            <a:pPr marL="0" indent="0">
              <a:buNone/>
            </a:pPr>
            <a:r>
              <a:rPr lang="da-DK" sz="1800" dirty="0"/>
              <a:t>Udbydere af meget store onlineplatforme og af meget store onlinesøgemaskiner bør […] vurdere de </a:t>
            </a:r>
            <a:r>
              <a:rPr lang="da-DK" sz="1800" b="1" dirty="0"/>
              <a:t>systemiske risici</a:t>
            </a:r>
            <a:r>
              <a:rPr lang="da-DK" sz="1800" dirty="0"/>
              <a:t>, der udspringer af udformningen, funktionen og anvendelsen af deres tjenester samt tjenestemodtagernes potentielle misbrug, og bør træffe passende afbødende foranstaltninger under overholdelse af de grundlæggende rettigheder i henhold til denne forordning. </a:t>
            </a:r>
          </a:p>
          <a:p>
            <a:pPr marL="0" indent="0">
              <a:buNone/>
            </a:pPr>
            <a:endParaRPr lang="en-US" sz="1800" dirty="0">
              <a:latin typeface="Arial" panose="020B0604020202020204" pitchFamily="34" charset="0"/>
              <a:ea typeface="Arial" panose="020B0604020202020204" pitchFamily="34" charset="0"/>
              <a:cs typeface="Times New Roman" panose="02020603050405020304" pitchFamily="18" charset="0"/>
            </a:endParaRPr>
          </a:p>
          <a:p>
            <a:pPr marL="0" indent="0">
              <a:buNone/>
            </a:pPr>
            <a:r>
              <a:rPr lang="da-DK" sz="1800" dirty="0"/>
              <a:t>Ved fastlæggelsen af betydningen af potentielle negative indvirkninger bør udbyderne tage hensyn til alvoren af den potentielle indvirkning og sandsynligheden for alle sådanne systemiske risici. De kan f.eks. vurdere, </a:t>
            </a:r>
            <a:r>
              <a:rPr lang="da-DK" sz="1800" b="1" dirty="0"/>
              <a:t>om den potentielle negative indvirkning kan påvirke et stort antal personer, dens potentielle irreversibilitet, eller hvor vanskeligt det er at afhjælpe og genoprette den situation, der var fremherskende forud for den potentielle indvirkning.</a:t>
            </a:r>
            <a:endParaRPr lang="da-DK" b="1" dirty="0"/>
          </a:p>
        </p:txBody>
      </p:sp>
      <p:sp>
        <p:nvSpPr>
          <p:cNvPr id="4" name="Date Placeholder 3">
            <a:extLst>
              <a:ext uri="{FF2B5EF4-FFF2-40B4-BE49-F238E27FC236}">
                <a16:creationId xmlns:a16="http://schemas.microsoft.com/office/drawing/2014/main" id="{5E6EE2D9-72B4-84DF-A45E-00EE6D1E701D}"/>
              </a:ext>
            </a:extLst>
          </p:cNvPr>
          <p:cNvSpPr>
            <a:spLocks noGrp="1"/>
          </p:cNvSpPr>
          <p:nvPr>
            <p:ph type="dt" sz="half" idx="20"/>
          </p:nvPr>
        </p:nvSpPr>
        <p:spPr/>
        <p:txBody>
          <a:bodyPr/>
          <a:lstStyle/>
          <a:p>
            <a:fld id="{3292C2C4-BE5B-450B-A96D-9D2D9AFC339D}" type="datetime1">
              <a:rPr lang="da-DK" smtClean="0"/>
              <a:t>08.01.2026</a:t>
            </a:fld>
            <a:endParaRPr lang="da-DK" dirty="0"/>
          </a:p>
        </p:txBody>
      </p:sp>
      <p:sp>
        <p:nvSpPr>
          <p:cNvPr id="5" name="Slide Number Placeholder 4">
            <a:extLst>
              <a:ext uri="{FF2B5EF4-FFF2-40B4-BE49-F238E27FC236}">
                <a16:creationId xmlns:a16="http://schemas.microsoft.com/office/drawing/2014/main" id="{D309C0C0-3F30-ACCD-887E-FCFA718F05E4}"/>
              </a:ext>
            </a:extLst>
          </p:cNvPr>
          <p:cNvSpPr>
            <a:spLocks noGrp="1"/>
          </p:cNvSpPr>
          <p:nvPr>
            <p:ph type="sldNum" sz="quarter" idx="22"/>
          </p:nvPr>
        </p:nvSpPr>
        <p:spPr/>
        <p:txBody>
          <a:bodyPr/>
          <a:lstStyle/>
          <a:p>
            <a:fld id="{45D37B1E-C366-494F-A587-962AD9AABC83}" type="slidenum">
              <a:rPr lang="da-DK" smtClean="0"/>
              <a:pPr/>
              <a:t>52</a:t>
            </a:fld>
            <a:endParaRPr lang="da-DK" dirty="0"/>
          </a:p>
        </p:txBody>
      </p:sp>
    </p:spTree>
    <p:extLst>
      <p:ext uri="{BB962C8B-B14F-4D97-AF65-F5344CB8AC3E}">
        <p14:creationId xmlns:p14="http://schemas.microsoft.com/office/powerpoint/2010/main" val="30908403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1E545-F726-20C9-079F-D73676E8D0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5C1DD3-4682-5945-0630-FF6E3A22808A}"/>
              </a:ext>
            </a:extLst>
          </p:cNvPr>
          <p:cNvSpPr>
            <a:spLocks noGrp="1"/>
          </p:cNvSpPr>
          <p:nvPr>
            <p:ph type="title"/>
          </p:nvPr>
        </p:nvSpPr>
        <p:spPr>
          <a:xfrm>
            <a:off x="411163" y="725465"/>
            <a:ext cx="10962000" cy="671967"/>
          </a:xfrm>
        </p:spPr>
        <p:txBody>
          <a:bodyPr/>
          <a:lstStyle/>
          <a:p>
            <a:r>
              <a:rPr lang="da-DK" dirty="0"/>
              <a:t>Højt niveau af privacy etc. (fundamentale rettigheder)</a:t>
            </a:r>
            <a:br>
              <a:rPr lang="da-DK" dirty="0"/>
            </a:br>
            <a:endParaRPr lang="da-DK" dirty="0"/>
          </a:p>
        </p:txBody>
      </p:sp>
      <p:sp>
        <p:nvSpPr>
          <p:cNvPr id="3" name="Content Placeholder 2">
            <a:extLst>
              <a:ext uri="{FF2B5EF4-FFF2-40B4-BE49-F238E27FC236}">
                <a16:creationId xmlns:a16="http://schemas.microsoft.com/office/drawing/2014/main" id="{FCEAA789-58E8-FC5F-7557-519ACC94392F}"/>
              </a:ext>
            </a:extLst>
          </p:cNvPr>
          <p:cNvSpPr>
            <a:spLocks noGrp="1"/>
          </p:cNvSpPr>
          <p:nvPr>
            <p:ph sz="quarter" idx="19"/>
          </p:nvPr>
        </p:nvSpPr>
        <p:spPr/>
        <p:txBody>
          <a:bodyPr/>
          <a:lstStyle/>
          <a:p>
            <a:pPr marL="0" indent="0">
              <a:buNone/>
            </a:pPr>
            <a:r>
              <a:rPr lang="en-US" sz="1800" dirty="0" err="1">
                <a:effectLst/>
                <a:latin typeface="Arial" panose="020B0604020202020204" pitchFamily="34" charset="0"/>
                <a:ea typeface="Arial" panose="020B0604020202020204" pitchFamily="34" charset="0"/>
                <a:cs typeface="Times New Roman" panose="02020603050405020304" pitchFamily="18" charset="0"/>
              </a:rPr>
              <a:t>Præambel</a:t>
            </a:r>
            <a:r>
              <a:rPr lang="en-US" sz="1800" dirty="0">
                <a:effectLst/>
                <a:latin typeface="Arial" panose="020B0604020202020204" pitchFamily="34" charset="0"/>
                <a:ea typeface="Arial" panose="020B0604020202020204" pitchFamily="34" charset="0"/>
                <a:cs typeface="Times New Roman" panose="02020603050405020304" pitchFamily="18" charset="0"/>
              </a:rPr>
              <a:t> 80-83:</a:t>
            </a:r>
          </a:p>
          <a:p>
            <a:r>
              <a:rPr lang="en-US" sz="1800" dirty="0">
                <a:latin typeface="Arial" panose="020B0604020202020204" pitchFamily="34" charset="0"/>
                <a:ea typeface="Arial" panose="020B0604020202020204" pitchFamily="34" charset="0"/>
                <a:cs typeface="Times New Roman" panose="02020603050405020304" pitchFamily="18" charset="0"/>
              </a:rPr>
              <a:t>Fire </a:t>
            </a:r>
            <a:r>
              <a:rPr lang="en-US" sz="1800" dirty="0" err="1">
                <a:latin typeface="Arial" panose="020B0604020202020204" pitchFamily="34" charset="0"/>
                <a:ea typeface="Arial" panose="020B0604020202020204" pitchFamily="34" charset="0"/>
                <a:cs typeface="Times New Roman" panose="02020603050405020304" pitchFamily="18" charset="0"/>
              </a:rPr>
              <a:t>kategorier</a:t>
            </a:r>
            <a:r>
              <a:rPr lang="en-US" sz="1800" dirty="0">
                <a:latin typeface="Arial" panose="020B0604020202020204" pitchFamily="34" charset="0"/>
                <a:ea typeface="Arial" panose="020B0604020202020204" pitchFamily="34" charset="0"/>
                <a:cs typeface="Times New Roman" panose="02020603050405020304" pitchFamily="18" charset="0"/>
              </a:rPr>
              <a:t> </a:t>
            </a:r>
            <a:r>
              <a:rPr lang="en-US" sz="1800" dirty="0" err="1">
                <a:latin typeface="Arial" panose="020B0604020202020204" pitchFamily="34" charset="0"/>
                <a:ea typeface="Arial" panose="020B0604020202020204" pitchFamily="34" charset="0"/>
                <a:cs typeface="Times New Roman" panose="02020603050405020304" pitchFamily="18" charset="0"/>
              </a:rPr>
              <a:t>af</a:t>
            </a:r>
            <a:r>
              <a:rPr lang="en-US" sz="1800" dirty="0">
                <a:latin typeface="Arial" panose="020B0604020202020204" pitchFamily="34" charset="0"/>
                <a:ea typeface="Arial" panose="020B0604020202020204" pitchFamily="34" charset="0"/>
                <a:cs typeface="Times New Roman" panose="02020603050405020304" pitchFamily="18" charset="0"/>
              </a:rPr>
              <a:t> </a:t>
            </a:r>
            <a:r>
              <a:rPr lang="en-US" sz="1800" dirty="0" err="1">
                <a:latin typeface="Arial" panose="020B0604020202020204" pitchFamily="34" charset="0"/>
                <a:ea typeface="Arial" panose="020B0604020202020204" pitchFamily="34" charset="0"/>
                <a:cs typeface="Times New Roman" panose="02020603050405020304" pitchFamily="18" charset="0"/>
              </a:rPr>
              <a:t>systemiske</a:t>
            </a:r>
            <a:r>
              <a:rPr lang="en-US" sz="1800" dirty="0">
                <a:latin typeface="Arial" panose="020B0604020202020204" pitchFamily="34" charset="0"/>
                <a:ea typeface="Arial" panose="020B0604020202020204" pitchFamily="34" charset="0"/>
                <a:cs typeface="Times New Roman" panose="02020603050405020304" pitchFamily="18" charset="0"/>
              </a:rPr>
              <a:t> </a:t>
            </a:r>
            <a:r>
              <a:rPr lang="en-US" sz="1800" dirty="0" err="1">
                <a:latin typeface="Arial" panose="020B0604020202020204" pitchFamily="34" charset="0"/>
                <a:ea typeface="Arial" panose="020B0604020202020204" pitchFamily="34" charset="0"/>
                <a:cs typeface="Times New Roman" panose="02020603050405020304" pitchFamily="18" charset="0"/>
              </a:rPr>
              <a:t>risici</a:t>
            </a:r>
            <a:r>
              <a:rPr lang="en-US" sz="1800" dirty="0">
                <a:latin typeface="Arial" panose="020B0604020202020204" pitchFamily="34" charset="0"/>
                <a:ea typeface="Arial" panose="020B0604020202020204" pitchFamily="34" charset="0"/>
                <a:cs typeface="Times New Roman" panose="02020603050405020304" pitchFamily="18" charset="0"/>
              </a:rPr>
              <a:t>:</a:t>
            </a:r>
          </a:p>
          <a:p>
            <a:pPr marL="594900" lvl="1" indent="-342900">
              <a:buFont typeface="+mj-lt"/>
              <a:buAutoNum type="arabicPeriod"/>
            </a:pPr>
            <a:r>
              <a:rPr lang="en-US" sz="1600" dirty="0" err="1">
                <a:latin typeface="Arial" panose="020B0604020202020204" pitchFamily="34" charset="0"/>
                <a:ea typeface="Arial" panose="020B0604020202020204" pitchFamily="34" charset="0"/>
                <a:cs typeface="Times New Roman" panose="02020603050405020304" pitchFamily="18" charset="0"/>
              </a:rPr>
              <a:t>Udbredelse</a:t>
            </a:r>
            <a:r>
              <a:rPr lang="en-US" sz="1600" dirty="0">
                <a:latin typeface="Arial" panose="020B0604020202020204" pitchFamily="34" charset="0"/>
                <a:ea typeface="Arial" panose="020B0604020202020204" pitchFamily="34" charset="0"/>
                <a:cs typeface="Times New Roman" panose="02020603050405020304" pitchFamily="18" charset="0"/>
              </a:rPr>
              <a:t> </a:t>
            </a:r>
            <a:r>
              <a:rPr lang="en-US" sz="1600" dirty="0" err="1">
                <a:latin typeface="Arial" panose="020B0604020202020204" pitchFamily="34" charset="0"/>
                <a:ea typeface="Arial" panose="020B0604020202020204" pitchFamily="34" charset="0"/>
                <a:cs typeface="Times New Roman" panose="02020603050405020304" pitchFamily="18" charset="0"/>
              </a:rPr>
              <a:t>af</a:t>
            </a:r>
            <a:r>
              <a:rPr lang="en-US" sz="1600" dirty="0">
                <a:latin typeface="Arial" panose="020B0604020202020204" pitchFamily="34" charset="0"/>
                <a:ea typeface="Arial" panose="020B0604020202020204" pitchFamily="34" charset="0"/>
                <a:cs typeface="Times New Roman" panose="02020603050405020304" pitchFamily="18" charset="0"/>
              </a:rPr>
              <a:t> </a:t>
            </a:r>
            <a:r>
              <a:rPr lang="en-US" sz="1600" dirty="0" err="1">
                <a:latin typeface="Arial" panose="020B0604020202020204" pitchFamily="34" charset="0"/>
                <a:ea typeface="Arial" panose="020B0604020202020204" pitchFamily="34" charset="0"/>
                <a:cs typeface="Times New Roman" panose="02020603050405020304" pitchFamily="18" charset="0"/>
              </a:rPr>
              <a:t>ulovligt</a:t>
            </a:r>
            <a:r>
              <a:rPr lang="en-US" sz="1600" dirty="0">
                <a:latin typeface="Arial" panose="020B0604020202020204" pitchFamily="34" charset="0"/>
                <a:ea typeface="Arial" panose="020B0604020202020204" pitchFamily="34" charset="0"/>
                <a:cs typeface="Times New Roman" panose="02020603050405020304" pitchFamily="18" charset="0"/>
              </a:rPr>
              <a:t> </a:t>
            </a:r>
            <a:r>
              <a:rPr lang="en-US" sz="1600" dirty="0" err="1">
                <a:latin typeface="Arial" panose="020B0604020202020204" pitchFamily="34" charset="0"/>
                <a:ea typeface="Arial" panose="020B0604020202020204" pitchFamily="34" charset="0"/>
                <a:cs typeface="Times New Roman" panose="02020603050405020304" pitchFamily="18" charset="0"/>
              </a:rPr>
              <a:t>indhold</a:t>
            </a:r>
            <a:endParaRPr lang="en-US" sz="1600" dirty="0">
              <a:latin typeface="Arial" panose="020B0604020202020204" pitchFamily="34" charset="0"/>
              <a:ea typeface="Arial" panose="020B0604020202020204" pitchFamily="34" charset="0"/>
              <a:cs typeface="Times New Roman" panose="02020603050405020304" pitchFamily="18" charset="0"/>
            </a:endParaRPr>
          </a:p>
          <a:p>
            <a:pPr marL="594900" lvl="1" indent="-342900">
              <a:buFont typeface="+mj-lt"/>
              <a:buAutoNum type="arabicPeriod"/>
            </a:pPr>
            <a:r>
              <a:rPr lang="da-DK" sz="1600" dirty="0"/>
              <a:t>Faktisk eller forventet indvirkning på udøvelsen af de grundlæggende rettigheder, [f.eks.] den menneskelige værdighed, ytrings- og informationsfriheden, herunder mediefrihed og -pluralisme, retten til privatlivets fred, databeskyttelse, retten til ikkeforskelsbehandling, børns rettigheder og forbrugerbeskyttelse. </a:t>
            </a:r>
          </a:p>
          <a:p>
            <a:pPr marL="594900" lvl="1" indent="-342900">
              <a:buFont typeface="+mj-lt"/>
              <a:buAutoNum type="arabicPeriod"/>
            </a:pPr>
            <a:r>
              <a:rPr lang="da-DK" sz="1600" dirty="0"/>
              <a:t>Faktiske eller forventede negative virkninger for demokratiske processer, samfundsdebatten og valgprocesserne samt den offentlige sikkerhed.</a:t>
            </a:r>
            <a:endParaRPr lang="en-US" sz="1600" dirty="0">
              <a:latin typeface="Arial" panose="020B0604020202020204" pitchFamily="34" charset="0"/>
              <a:ea typeface="Arial" panose="020B0604020202020204" pitchFamily="34" charset="0"/>
              <a:cs typeface="Times New Roman" panose="02020603050405020304" pitchFamily="18" charset="0"/>
            </a:endParaRPr>
          </a:p>
          <a:p>
            <a:pPr marL="594900" lvl="1" indent="-342900">
              <a:buFont typeface="+mj-lt"/>
              <a:buAutoNum type="arabicPeriod"/>
            </a:pPr>
            <a:r>
              <a:rPr lang="da-DK" sz="1600" dirty="0"/>
              <a:t>Faktisk eller forventet negativ indvirkning på beskyttelsen af folkesundheden, mindreårige og alvorlige negative konsekvenser for den pågældende persons fysiske og mentale velbefindende eller for kønsbaseret vold.</a:t>
            </a:r>
          </a:p>
          <a:p>
            <a:pPr marL="594900" lvl="1" indent="-342900">
              <a:buFont typeface="+mj-lt"/>
              <a:buAutoNum type="arabicPeriod"/>
            </a:pPr>
            <a:endParaRPr lang="en-US" sz="1800" dirty="0">
              <a:latin typeface="Arial" panose="020B0604020202020204" pitchFamily="34" charset="0"/>
              <a:ea typeface="Arial" panose="020B0604020202020204" pitchFamily="34" charset="0"/>
              <a:cs typeface="Times New Roman" panose="02020603050405020304" pitchFamily="18" charset="0"/>
            </a:endParaRPr>
          </a:p>
          <a:p>
            <a:pPr marL="0" indent="0">
              <a:buNone/>
            </a:pPr>
            <a:r>
              <a:rPr lang="en-US" sz="1800" dirty="0" err="1">
                <a:latin typeface="Arial" panose="020B0604020202020204" pitchFamily="34" charset="0"/>
                <a:ea typeface="Arial" panose="020B0604020202020204" pitchFamily="34" charset="0"/>
                <a:cs typeface="Times New Roman" panose="02020603050405020304" pitchFamily="18" charset="0"/>
              </a:rPr>
              <a:t>Præambel</a:t>
            </a:r>
            <a:r>
              <a:rPr lang="en-US" sz="1800" dirty="0">
                <a:latin typeface="Arial" panose="020B0604020202020204" pitchFamily="34" charset="0"/>
                <a:ea typeface="Arial" panose="020B0604020202020204" pitchFamily="34" charset="0"/>
                <a:cs typeface="Times New Roman" panose="02020603050405020304" pitchFamily="18" charset="0"/>
              </a:rPr>
              <a:t> 84-88:</a:t>
            </a:r>
          </a:p>
          <a:p>
            <a:r>
              <a:rPr lang="en-US" sz="1800" dirty="0" err="1">
                <a:effectLst/>
                <a:latin typeface="Arial" panose="020B0604020202020204" pitchFamily="34" charset="0"/>
                <a:ea typeface="Arial" panose="020B0604020202020204" pitchFamily="34" charset="0"/>
                <a:cs typeface="Times New Roman" panose="02020603050405020304" pitchFamily="18" charset="0"/>
              </a:rPr>
              <a:t>Pligt</a:t>
            </a:r>
            <a:r>
              <a:rPr lang="en-US" sz="1800"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err="1">
                <a:effectLst/>
                <a:latin typeface="Arial" panose="020B0604020202020204" pitchFamily="34" charset="0"/>
                <a:ea typeface="Arial" panose="020B0604020202020204" pitchFamily="34" charset="0"/>
                <a:cs typeface="Times New Roman" panose="02020603050405020304" pitchFamily="18" charset="0"/>
              </a:rPr>
              <a:t>til</a:t>
            </a:r>
            <a:r>
              <a:rPr lang="en-US" sz="1800" dirty="0">
                <a:effectLst/>
                <a:latin typeface="Arial" panose="020B0604020202020204" pitchFamily="34" charset="0"/>
                <a:ea typeface="Arial" panose="020B0604020202020204" pitchFamily="34" charset="0"/>
                <a:cs typeface="Times New Roman" panose="02020603050405020304" pitchFamily="18" charset="0"/>
              </a:rPr>
              <a:t> at </a:t>
            </a:r>
            <a:r>
              <a:rPr lang="en-US" sz="1800" dirty="0" err="1">
                <a:effectLst/>
                <a:latin typeface="Arial" panose="020B0604020202020204" pitchFamily="34" charset="0"/>
                <a:ea typeface="Arial" panose="020B0604020202020204" pitchFamily="34" charset="0"/>
                <a:cs typeface="Times New Roman" panose="02020603050405020304" pitchFamily="18" charset="0"/>
              </a:rPr>
              <a:t>fokusere</a:t>
            </a:r>
            <a:r>
              <a:rPr lang="en-US" sz="1800"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err="1">
                <a:effectLst/>
                <a:latin typeface="Arial" panose="020B0604020202020204" pitchFamily="34" charset="0"/>
                <a:ea typeface="Arial" panose="020B0604020202020204" pitchFamily="34" charset="0"/>
                <a:cs typeface="Times New Roman" panose="02020603050405020304" pitchFamily="18" charset="0"/>
              </a:rPr>
              <a:t>på</a:t>
            </a:r>
            <a:r>
              <a:rPr lang="en-US" sz="1800" dirty="0">
                <a:effectLst/>
                <a:latin typeface="Arial" panose="020B0604020202020204" pitchFamily="34" charset="0"/>
                <a:ea typeface="Arial" panose="020B0604020202020204" pitchFamily="34" charset="0"/>
                <a:cs typeface="Times New Roman" panose="02020603050405020304" pitchFamily="18" charset="0"/>
              </a:rPr>
              <a:t> effect og design </a:t>
            </a:r>
            <a:r>
              <a:rPr lang="en-US" sz="1800" dirty="0" err="1">
                <a:effectLst/>
                <a:latin typeface="Arial" panose="020B0604020202020204" pitchFamily="34" charset="0"/>
                <a:ea typeface="Arial" panose="020B0604020202020204" pitchFamily="34" charset="0"/>
                <a:cs typeface="Times New Roman" panose="02020603050405020304" pitchFamily="18" charset="0"/>
              </a:rPr>
              <a:t>af</a:t>
            </a:r>
            <a:r>
              <a:rPr lang="en-US" sz="1800" dirty="0">
                <a:effectLst/>
                <a:latin typeface="Arial" panose="020B0604020202020204" pitchFamily="34" charset="0"/>
                <a:ea typeface="Arial" panose="020B0604020202020204" pitchFamily="34" charset="0"/>
                <a:cs typeface="Times New Roman" panose="02020603050405020304" pitchFamily="18" charset="0"/>
              </a:rPr>
              <a:t> alle </a:t>
            </a:r>
            <a:r>
              <a:rPr lang="en-US" sz="1800" dirty="0" err="1">
                <a:effectLst/>
                <a:latin typeface="Arial" panose="020B0604020202020204" pitchFamily="34" charset="0"/>
                <a:ea typeface="Arial" panose="020B0604020202020204" pitchFamily="34" charset="0"/>
                <a:cs typeface="Times New Roman" panose="02020603050405020304" pitchFamily="18" charset="0"/>
              </a:rPr>
              <a:t>algoritmisk</a:t>
            </a:r>
            <a:r>
              <a:rPr lang="en-US" sz="1800"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err="1">
                <a:effectLst/>
                <a:latin typeface="Arial" panose="020B0604020202020204" pitchFamily="34" charset="0"/>
                <a:ea typeface="Arial" panose="020B0604020202020204" pitchFamily="34" charset="0"/>
                <a:cs typeface="Times New Roman" panose="02020603050405020304" pitchFamily="18" charset="0"/>
              </a:rPr>
              <a:t>baserede</a:t>
            </a:r>
            <a:r>
              <a:rPr lang="en-US" sz="1800"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err="1">
                <a:effectLst/>
                <a:latin typeface="Arial" panose="020B0604020202020204" pitchFamily="34" charset="0"/>
                <a:ea typeface="Arial" panose="020B0604020202020204" pitchFamily="34" charset="0"/>
                <a:cs typeface="Times New Roman" panose="02020603050405020304" pitchFamily="18" charset="0"/>
              </a:rPr>
              <a:t>systemer</a:t>
            </a:r>
            <a:r>
              <a:rPr lang="en-US" sz="1800"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err="1">
                <a:effectLst/>
                <a:latin typeface="Arial" panose="020B0604020202020204" pitchFamily="34" charset="0"/>
                <a:ea typeface="Arial" panose="020B0604020202020204" pitchFamily="34" charset="0"/>
                <a:cs typeface="Times New Roman" panose="02020603050405020304" pitchFamily="18" charset="0"/>
              </a:rPr>
              <a:t>især</a:t>
            </a:r>
            <a:r>
              <a:rPr lang="en-US" sz="1800"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err="1">
                <a:effectLst/>
                <a:latin typeface="Arial" panose="020B0604020202020204" pitchFamily="34" charset="0"/>
                <a:ea typeface="Arial" panose="020B0604020202020204" pitchFamily="34" charset="0"/>
                <a:cs typeface="Times New Roman" panose="02020603050405020304" pitchFamily="18" charset="0"/>
              </a:rPr>
              <a:t>anbefalings</a:t>
            </a:r>
            <a:r>
              <a:rPr lang="en-US" sz="1800" dirty="0">
                <a:latin typeface="Arial" panose="020B0604020202020204" pitchFamily="34" charset="0"/>
                <a:ea typeface="Arial" panose="020B0604020202020204" pitchFamily="34" charset="0"/>
                <a:cs typeface="Times New Roman" panose="02020603050405020304" pitchFamily="18" charset="0"/>
              </a:rPr>
              <a:t>- og </a:t>
            </a:r>
            <a:r>
              <a:rPr lang="en-US" sz="1800" dirty="0" err="1">
                <a:latin typeface="Arial" panose="020B0604020202020204" pitchFamily="34" charset="0"/>
                <a:ea typeface="Arial" panose="020B0604020202020204" pitchFamily="34" charset="0"/>
                <a:cs typeface="Times New Roman" panose="02020603050405020304" pitchFamily="18" charset="0"/>
              </a:rPr>
              <a:t>reklamesystemer</a:t>
            </a:r>
            <a:endParaRPr lang="en-US" sz="1800" dirty="0">
              <a:effectLst/>
              <a:latin typeface="Arial" panose="020B0604020202020204" pitchFamily="34" charset="0"/>
              <a:ea typeface="Arial" panose="020B0604020202020204" pitchFamily="34" charset="0"/>
              <a:cs typeface="Times New Roman" panose="02020603050405020304" pitchFamily="18" charset="0"/>
            </a:endParaRPr>
          </a:p>
          <a:p>
            <a:pPr lvl="1"/>
            <a:endParaRPr lang="en-US" sz="1600" dirty="0">
              <a:effectLst/>
              <a:latin typeface="Arial" panose="020B0604020202020204" pitchFamily="34" charset="0"/>
              <a:ea typeface="Arial" panose="020B0604020202020204" pitchFamily="34" charset="0"/>
              <a:cs typeface="Times New Roman" panose="02020603050405020304" pitchFamily="18" charset="0"/>
            </a:endParaRPr>
          </a:p>
          <a:p>
            <a:pPr marL="0" indent="0">
              <a:buNone/>
            </a:pPr>
            <a:endParaRPr lang="da-DK" dirty="0"/>
          </a:p>
        </p:txBody>
      </p:sp>
      <p:sp>
        <p:nvSpPr>
          <p:cNvPr id="4" name="Date Placeholder 3">
            <a:extLst>
              <a:ext uri="{FF2B5EF4-FFF2-40B4-BE49-F238E27FC236}">
                <a16:creationId xmlns:a16="http://schemas.microsoft.com/office/drawing/2014/main" id="{5D645215-7587-4F5E-804B-9E5B4CA65BAE}"/>
              </a:ext>
            </a:extLst>
          </p:cNvPr>
          <p:cNvSpPr>
            <a:spLocks noGrp="1"/>
          </p:cNvSpPr>
          <p:nvPr>
            <p:ph type="dt" sz="half" idx="20"/>
          </p:nvPr>
        </p:nvSpPr>
        <p:spPr/>
        <p:txBody>
          <a:bodyPr/>
          <a:lstStyle/>
          <a:p>
            <a:fld id="{3292C2C4-BE5B-450B-A96D-9D2D9AFC339D}" type="datetime1">
              <a:rPr lang="da-DK" smtClean="0"/>
              <a:t>08.01.2026</a:t>
            </a:fld>
            <a:endParaRPr lang="da-DK" dirty="0"/>
          </a:p>
        </p:txBody>
      </p:sp>
      <p:sp>
        <p:nvSpPr>
          <p:cNvPr id="5" name="Slide Number Placeholder 4">
            <a:extLst>
              <a:ext uri="{FF2B5EF4-FFF2-40B4-BE49-F238E27FC236}">
                <a16:creationId xmlns:a16="http://schemas.microsoft.com/office/drawing/2014/main" id="{8D1AC54F-F07A-3B56-6F64-2B6833D7F595}"/>
              </a:ext>
            </a:extLst>
          </p:cNvPr>
          <p:cNvSpPr>
            <a:spLocks noGrp="1"/>
          </p:cNvSpPr>
          <p:nvPr>
            <p:ph type="sldNum" sz="quarter" idx="22"/>
          </p:nvPr>
        </p:nvSpPr>
        <p:spPr/>
        <p:txBody>
          <a:bodyPr/>
          <a:lstStyle/>
          <a:p>
            <a:fld id="{45D37B1E-C366-494F-A587-962AD9AABC83}" type="slidenum">
              <a:rPr lang="da-DK" smtClean="0"/>
              <a:pPr/>
              <a:t>53</a:t>
            </a:fld>
            <a:endParaRPr lang="da-DK" dirty="0"/>
          </a:p>
        </p:txBody>
      </p:sp>
    </p:spTree>
    <p:extLst>
      <p:ext uri="{BB962C8B-B14F-4D97-AF65-F5344CB8AC3E}">
        <p14:creationId xmlns:p14="http://schemas.microsoft.com/office/powerpoint/2010/main" val="27005104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1D68C-EDAF-9999-FAEF-D425210D5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9AAD8-92CB-9A01-2D89-5A92841E4112}"/>
              </a:ext>
            </a:extLst>
          </p:cNvPr>
          <p:cNvSpPr>
            <a:spLocks noGrp="1"/>
          </p:cNvSpPr>
          <p:nvPr>
            <p:ph type="title"/>
          </p:nvPr>
        </p:nvSpPr>
        <p:spPr/>
        <p:txBody>
          <a:bodyPr/>
          <a:lstStyle/>
          <a:p>
            <a:r>
              <a:rPr lang="da-DK" dirty="0"/>
              <a:t>Højt niveau af privacy etc. (fundamentale rettigheder)</a:t>
            </a:r>
          </a:p>
        </p:txBody>
      </p:sp>
      <p:sp>
        <p:nvSpPr>
          <p:cNvPr id="3" name="Content Placeholder 2">
            <a:extLst>
              <a:ext uri="{FF2B5EF4-FFF2-40B4-BE49-F238E27FC236}">
                <a16:creationId xmlns:a16="http://schemas.microsoft.com/office/drawing/2014/main" id="{FE6F8293-1791-57D2-3075-80404FD632AE}"/>
              </a:ext>
            </a:extLst>
          </p:cNvPr>
          <p:cNvSpPr>
            <a:spLocks noGrp="1"/>
          </p:cNvSpPr>
          <p:nvPr>
            <p:ph sz="quarter" idx="19"/>
          </p:nvPr>
        </p:nvSpPr>
        <p:spPr>
          <a:xfrm>
            <a:off x="410400" y="2213196"/>
            <a:ext cx="10961237" cy="3864462"/>
          </a:xfrm>
        </p:spPr>
        <p:txBody>
          <a:bodyPr/>
          <a:lstStyle/>
          <a:p>
            <a:pPr marL="0" indent="0">
              <a:buNone/>
            </a:pPr>
            <a:r>
              <a:rPr lang="en-US" sz="1800" dirty="0" err="1">
                <a:effectLst/>
                <a:latin typeface="Arial" panose="020B0604020202020204" pitchFamily="34" charset="0"/>
                <a:ea typeface="Arial" panose="020B0604020202020204" pitchFamily="34" charset="0"/>
                <a:cs typeface="Times New Roman" panose="02020603050405020304" pitchFamily="18" charset="0"/>
              </a:rPr>
              <a:t>Præambel</a:t>
            </a:r>
            <a:r>
              <a:rPr lang="en-US" sz="1800" dirty="0">
                <a:effectLst/>
                <a:latin typeface="Arial" panose="020B0604020202020204" pitchFamily="34" charset="0"/>
                <a:ea typeface="Arial" panose="020B0604020202020204" pitchFamily="34" charset="0"/>
                <a:cs typeface="Times New Roman" panose="02020603050405020304" pitchFamily="18" charset="0"/>
              </a:rPr>
              <a:t> 89 (om </a:t>
            </a:r>
            <a:r>
              <a:rPr lang="en-US" sz="1800" dirty="0" err="1">
                <a:effectLst/>
                <a:latin typeface="Arial" panose="020B0604020202020204" pitchFamily="34" charset="0"/>
                <a:ea typeface="Arial" panose="020B0604020202020204" pitchFamily="34" charset="0"/>
                <a:cs typeface="Times New Roman" panose="02020603050405020304" pitchFamily="18" charset="0"/>
              </a:rPr>
              <a:t>mindreårige</a:t>
            </a:r>
            <a:r>
              <a:rPr lang="en-US" sz="1800" dirty="0">
                <a:effectLst/>
                <a:latin typeface="Arial" panose="020B0604020202020204" pitchFamily="34" charset="0"/>
                <a:ea typeface="Arial" panose="020B0604020202020204" pitchFamily="34" charset="0"/>
                <a:cs typeface="Times New Roman" panose="02020603050405020304" pitchFamily="18" charset="0"/>
              </a:rPr>
              <a:t>):</a:t>
            </a:r>
          </a:p>
          <a:p>
            <a:pPr marL="0" indent="0">
              <a:buNone/>
            </a:pPr>
            <a:endParaRPr lang="en-US" sz="1800" dirty="0">
              <a:effectLst/>
              <a:latin typeface="Arial" panose="020B0604020202020204" pitchFamily="34" charset="0"/>
              <a:ea typeface="Arial" panose="020B0604020202020204" pitchFamily="34" charset="0"/>
              <a:cs typeface="Times New Roman" panose="02020603050405020304" pitchFamily="18" charset="0"/>
            </a:endParaRPr>
          </a:p>
          <a:p>
            <a:pPr marL="0" indent="0">
              <a:buNone/>
            </a:pPr>
            <a:r>
              <a:rPr lang="da-DK" dirty="0"/>
              <a:t>Udbydere af meget store onlineplatforme og af meget store onlinesøgemaskiner bør tage </a:t>
            </a:r>
            <a:r>
              <a:rPr lang="da-DK" b="1" dirty="0"/>
              <a:t>hensyn til mindreåriges tarv</a:t>
            </a:r>
            <a:r>
              <a:rPr lang="da-DK" dirty="0"/>
              <a:t>, når de træffer foranstaltninger såsom tilpasning af udformningen af deres tjeneste og deres onlinegrænseflade, navnlig når deres tjenester er rettet mod mindreårige eller hovedsageligt anvendes af mindreårige. De bør sikre, at deres tjenester er organiseret på en sådan måde, at mindreårige let kan få adgang til de mekanismer, der er fastsat i denne forordning, hvor det er relevant, herunder anmeldelses- og fjernelses- og klagemekanismer. De bør også træffe foranstaltninger til at beskytte mindreårige mod indhold, der kan skade deres fysiske, psykiske eller moralske udvikling, og tilvejebringe værktøjer, der muliggør adgangsstyring til sådanne oplysninger. Ved valget af passende afbødende foranstaltninger kan udbyderne, hvor det er relevant, tage hensyn til branchens bedste praksis, herunder som fastlagt gennem selvregulerende samarbejde, såsom adfærdskodekser, og bør tage retningslinjer fra Kommissionen i betragtning.</a:t>
            </a:r>
          </a:p>
        </p:txBody>
      </p:sp>
      <p:sp>
        <p:nvSpPr>
          <p:cNvPr id="4" name="Date Placeholder 3">
            <a:extLst>
              <a:ext uri="{FF2B5EF4-FFF2-40B4-BE49-F238E27FC236}">
                <a16:creationId xmlns:a16="http://schemas.microsoft.com/office/drawing/2014/main" id="{3DF24675-8EB5-131D-5C91-3C6513F8F98C}"/>
              </a:ext>
            </a:extLst>
          </p:cNvPr>
          <p:cNvSpPr>
            <a:spLocks noGrp="1"/>
          </p:cNvSpPr>
          <p:nvPr>
            <p:ph type="dt" sz="half" idx="20"/>
          </p:nvPr>
        </p:nvSpPr>
        <p:spPr/>
        <p:txBody>
          <a:bodyPr/>
          <a:lstStyle/>
          <a:p>
            <a:fld id="{3292C2C4-BE5B-450B-A96D-9D2D9AFC339D}" type="datetime1">
              <a:rPr lang="da-DK" smtClean="0"/>
              <a:t>08.01.2026</a:t>
            </a:fld>
            <a:endParaRPr lang="da-DK" dirty="0"/>
          </a:p>
        </p:txBody>
      </p:sp>
      <p:sp>
        <p:nvSpPr>
          <p:cNvPr id="5" name="Slide Number Placeholder 4">
            <a:extLst>
              <a:ext uri="{FF2B5EF4-FFF2-40B4-BE49-F238E27FC236}">
                <a16:creationId xmlns:a16="http://schemas.microsoft.com/office/drawing/2014/main" id="{0CE44115-78B5-2AAE-87EF-EACF993A6B2E}"/>
              </a:ext>
            </a:extLst>
          </p:cNvPr>
          <p:cNvSpPr>
            <a:spLocks noGrp="1"/>
          </p:cNvSpPr>
          <p:nvPr>
            <p:ph type="sldNum" sz="quarter" idx="22"/>
          </p:nvPr>
        </p:nvSpPr>
        <p:spPr/>
        <p:txBody>
          <a:bodyPr/>
          <a:lstStyle/>
          <a:p>
            <a:fld id="{45D37B1E-C366-494F-A587-962AD9AABC83}" type="slidenum">
              <a:rPr lang="da-DK" smtClean="0"/>
              <a:pPr/>
              <a:t>54</a:t>
            </a:fld>
            <a:endParaRPr lang="da-DK" dirty="0"/>
          </a:p>
        </p:txBody>
      </p:sp>
    </p:spTree>
    <p:extLst>
      <p:ext uri="{BB962C8B-B14F-4D97-AF65-F5344CB8AC3E}">
        <p14:creationId xmlns:p14="http://schemas.microsoft.com/office/powerpoint/2010/main" val="9436467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A6C6-D8C6-C1B8-7AD2-DCA2A0813F10}"/>
              </a:ext>
            </a:extLst>
          </p:cNvPr>
          <p:cNvSpPr>
            <a:spLocks noGrp="1"/>
          </p:cNvSpPr>
          <p:nvPr>
            <p:ph type="title"/>
          </p:nvPr>
        </p:nvSpPr>
        <p:spPr/>
        <p:txBody>
          <a:bodyPr/>
          <a:lstStyle/>
          <a:p>
            <a:r>
              <a:rPr lang="da-DK" dirty="0"/>
              <a:t>Hvem fastsætter risiko og midler?</a:t>
            </a:r>
          </a:p>
        </p:txBody>
      </p:sp>
      <p:sp>
        <p:nvSpPr>
          <p:cNvPr id="3" name="Content Placeholder 2">
            <a:extLst>
              <a:ext uri="{FF2B5EF4-FFF2-40B4-BE49-F238E27FC236}">
                <a16:creationId xmlns:a16="http://schemas.microsoft.com/office/drawing/2014/main" id="{C48EDE9A-01CA-1FF3-EE36-AEB8393854A4}"/>
              </a:ext>
            </a:extLst>
          </p:cNvPr>
          <p:cNvSpPr>
            <a:spLocks noGrp="1"/>
          </p:cNvSpPr>
          <p:nvPr>
            <p:ph sz="quarter" idx="19"/>
          </p:nvPr>
        </p:nvSpPr>
        <p:spPr/>
        <p:txBody>
          <a:bodyPr/>
          <a:lstStyle/>
          <a:p>
            <a:r>
              <a:rPr lang="da-DK" dirty="0"/>
              <a:t>DSA er </a:t>
            </a:r>
            <a:r>
              <a:rPr lang="da-DK" i="1" dirty="0"/>
              <a:t>risikobaseret</a:t>
            </a:r>
            <a:endParaRPr lang="da-DK" dirty="0"/>
          </a:p>
          <a:p>
            <a:pPr lvl="1"/>
            <a:r>
              <a:rPr lang="da-DK" dirty="0"/>
              <a:t>Udbydere skal vurdere risici</a:t>
            </a:r>
          </a:p>
          <a:p>
            <a:pPr lvl="1"/>
            <a:r>
              <a:rPr lang="da-DK" dirty="0"/>
              <a:t>Udbydere skal beslutte passende foranstaltninger, baseret </a:t>
            </a:r>
            <a:r>
              <a:rPr lang="da-DK"/>
              <a:t>på risikovurdering</a:t>
            </a:r>
            <a:endParaRPr lang="da-DK" dirty="0"/>
          </a:p>
          <a:p>
            <a:pPr lvl="1"/>
            <a:endParaRPr lang="da-DK" dirty="0"/>
          </a:p>
          <a:p>
            <a:r>
              <a:rPr lang="en-US" dirty="0" err="1">
                <a:effectLst/>
                <a:latin typeface="Arial" panose="020B0604020202020204" pitchFamily="34" charset="0"/>
                <a:ea typeface="Arial" panose="020B0604020202020204" pitchFamily="34" charset="0"/>
                <a:cs typeface="Times New Roman" panose="02020603050405020304" pitchFamily="18" charset="0"/>
              </a:rPr>
              <a:t>Præambel</a:t>
            </a:r>
            <a:r>
              <a:rPr lang="en-US" dirty="0">
                <a:effectLst/>
                <a:latin typeface="Arial" panose="020B0604020202020204" pitchFamily="34" charset="0"/>
                <a:ea typeface="Arial" panose="020B0604020202020204" pitchFamily="34" charset="0"/>
                <a:cs typeface="Times New Roman" panose="02020603050405020304" pitchFamily="18" charset="0"/>
              </a:rPr>
              <a:t> 90: </a:t>
            </a:r>
            <a:r>
              <a:rPr lang="da-DK" dirty="0"/>
              <a:t>Udbydere af meget store onlineplatforme og af meget store onlinesøgemaskiner bør sikre, at deres tilgang til risikovurdering og -afbødning er </a:t>
            </a:r>
            <a:r>
              <a:rPr lang="da-DK" b="1" dirty="0"/>
              <a:t>baseret på den bedste tilgængelige information og videnskabelige viden, og at de afprøver deres antagelser med de grupper, der er mest påvirket af risiciene, og de foranstaltninger, de træffer.</a:t>
            </a:r>
          </a:p>
          <a:p>
            <a:r>
              <a:rPr lang="da-DK" dirty="0"/>
              <a:t>Med henblik herpå bør de i givet fald gennemføre deres risikovurderinger og udforme deres risikobegrænsende foranstaltninger med inddragelse af repræsentanter for tjenestemodtagerne, repræsentanter for grupper, der kan blive berørt af deres tjenester, uafhængige eksperter og civilsamfundsorganisationer. De bør søge at indarbejde sådanne høringer i deres metoder til risikovurdering og udformning af afbødende foranstaltninger, herunder, hvis det er relevant, undersøgelser, fokusgrupper, rundbordsdiskussioner og andre hørings- og udformningsmetoder. </a:t>
            </a:r>
          </a:p>
          <a:p>
            <a:r>
              <a:rPr lang="da-DK" dirty="0"/>
              <a:t>Ved vurderingen af, om en foranstaltning er rimelig, forholdsmæssig og effektiv, bør der tages </a:t>
            </a:r>
            <a:r>
              <a:rPr lang="da-DK" b="1" dirty="0"/>
              <a:t>særligt hensyn til retten til ytringsfrihed.</a:t>
            </a:r>
          </a:p>
        </p:txBody>
      </p:sp>
      <p:sp>
        <p:nvSpPr>
          <p:cNvPr id="4" name="Date Placeholder 3">
            <a:extLst>
              <a:ext uri="{FF2B5EF4-FFF2-40B4-BE49-F238E27FC236}">
                <a16:creationId xmlns:a16="http://schemas.microsoft.com/office/drawing/2014/main" id="{942684F7-BA7C-223D-0CC9-CE1DE274C2B1}"/>
              </a:ext>
            </a:extLst>
          </p:cNvPr>
          <p:cNvSpPr>
            <a:spLocks noGrp="1"/>
          </p:cNvSpPr>
          <p:nvPr>
            <p:ph type="dt" sz="half" idx="20"/>
          </p:nvPr>
        </p:nvSpPr>
        <p:spPr/>
        <p:txBody>
          <a:bodyPr/>
          <a:lstStyle/>
          <a:p>
            <a:fld id="{D47688D8-4ADE-42E1-A818-15A924760754}" type="datetime1">
              <a:rPr lang="da-DK" smtClean="0"/>
              <a:t>08.01.2026</a:t>
            </a:fld>
            <a:endParaRPr lang="da-DK" dirty="0"/>
          </a:p>
        </p:txBody>
      </p:sp>
      <p:sp>
        <p:nvSpPr>
          <p:cNvPr id="5" name="Slide Number Placeholder 4">
            <a:extLst>
              <a:ext uri="{FF2B5EF4-FFF2-40B4-BE49-F238E27FC236}">
                <a16:creationId xmlns:a16="http://schemas.microsoft.com/office/drawing/2014/main" id="{50A98891-1D8E-B2A6-C914-99D7B532DE14}"/>
              </a:ext>
            </a:extLst>
          </p:cNvPr>
          <p:cNvSpPr>
            <a:spLocks noGrp="1"/>
          </p:cNvSpPr>
          <p:nvPr>
            <p:ph type="sldNum" sz="quarter" idx="22"/>
          </p:nvPr>
        </p:nvSpPr>
        <p:spPr/>
        <p:txBody>
          <a:bodyPr/>
          <a:lstStyle/>
          <a:p>
            <a:fld id="{45D37B1E-C366-494F-A587-962AD9AABC83}" type="slidenum">
              <a:rPr lang="da-DK" smtClean="0"/>
              <a:pPr/>
              <a:t>55</a:t>
            </a:fld>
            <a:endParaRPr lang="da-DK" dirty="0"/>
          </a:p>
        </p:txBody>
      </p:sp>
    </p:spTree>
    <p:extLst>
      <p:ext uri="{BB962C8B-B14F-4D97-AF65-F5344CB8AC3E}">
        <p14:creationId xmlns:p14="http://schemas.microsoft.com/office/powerpoint/2010/main" val="39368171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DF720-953B-D750-64D8-26F13153263A}"/>
              </a:ext>
            </a:extLst>
          </p:cNvPr>
          <p:cNvSpPr>
            <a:spLocks noGrp="1"/>
          </p:cNvSpPr>
          <p:nvPr>
            <p:ph type="title"/>
          </p:nvPr>
        </p:nvSpPr>
        <p:spPr>
          <a:xfrm>
            <a:off x="410400" y="1028246"/>
            <a:ext cx="10962000" cy="671967"/>
          </a:xfrm>
        </p:spPr>
        <p:txBody>
          <a:bodyPr anchor="ctr">
            <a:normAutofit/>
          </a:bodyPr>
          <a:lstStyle/>
          <a:p>
            <a:r>
              <a:rPr lang="da-DK" dirty="0"/>
              <a:t>Hvad kan/skal fortolkes i DSA Art. 28(1)</a:t>
            </a:r>
          </a:p>
        </p:txBody>
      </p:sp>
      <p:sp>
        <p:nvSpPr>
          <p:cNvPr id="11" name="Content Placeholder 2">
            <a:extLst>
              <a:ext uri="{FF2B5EF4-FFF2-40B4-BE49-F238E27FC236}">
                <a16:creationId xmlns:a16="http://schemas.microsoft.com/office/drawing/2014/main" id="{3E4094CD-EDA6-D060-F86C-AD64BB6BCA66}"/>
              </a:ext>
            </a:extLst>
          </p:cNvPr>
          <p:cNvSpPr>
            <a:spLocks noGrp="1"/>
          </p:cNvSpPr>
          <p:nvPr>
            <p:ph sz="quarter" idx="19"/>
          </p:nvPr>
        </p:nvSpPr>
        <p:spPr>
          <a:xfrm>
            <a:off x="3832884" y="1989138"/>
            <a:ext cx="7539515" cy="3864462"/>
          </a:xfrm>
        </p:spPr>
        <p:txBody>
          <a:bodyPr>
            <a:normAutofit/>
          </a:bodyPr>
          <a:lstStyle/>
          <a:p>
            <a:pPr>
              <a:spcAft>
                <a:spcPts val="600"/>
              </a:spcAft>
            </a:pPr>
            <a:r>
              <a:rPr lang="en-US" dirty="0" err="1">
                <a:solidFill>
                  <a:srgbClr val="0070C0"/>
                </a:solidFill>
              </a:rPr>
              <a:t>Udbydere</a:t>
            </a:r>
            <a:r>
              <a:rPr lang="en-US" dirty="0">
                <a:solidFill>
                  <a:srgbClr val="0070C0"/>
                </a:solidFill>
              </a:rPr>
              <a:t> </a:t>
            </a:r>
            <a:r>
              <a:rPr lang="en-US" dirty="0" err="1">
                <a:solidFill>
                  <a:srgbClr val="0070C0"/>
                </a:solidFill>
              </a:rPr>
              <a:t>af</a:t>
            </a:r>
            <a:r>
              <a:rPr lang="en-US" dirty="0">
                <a:solidFill>
                  <a:srgbClr val="0070C0"/>
                </a:solidFill>
              </a:rPr>
              <a:t> </a:t>
            </a:r>
            <a:r>
              <a:rPr lang="en-US" dirty="0" err="1">
                <a:solidFill>
                  <a:srgbClr val="0070C0"/>
                </a:solidFill>
              </a:rPr>
              <a:t>onlineplatforme</a:t>
            </a:r>
            <a:r>
              <a:rPr lang="en-US" dirty="0">
                <a:solidFill>
                  <a:srgbClr val="0070C0"/>
                </a:solidFill>
              </a:rPr>
              <a:t> [DSA]</a:t>
            </a:r>
          </a:p>
          <a:p>
            <a:pPr>
              <a:spcAft>
                <a:spcPts val="600"/>
              </a:spcAft>
            </a:pPr>
            <a:r>
              <a:rPr lang="en-US" dirty="0" err="1">
                <a:solidFill>
                  <a:schemeClr val="accent6">
                    <a:lumMod val="75000"/>
                  </a:schemeClr>
                </a:solidFill>
              </a:rPr>
              <a:t>Tilgængelige</a:t>
            </a:r>
            <a:r>
              <a:rPr lang="en-US" dirty="0">
                <a:solidFill>
                  <a:schemeClr val="accent6">
                    <a:lumMod val="75000"/>
                  </a:schemeClr>
                </a:solidFill>
              </a:rPr>
              <a:t> for [DSA]</a:t>
            </a:r>
          </a:p>
          <a:p>
            <a:pPr>
              <a:spcAft>
                <a:spcPts val="600"/>
              </a:spcAft>
            </a:pPr>
            <a:r>
              <a:rPr lang="en-US" dirty="0" err="1">
                <a:solidFill>
                  <a:schemeClr val="accent6">
                    <a:lumMod val="60000"/>
                    <a:lumOff val="40000"/>
                  </a:schemeClr>
                </a:solidFill>
              </a:rPr>
              <a:t>Mindreårige</a:t>
            </a:r>
            <a:r>
              <a:rPr lang="en-US" dirty="0">
                <a:solidFill>
                  <a:schemeClr val="accent6">
                    <a:lumMod val="60000"/>
                    <a:lumOff val="40000"/>
                  </a:schemeClr>
                </a:solidFill>
              </a:rPr>
              <a:t> [national </a:t>
            </a:r>
            <a:r>
              <a:rPr lang="en-US" dirty="0" err="1">
                <a:solidFill>
                  <a:schemeClr val="accent6">
                    <a:lumMod val="60000"/>
                    <a:lumOff val="40000"/>
                  </a:schemeClr>
                </a:solidFill>
              </a:rPr>
              <a:t>lovgivning</a:t>
            </a:r>
            <a:r>
              <a:rPr lang="en-US" dirty="0">
                <a:solidFill>
                  <a:schemeClr val="accent6">
                    <a:lumMod val="60000"/>
                    <a:lumOff val="40000"/>
                  </a:schemeClr>
                </a:solidFill>
              </a:rPr>
              <a:t>, </a:t>
            </a:r>
            <a:r>
              <a:rPr lang="en-US" dirty="0" err="1">
                <a:solidFill>
                  <a:schemeClr val="accent6">
                    <a:lumMod val="60000"/>
                    <a:lumOff val="40000"/>
                  </a:schemeClr>
                </a:solidFill>
              </a:rPr>
              <a:t>medmindre</a:t>
            </a:r>
            <a:r>
              <a:rPr lang="en-US" dirty="0">
                <a:solidFill>
                  <a:schemeClr val="accent6">
                    <a:lumMod val="60000"/>
                    <a:lumOff val="40000"/>
                  </a:schemeClr>
                </a:solidFill>
              </a:rPr>
              <a:t> </a:t>
            </a:r>
            <a:r>
              <a:rPr lang="en-US" dirty="0" err="1">
                <a:solidFill>
                  <a:schemeClr val="accent6">
                    <a:lumMod val="60000"/>
                    <a:lumOff val="40000"/>
                  </a:schemeClr>
                </a:solidFill>
              </a:rPr>
              <a:t>andet</a:t>
            </a:r>
            <a:r>
              <a:rPr lang="en-US" dirty="0">
                <a:solidFill>
                  <a:schemeClr val="accent6">
                    <a:lumMod val="60000"/>
                    <a:lumOff val="40000"/>
                  </a:schemeClr>
                </a:solidFill>
              </a:rPr>
              <a:t> </a:t>
            </a:r>
            <a:r>
              <a:rPr lang="en-US" dirty="0" err="1">
                <a:solidFill>
                  <a:schemeClr val="accent6">
                    <a:lumMod val="60000"/>
                    <a:lumOff val="40000"/>
                  </a:schemeClr>
                </a:solidFill>
              </a:rPr>
              <a:t>bestemt</a:t>
            </a:r>
            <a:r>
              <a:rPr lang="en-US" dirty="0">
                <a:solidFill>
                  <a:schemeClr val="accent6">
                    <a:lumMod val="60000"/>
                    <a:lumOff val="40000"/>
                  </a:schemeClr>
                </a:solidFill>
              </a:rPr>
              <a:t>]</a:t>
            </a:r>
          </a:p>
          <a:p>
            <a:pPr>
              <a:spcAft>
                <a:spcPts val="600"/>
              </a:spcAft>
            </a:pPr>
            <a:r>
              <a:rPr lang="en-US" dirty="0" err="1">
                <a:solidFill>
                  <a:schemeClr val="accent2">
                    <a:lumMod val="75000"/>
                  </a:schemeClr>
                </a:solidFill>
              </a:rPr>
              <a:t>Passende</a:t>
            </a:r>
            <a:r>
              <a:rPr lang="en-US" dirty="0">
                <a:solidFill>
                  <a:schemeClr val="accent2">
                    <a:lumMod val="75000"/>
                  </a:schemeClr>
                </a:solidFill>
              </a:rPr>
              <a:t> og </a:t>
            </a:r>
            <a:r>
              <a:rPr lang="en-US" dirty="0" err="1">
                <a:solidFill>
                  <a:schemeClr val="accent2">
                    <a:lumMod val="75000"/>
                  </a:schemeClr>
                </a:solidFill>
              </a:rPr>
              <a:t>forholdsmæssige</a:t>
            </a:r>
            <a:r>
              <a:rPr lang="en-US" dirty="0">
                <a:solidFill>
                  <a:schemeClr val="accent2">
                    <a:lumMod val="75000"/>
                  </a:schemeClr>
                </a:solidFill>
              </a:rPr>
              <a:t> </a:t>
            </a:r>
            <a:r>
              <a:rPr lang="en-US" dirty="0" err="1">
                <a:solidFill>
                  <a:schemeClr val="accent2">
                    <a:lumMod val="75000"/>
                  </a:schemeClr>
                </a:solidFill>
              </a:rPr>
              <a:t>foranstaltninger</a:t>
            </a:r>
            <a:r>
              <a:rPr lang="en-US" dirty="0">
                <a:solidFill>
                  <a:schemeClr val="accent2">
                    <a:lumMod val="75000"/>
                  </a:schemeClr>
                </a:solidFill>
              </a:rPr>
              <a:t> [EUs </a:t>
            </a:r>
            <a:r>
              <a:rPr lang="en-US" dirty="0" err="1">
                <a:solidFill>
                  <a:schemeClr val="accent2">
                    <a:lumMod val="75000"/>
                  </a:schemeClr>
                </a:solidFill>
              </a:rPr>
              <a:t>proportionalitetsprincip</a:t>
            </a:r>
            <a:r>
              <a:rPr lang="en-US" dirty="0">
                <a:solidFill>
                  <a:schemeClr val="accent2">
                    <a:lumMod val="75000"/>
                  </a:schemeClr>
                </a:solidFill>
              </a:rPr>
              <a:t>; </a:t>
            </a:r>
            <a:r>
              <a:rPr lang="en-US" dirty="0" err="1">
                <a:solidFill>
                  <a:schemeClr val="accent2">
                    <a:lumMod val="75000"/>
                  </a:schemeClr>
                </a:solidFill>
              </a:rPr>
              <a:t>standarder</a:t>
            </a:r>
            <a:r>
              <a:rPr lang="en-US" dirty="0">
                <a:solidFill>
                  <a:schemeClr val="accent2">
                    <a:lumMod val="75000"/>
                  </a:schemeClr>
                </a:solidFill>
              </a:rPr>
              <a:t>, </a:t>
            </a:r>
            <a:r>
              <a:rPr lang="en-US" dirty="0" err="1">
                <a:solidFill>
                  <a:schemeClr val="accent2">
                    <a:lumMod val="75000"/>
                  </a:schemeClr>
                </a:solidFill>
              </a:rPr>
              <a:t>adfærdskodeks</a:t>
            </a:r>
            <a:r>
              <a:rPr lang="en-US" dirty="0">
                <a:solidFill>
                  <a:schemeClr val="accent2">
                    <a:lumMod val="75000"/>
                  </a:schemeClr>
                </a:solidFill>
              </a:rPr>
              <a:t>, guidelines, etc.]</a:t>
            </a:r>
          </a:p>
          <a:p>
            <a:pPr>
              <a:spcAft>
                <a:spcPts val="600"/>
              </a:spcAft>
            </a:pPr>
            <a:r>
              <a:rPr lang="en-US" dirty="0" err="1">
                <a:solidFill>
                  <a:schemeClr val="accent3">
                    <a:lumMod val="75000"/>
                  </a:schemeClr>
                </a:solidFill>
              </a:rPr>
              <a:t>Højt</a:t>
            </a:r>
            <a:r>
              <a:rPr lang="en-US" dirty="0">
                <a:solidFill>
                  <a:schemeClr val="accent3">
                    <a:lumMod val="75000"/>
                  </a:schemeClr>
                </a:solidFill>
              </a:rPr>
              <a:t> </a:t>
            </a:r>
            <a:r>
              <a:rPr lang="en-US" dirty="0" err="1">
                <a:solidFill>
                  <a:schemeClr val="accent3">
                    <a:lumMod val="75000"/>
                  </a:schemeClr>
                </a:solidFill>
              </a:rPr>
              <a:t>niveau</a:t>
            </a:r>
            <a:r>
              <a:rPr lang="en-US" dirty="0">
                <a:solidFill>
                  <a:schemeClr val="accent3">
                    <a:lumMod val="75000"/>
                  </a:schemeClr>
                </a:solidFill>
              </a:rPr>
              <a:t> </a:t>
            </a:r>
            <a:r>
              <a:rPr lang="en-US" dirty="0" err="1">
                <a:solidFill>
                  <a:schemeClr val="accent3">
                    <a:lumMod val="75000"/>
                  </a:schemeClr>
                </a:solidFill>
              </a:rPr>
              <a:t>af</a:t>
            </a:r>
            <a:r>
              <a:rPr lang="en-US" dirty="0">
                <a:solidFill>
                  <a:schemeClr val="accent3">
                    <a:lumMod val="75000"/>
                  </a:schemeClr>
                </a:solidFill>
              </a:rPr>
              <a:t> privacy og </a:t>
            </a:r>
            <a:r>
              <a:rPr lang="en-US" dirty="0" err="1">
                <a:solidFill>
                  <a:schemeClr val="accent3">
                    <a:lumMod val="75000"/>
                  </a:schemeClr>
                </a:solidFill>
              </a:rPr>
              <a:t>sikkerhed</a:t>
            </a:r>
            <a:r>
              <a:rPr lang="en-US" dirty="0">
                <a:solidFill>
                  <a:schemeClr val="accent3">
                    <a:lumMod val="75000"/>
                  </a:schemeClr>
                </a:solidFill>
              </a:rPr>
              <a:t> for </a:t>
            </a:r>
            <a:r>
              <a:rPr lang="en-US" dirty="0" err="1">
                <a:solidFill>
                  <a:schemeClr val="accent3">
                    <a:lumMod val="75000"/>
                  </a:schemeClr>
                </a:solidFill>
              </a:rPr>
              <a:t>mindreårige</a:t>
            </a:r>
            <a:r>
              <a:rPr lang="en-US" dirty="0">
                <a:solidFill>
                  <a:schemeClr val="accent3">
                    <a:lumMod val="75000"/>
                  </a:schemeClr>
                </a:solidFill>
              </a:rPr>
              <a:t> [DSA </a:t>
            </a:r>
            <a:r>
              <a:rPr lang="en-US" dirty="0" err="1">
                <a:solidFill>
                  <a:schemeClr val="accent3">
                    <a:lumMod val="75000"/>
                  </a:schemeClr>
                </a:solidFill>
              </a:rPr>
              <a:t>Præambel</a:t>
            </a:r>
            <a:r>
              <a:rPr lang="en-US" dirty="0">
                <a:solidFill>
                  <a:schemeClr val="accent3">
                    <a:lumMod val="75000"/>
                  </a:schemeClr>
                </a:solidFill>
              </a:rPr>
              <a:t>; EU Charter for </a:t>
            </a:r>
            <a:r>
              <a:rPr lang="en-US" dirty="0" err="1">
                <a:solidFill>
                  <a:schemeClr val="accent3">
                    <a:lumMod val="75000"/>
                  </a:schemeClr>
                </a:solidFill>
              </a:rPr>
              <a:t>fundamentale</a:t>
            </a:r>
            <a:r>
              <a:rPr lang="en-US" dirty="0">
                <a:solidFill>
                  <a:schemeClr val="accent3">
                    <a:lumMod val="75000"/>
                  </a:schemeClr>
                </a:solidFill>
              </a:rPr>
              <a:t> </a:t>
            </a:r>
            <a:r>
              <a:rPr lang="en-US" dirty="0" err="1">
                <a:solidFill>
                  <a:schemeClr val="accent3">
                    <a:lumMod val="75000"/>
                  </a:schemeClr>
                </a:solidFill>
              </a:rPr>
              <a:t>rettigheder</a:t>
            </a:r>
            <a:r>
              <a:rPr lang="en-US" dirty="0">
                <a:solidFill>
                  <a:schemeClr val="accent3">
                    <a:lumMod val="75000"/>
                  </a:schemeClr>
                </a:solidFill>
              </a:rPr>
              <a:t>; Den </a:t>
            </a:r>
            <a:r>
              <a:rPr lang="en-US" dirty="0" err="1">
                <a:solidFill>
                  <a:schemeClr val="accent3">
                    <a:lumMod val="75000"/>
                  </a:schemeClr>
                </a:solidFill>
              </a:rPr>
              <a:t>Europæiske</a:t>
            </a:r>
            <a:r>
              <a:rPr lang="en-US" dirty="0">
                <a:solidFill>
                  <a:schemeClr val="accent3">
                    <a:lumMod val="75000"/>
                  </a:schemeClr>
                </a:solidFill>
              </a:rPr>
              <a:t> </a:t>
            </a:r>
            <a:r>
              <a:rPr lang="en-US" dirty="0" err="1">
                <a:solidFill>
                  <a:schemeClr val="accent3">
                    <a:lumMod val="75000"/>
                  </a:schemeClr>
                </a:solidFill>
              </a:rPr>
              <a:t>Menneskerettighedskonvention</a:t>
            </a:r>
            <a:r>
              <a:rPr lang="en-US" dirty="0">
                <a:solidFill>
                  <a:schemeClr val="accent3">
                    <a:lumMod val="75000"/>
                  </a:schemeClr>
                </a:solidFill>
              </a:rPr>
              <a:t> FNs </a:t>
            </a:r>
            <a:r>
              <a:rPr lang="en-US" dirty="0" err="1">
                <a:solidFill>
                  <a:schemeClr val="accent3">
                    <a:lumMod val="75000"/>
                  </a:schemeClr>
                </a:solidFill>
              </a:rPr>
              <a:t>børnekonvention</a:t>
            </a:r>
            <a:r>
              <a:rPr lang="en-US" dirty="0">
                <a:solidFill>
                  <a:schemeClr val="accent3">
                    <a:lumMod val="75000"/>
                  </a:schemeClr>
                </a:solidFill>
              </a:rPr>
              <a:t>; diverse </a:t>
            </a:r>
            <a:r>
              <a:rPr lang="en-US" dirty="0" err="1">
                <a:solidFill>
                  <a:schemeClr val="accent3">
                    <a:lumMod val="75000"/>
                  </a:schemeClr>
                </a:solidFill>
              </a:rPr>
              <a:t>regler</a:t>
            </a:r>
            <a:r>
              <a:rPr lang="en-US" dirty="0">
                <a:solidFill>
                  <a:schemeClr val="accent3">
                    <a:lumMod val="75000"/>
                  </a:schemeClr>
                </a:solidFill>
              </a:rPr>
              <a:t> om </a:t>
            </a:r>
            <a:r>
              <a:rPr lang="en-US" dirty="0" err="1">
                <a:solidFill>
                  <a:schemeClr val="accent3">
                    <a:lumMod val="75000"/>
                  </a:schemeClr>
                </a:solidFill>
              </a:rPr>
              <a:t>sikkerhed</a:t>
            </a:r>
            <a:r>
              <a:rPr lang="en-US" dirty="0">
                <a:solidFill>
                  <a:schemeClr val="accent3">
                    <a:lumMod val="75000"/>
                  </a:schemeClr>
                </a:solidFill>
              </a:rPr>
              <a:t> – </a:t>
            </a:r>
            <a:r>
              <a:rPr lang="en-US" dirty="0" err="1">
                <a:solidFill>
                  <a:schemeClr val="accent3">
                    <a:lumMod val="75000"/>
                  </a:schemeClr>
                </a:solidFill>
              </a:rPr>
              <a:t>både</a:t>
            </a:r>
            <a:r>
              <a:rPr lang="en-US" dirty="0">
                <a:solidFill>
                  <a:schemeClr val="accent3">
                    <a:lumMod val="75000"/>
                  </a:schemeClr>
                </a:solidFill>
              </a:rPr>
              <a:t> national og </a:t>
            </a:r>
            <a:r>
              <a:rPr lang="en-US" dirty="0" err="1">
                <a:solidFill>
                  <a:schemeClr val="accent3">
                    <a:lumMod val="75000"/>
                  </a:schemeClr>
                </a:solidFill>
              </a:rPr>
              <a:t>på</a:t>
            </a:r>
            <a:r>
              <a:rPr lang="en-US" dirty="0">
                <a:solidFill>
                  <a:schemeClr val="accent3">
                    <a:lumMod val="75000"/>
                  </a:schemeClr>
                </a:solidFill>
              </a:rPr>
              <a:t> EU-</a:t>
            </a:r>
            <a:r>
              <a:rPr lang="en-US" dirty="0" err="1">
                <a:solidFill>
                  <a:schemeClr val="accent3">
                    <a:lumMod val="75000"/>
                  </a:schemeClr>
                </a:solidFill>
              </a:rPr>
              <a:t>niveau</a:t>
            </a:r>
            <a:r>
              <a:rPr lang="en-US" dirty="0">
                <a:solidFill>
                  <a:schemeClr val="accent3">
                    <a:lumMod val="75000"/>
                  </a:schemeClr>
                </a:solidFill>
              </a:rPr>
              <a:t>; </a:t>
            </a:r>
            <a:r>
              <a:rPr lang="en-US" dirty="0" err="1">
                <a:solidFill>
                  <a:schemeClr val="accent3">
                    <a:lumMod val="75000"/>
                  </a:schemeClr>
                </a:solidFill>
              </a:rPr>
              <a:t>bedst</a:t>
            </a:r>
            <a:r>
              <a:rPr lang="en-US" dirty="0">
                <a:solidFill>
                  <a:schemeClr val="accent3">
                    <a:lumMod val="75000"/>
                  </a:schemeClr>
                </a:solidFill>
              </a:rPr>
              <a:t> </a:t>
            </a:r>
            <a:r>
              <a:rPr lang="en-US" dirty="0" err="1">
                <a:solidFill>
                  <a:schemeClr val="accent3">
                    <a:lumMod val="75000"/>
                  </a:schemeClr>
                </a:solidFill>
              </a:rPr>
              <a:t>tilgængelig</a:t>
            </a:r>
            <a:r>
              <a:rPr lang="en-US" dirty="0">
                <a:solidFill>
                  <a:schemeClr val="accent3">
                    <a:lumMod val="75000"/>
                  </a:schemeClr>
                </a:solidFill>
              </a:rPr>
              <a:t> information og </a:t>
            </a:r>
            <a:r>
              <a:rPr lang="en-US" dirty="0" err="1">
                <a:solidFill>
                  <a:schemeClr val="accent3">
                    <a:lumMod val="75000"/>
                  </a:schemeClr>
                </a:solidFill>
              </a:rPr>
              <a:t>videnskabelig</a:t>
            </a:r>
            <a:r>
              <a:rPr lang="en-US" dirty="0">
                <a:solidFill>
                  <a:schemeClr val="accent3">
                    <a:lumMod val="75000"/>
                  </a:schemeClr>
                </a:solidFill>
              </a:rPr>
              <a:t> </a:t>
            </a:r>
            <a:r>
              <a:rPr lang="en-US" dirty="0" err="1">
                <a:solidFill>
                  <a:schemeClr val="accent3">
                    <a:lumMod val="75000"/>
                  </a:schemeClr>
                </a:solidFill>
              </a:rPr>
              <a:t>viden</a:t>
            </a:r>
            <a:r>
              <a:rPr lang="en-US" dirty="0">
                <a:solidFill>
                  <a:schemeClr val="accent3">
                    <a:lumMod val="75000"/>
                  </a:schemeClr>
                </a:solidFill>
              </a:rPr>
              <a:t>]</a:t>
            </a:r>
          </a:p>
          <a:p>
            <a:pPr>
              <a:spcAft>
                <a:spcPts val="600"/>
              </a:spcAft>
            </a:pPr>
            <a:endParaRPr lang="da-DK" dirty="0"/>
          </a:p>
        </p:txBody>
      </p:sp>
      <p:pic>
        <p:nvPicPr>
          <p:cNvPr id="8" name="Picture Placeholder 7" descr="Business man pulling a block from Jenga tower">
            <a:extLst>
              <a:ext uri="{FF2B5EF4-FFF2-40B4-BE49-F238E27FC236}">
                <a16:creationId xmlns:a16="http://schemas.microsoft.com/office/drawing/2014/main" id="{B8527909-C139-9A46-8A36-1DD8CE59BDF4}"/>
              </a:ext>
            </a:extLst>
          </p:cNvPr>
          <p:cNvPicPr>
            <a:picLocks noGrp="1" noChangeAspect="1"/>
          </p:cNvPicPr>
          <p:nvPr>
            <p:ph type="pic" sz="quarter" idx="4294967295"/>
          </p:nvPr>
        </p:nvPicPr>
        <p:blipFill>
          <a:blip r:embed="rId2" cstate="print">
            <a:extLst>
              <a:ext uri="{28A0092B-C50C-407E-A947-70E740481C1C}">
                <a14:useLocalDpi xmlns:a14="http://schemas.microsoft.com/office/drawing/2010/main" val="0"/>
              </a:ext>
            </a:extLst>
          </a:blip>
          <a:srcRect l="22136" r="22136"/>
          <a:stretch/>
        </p:blipFill>
        <p:spPr>
          <a:xfrm>
            <a:off x="411163" y="1989138"/>
            <a:ext cx="3231221" cy="3864462"/>
          </a:xfrm>
          <a:noFill/>
        </p:spPr>
      </p:pic>
      <p:sp>
        <p:nvSpPr>
          <p:cNvPr id="4" name="Date Placeholder 3">
            <a:extLst>
              <a:ext uri="{FF2B5EF4-FFF2-40B4-BE49-F238E27FC236}">
                <a16:creationId xmlns:a16="http://schemas.microsoft.com/office/drawing/2014/main" id="{1D7EF3D2-0CE0-1A91-E9CD-576A08B37417}"/>
              </a:ext>
            </a:extLst>
          </p:cNvPr>
          <p:cNvSpPr>
            <a:spLocks noGrp="1"/>
          </p:cNvSpPr>
          <p:nvPr>
            <p:ph type="dt" sz="half" idx="4294967295"/>
          </p:nvPr>
        </p:nvSpPr>
        <p:spPr>
          <a:xfrm>
            <a:off x="0" y="6912000"/>
            <a:ext cx="0" cy="0"/>
          </a:xfrm>
        </p:spPr>
        <p:txBody>
          <a:bodyPr/>
          <a:lstStyle/>
          <a:p>
            <a:pPr>
              <a:spcAft>
                <a:spcPts val="600"/>
              </a:spcAft>
            </a:pPr>
            <a:fld id="{65124E75-19A5-48E1-86BD-3BCA95E3D96A}" type="datetime1">
              <a:rPr lang="da-DK" smtClean="0"/>
              <a:pPr>
                <a:spcAft>
                  <a:spcPts val="600"/>
                </a:spcAft>
              </a:pPr>
              <a:t>08.01.2026</a:t>
            </a:fld>
            <a:endParaRPr lang="da-DK"/>
          </a:p>
        </p:txBody>
      </p:sp>
      <p:sp>
        <p:nvSpPr>
          <p:cNvPr id="5" name="Slide Number Placeholder 4">
            <a:extLst>
              <a:ext uri="{FF2B5EF4-FFF2-40B4-BE49-F238E27FC236}">
                <a16:creationId xmlns:a16="http://schemas.microsoft.com/office/drawing/2014/main" id="{0D5EE044-36EB-514B-8124-1FA16D98A997}"/>
              </a:ext>
            </a:extLst>
          </p:cNvPr>
          <p:cNvSpPr>
            <a:spLocks noGrp="1"/>
          </p:cNvSpPr>
          <p:nvPr>
            <p:ph type="sldNum" sz="quarter" idx="4294967295"/>
          </p:nvPr>
        </p:nvSpPr>
        <p:spPr>
          <a:xfrm>
            <a:off x="0" y="6912000"/>
            <a:ext cx="0" cy="0"/>
          </a:xfrm>
        </p:spPr>
        <p:txBody>
          <a:bodyPr/>
          <a:lstStyle/>
          <a:p>
            <a:pPr>
              <a:spcAft>
                <a:spcPts val="600"/>
              </a:spcAft>
            </a:pPr>
            <a:fld id="{45D37B1E-C366-494F-A587-962AD9AABC83}" type="slidenum">
              <a:rPr lang="da-DK" smtClean="0"/>
              <a:pPr>
                <a:spcAft>
                  <a:spcPts val="600"/>
                </a:spcAft>
              </a:pPr>
              <a:t>56</a:t>
            </a:fld>
            <a:endParaRPr lang="da-DK"/>
          </a:p>
        </p:txBody>
      </p:sp>
    </p:spTree>
    <p:extLst>
      <p:ext uri="{BB962C8B-B14F-4D97-AF65-F5344CB8AC3E}">
        <p14:creationId xmlns:p14="http://schemas.microsoft.com/office/powerpoint/2010/main" val="32223396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0E23C1-7E6F-4032-F096-45D8840E250D}"/>
              </a:ext>
            </a:extLst>
          </p:cNvPr>
          <p:cNvSpPr>
            <a:spLocks noGrp="1"/>
          </p:cNvSpPr>
          <p:nvPr>
            <p:ph type="title"/>
          </p:nvPr>
        </p:nvSpPr>
        <p:spPr/>
        <p:txBody>
          <a:bodyPr/>
          <a:lstStyle/>
          <a:p>
            <a:r>
              <a:rPr lang="da-DK" dirty="0"/>
              <a:t>Afrunding</a:t>
            </a:r>
          </a:p>
        </p:txBody>
      </p:sp>
      <p:sp>
        <p:nvSpPr>
          <p:cNvPr id="3" name="Pladsholder til indhold 2">
            <a:extLst>
              <a:ext uri="{FF2B5EF4-FFF2-40B4-BE49-F238E27FC236}">
                <a16:creationId xmlns:a16="http://schemas.microsoft.com/office/drawing/2014/main" id="{7CF0D7BC-7B44-BDF3-C751-5F366D0A89B4}"/>
              </a:ext>
            </a:extLst>
          </p:cNvPr>
          <p:cNvSpPr>
            <a:spLocks noGrp="1"/>
          </p:cNvSpPr>
          <p:nvPr>
            <p:ph sz="quarter" idx="19"/>
          </p:nvPr>
        </p:nvSpPr>
        <p:spPr/>
        <p:txBody>
          <a:bodyPr/>
          <a:lstStyle/>
          <a:p>
            <a:r>
              <a:rPr lang="da-DK" dirty="0"/>
              <a:t>Næste gang:</a:t>
            </a:r>
          </a:p>
          <a:p>
            <a:pPr lvl="1"/>
            <a:r>
              <a:rPr lang="da-DK" dirty="0"/>
              <a:t>Udvikling af digital regulering v/ Jesper Løffler-Nielsen</a:t>
            </a:r>
          </a:p>
          <a:p>
            <a:pPr lvl="1"/>
            <a:endParaRPr lang="da-DK" dirty="0"/>
          </a:p>
          <a:p>
            <a:pPr lvl="1"/>
            <a:endParaRPr lang="da-DK" dirty="0"/>
          </a:p>
          <a:p>
            <a:pPr marL="0" indent="0">
              <a:buNone/>
            </a:pPr>
            <a:r>
              <a:rPr lang="da-DK" dirty="0"/>
              <a:t>Spørgsmål til dagens undervisning/andet?</a:t>
            </a:r>
          </a:p>
        </p:txBody>
      </p:sp>
      <p:sp>
        <p:nvSpPr>
          <p:cNvPr id="4" name="Pladsholder til dato 3">
            <a:extLst>
              <a:ext uri="{FF2B5EF4-FFF2-40B4-BE49-F238E27FC236}">
                <a16:creationId xmlns:a16="http://schemas.microsoft.com/office/drawing/2014/main" id="{BD62979C-8668-DF39-E935-E6BE33D5A087}"/>
              </a:ext>
            </a:extLst>
          </p:cNvPr>
          <p:cNvSpPr>
            <a:spLocks noGrp="1"/>
          </p:cNvSpPr>
          <p:nvPr>
            <p:ph type="dt" sz="half" idx="20"/>
          </p:nvPr>
        </p:nvSpPr>
        <p:spPr/>
        <p:txBody>
          <a:bodyPr/>
          <a:lstStyle/>
          <a:p>
            <a:fld id="{162D93D8-0D8F-449C-AE29-BD3D1502F2D9}" type="datetime1">
              <a:rPr lang="da-DK" smtClean="0"/>
              <a:t>08.01.2026</a:t>
            </a:fld>
            <a:endParaRPr lang="da-DK" dirty="0"/>
          </a:p>
        </p:txBody>
      </p:sp>
      <p:sp>
        <p:nvSpPr>
          <p:cNvPr id="5" name="Pladsholder til slidenummer 4">
            <a:extLst>
              <a:ext uri="{FF2B5EF4-FFF2-40B4-BE49-F238E27FC236}">
                <a16:creationId xmlns:a16="http://schemas.microsoft.com/office/drawing/2014/main" id="{E094BC0F-AE06-3E66-81B6-D126AE1D2644}"/>
              </a:ext>
            </a:extLst>
          </p:cNvPr>
          <p:cNvSpPr>
            <a:spLocks noGrp="1"/>
          </p:cNvSpPr>
          <p:nvPr>
            <p:ph type="sldNum" sz="quarter" idx="22"/>
          </p:nvPr>
        </p:nvSpPr>
        <p:spPr/>
        <p:txBody>
          <a:bodyPr/>
          <a:lstStyle/>
          <a:p>
            <a:fld id="{45D37B1E-C366-494F-A587-962AD9AABC83}" type="slidenum">
              <a:rPr lang="da-DK" smtClean="0"/>
              <a:pPr/>
              <a:t>57</a:t>
            </a:fld>
            <a:endParaRPr lang="da-DK" dirty="0"/>
          </a:p>
        </p:txBody>
      </p:sp>
    </p:spTree>
    <p:extLst>
      <p:ext uri="{BB962C8B-B14F-4D97-AF65-F5344CB8AC3E}">
        <p14:creationId xmlns:p14="http://schemas.microsoft.com/office/powerpoint/2010/main" val="440922422"/>
      </p:ext>
    </p:extLst>
  </p:cSld>
  <p:clrMapOvr>
    <a:masterClrMapping/>
  </p:clrMapOvr>
</p:sld>
</file>

<file path=ppt/theme/theme1.xml><?xml version="1.0" encoding="utf-8"?>
<a:theme xmlns:a="http://schemas.openxmlformats.org/drawingml/2006/main" name="SDU">
  <a:themeElements>
    <a:clrScheme name="SDU">
      <a:dk1>
        <a:srgbClr val="000000"/>
      </a:dk1>
      <a:lt1>
        <a:sysClr val="window" lastClr="FFFFFF"/>
      </a:lt1>
      <a:dk2>
        <a:srgbClr val="7A6040"/>
      </a:dk2>
      <a:lt2>
        <a:srgbClr val="DDCBA4"/>
      </a:lt2>
      <a:accent1>
        <a:srgbClr val="AEB862"/>
      </a:accent1>
      <a:accent2>
        <a:srgbClr val="789D4A"/>
      </a:accent2>
      <a:accent3>
        <a:srgbClr val="F2C75C"/>
      </a:accent3>
      <a:accent4>
        <a:srgbClr val="E07E3C"/>
      </a:accent4>
      <a:accent5>
        <a:srgbClr val="E1BBB4"/>
      </a:accent5>
      <a:accent6>
        <a:srgbClr val="D05A57"/>
      </a:accent6>
      <a:hlink>
        <a:srgbClr val="0563C1"/>
      </a:hlink>
      <a:folHlink>
        <a:srgbClr val="954F72"/>
      </a:folHlink>
    </a:clrScheme>
    <a:fontScheme name="SD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lIns="72000" tIns="72000" rIns="72000" bIns="72000" rtlCol="0" anchor="ctr"/>
      <a:lstStyle>
        <a:defPPr algn="ctr">
          <a:defRPr sz="1600" dirty="0" err="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600" dirty="0" err="1"/>
        </a:defPPr>
      </a:lstStyle>
    </a:txDef>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Grøn 1">
      <a:srgbClr val="4E5B31"/>
    </a:custClr>
    <a:custClr name="Grøn 2">
      <a:srgbClr val="789D4A"/>
    </a:custClr>
    <a:custClr name="Grøn 3">
      <a:srgbClr val="AEB862"/>
    </a:custClr>
    <a:custClr name="Grøn 4">
      <a:srgbClr val="EAE7B9"/>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Orange 1">
      <a:srgbClr val="D38235"/>
    </a:custClr>
    <a:custClr name="Orange 2">
      <a:srgbClr val="E0A526"/>
    </a:custClr>
    <a:custClr name="Orange 3">
      <a:srgbClr val="EED484"/>
    </a:custClr>
    <a:custClr name="Orange 4">
      <a:srgbClr val="FCF0C4"/>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ød 1">
      <a:srgbClr val="862633"/>
    </a:custClr>
    <a:custClr name="Rød 2">
      <a:srgbClr val="D05A57"/>
    </a:custClr>
    <a:custClr name="Rød 3">
      <a:srgbClr val="E1BBB4"/>
    </a:custClr>
    <a:custClr name="Rød 4">
      <a:srgbClr val="F4E2DE"/>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Brun 1">
      <a:srgbClr val="473729"/>
    </a:custClr>
    <a:custClr name="Brun 2">
      <a:srgbClr val="946037"/>
    </a:custClr>
    <a:custClr name="Brun 3">
      <a:srgbClr val="DDCBA4"/>
    </a:custClr>
    <a:custClr name="Brun 4">
      <a:srgbClr val="EFE5D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Sort">
      <a:srgbClr val="000000"/>
    </a:custClr>
    <a:custClr name="Hvid">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TemplafySlideFormConfiguration><![CDATA[{"formFields":[],"formDataEntries":[]}]]></TemplafySlideFormConfiguratio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TemplafyTemplateConfiguration><![CDATA[{"elementsMetadata":[],"transformationConfigurations":[],"templateName":"SDU widescreen 16:9 - without department, dates and links","templateDescription":"SDU bredformat 16:9 skabelon - uden enhedsnavn, dato og links","enableDocumentContentUpdater":false,"version":"2.0"}]]></TemplafyTemplateConfiguration>
</file>

<file path=customXml/item4.xml><?xml version="1.0" encoding="utf-8"?>
<TemplafyFormConfiguration><![CDATA[{"formFields":[],"formDataEntries":[]}]]></TemplafyFormConfiguration>
</file>

<file path=customXml/item5.xml><?xml version="1.0" encoding="utf-8"?>
<ct:contentTypeSchema xmlns:ct="http://schemas.microsoft.com/office/2006/metadata/contentType" xmlns:ma="http://schemas.microsoft.com/office/2006/metadata/properties/metaAttributes" ct:_="" ma:_="" ma:contentTypeName="Document" ma:contentTypeID="0x01010025730D2D79480E44AF4CF1D5DC8426B6" ma:contentTypeVersion="16" ma:contentTypeDescription="Create a new document." ma:contentTypeScope="" ma:versionID="b779653a0d7097240f597015d89f33a9">
  <xsd:schema xmlns:xsd="http://www.w3.org/2001/XMLSchema" xmlns:xs="http://www.w3.org/2001/XMLSchema" xmlns:p="http://schemas.microsoft.com/office/2006/metadata/properties" xmlns:ns2="fecd47c6-f99c-4e67-b20f-8e6bccd3d9cf" xmlns:ns3="4ce034c3-338c-4a8f-9cae-7e5cca226d09" targetNamespace="http://schemas.microsoft.com/office/2006/metadata/properties" ma:root="true" ma:fieldsID="fa5ce9e742288a1210b97b178d2c3cfe" ns2:_="" ns3:_="">
    <xsd:import namespace="fecd47c6-f99c-4e67-b20f-8e6bccd3d9cf"/>
    <xsd:import namespace="4ce034c3-338c-4a8f-9cae-7e5cca226d0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cd47c6-f99c-4e67-b20f-8e6bccd3d9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descriptio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9553f63-5966-4a09-978d-72b299aea11b"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description="" ma:indexed="true"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ce034c3-338c-4a8f-9cae-7e5cca226d0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fce264f-d98b-42d0-90b4-f5e026732e48}" ma:internalName="TaxCatchAll" ma:showField="CatchAllData" ma:web="4ce034c3-338c-4a8f-9cae-7e5cca226d09">
      <xsd:complexType>
        <xsd:complexContent>
          <xsd:extension base="dms:MultiChoiceLookup">
            <xsd:sequence>
              <xsd:element name="Value" type="dms:Lookup" maxOccurs="unbounded" minOccurs="0" nillable="true"/>
            </xsd:sequence>
          </xsd:extension>
        </xsd:complexContent>
      </xsd:complex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TemplafySlideTemplateConfiguration><![CDATA[{"slideVersion":3,"isValidatorEnabled":false,"isLocked":false,"elementsMetadata":[],"slideId":"637926249703905038","enableDocumentContentUpdater":false,"version":"2.0"}]]></TemplafySlideTemplateConfiguration>
</file>

<file path=customXml/item7.xml><?xml version="1.0" encoding="utf-8"?>
<p:properties xmlns:p="http://schemas.microsoft.com/office/2006/metadata/properties" xmlns:xsi="http://www.w3.org/2001/XMLSchema-instance" xmlns:pc="http://schemas.microsoft.com/office/infopath/2007/PartnerControls">
  <documentManagement>
    <TaxCatchAll xmlns="4ce034c3-338c-4a8f-9cae-7e5cca226d09" xsi:nil="true"/>
    <lcf76f155ced4ddcb4097134ff3c332f xmlns="fecd47c6-f99c-4e67-b20f-8e6bccd3d9c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EB2B9B7-9C71-4451-AD27-ED26CCFBE3BC}">
  <ds:schemaRefs/>
</ds:datastoreItem>
</file>

<file path=customXml/itemProps2.xml><?xml version="1.0" encoding="utf-8"?>
<ds:datastoreItem xmlns:ds="http://schemas.openxmlformats.org/officeDocument/2006/customXml" ds:itemID="{15E5B0E3-20D6-4E9F-B3FE-139288FD4C7F}">
  <ds:schemaRefs>
    <ds:schemaRef ds:uri="http://schemas.microsoft.com/sharepoint/v3/contenttype/forms"/>
  </ds:schemaRefs>
</ds:datastoreItem>
</file>

<file path=customXml/itemProps3.xml><?xml version="1.0" encoding="utf-8"?>
<ds:datastoreItem xmlns:ds="http://schemas.openxmlformats.org/officeDocument/2006/customXml" ds:itemID="{90DE47FB-CBD9-46EF-A4BB-64ED750A2AFD}">
  <ds:schemaRefs/>
</ds:datastoreItem>
</file>

<file path=customXml/itemProps4.xml><?xml version="1.0" encoding="utf-8"?>
<ds:datastoreItem xmlns:ds="http://schemas.openxmlformats.org/officeDocument/2006/customXml" ds:itemID="{E58D0F7B-1F17-4E5D-BC63-2B0FB3F5A51A}">
  <ds:schemaRefs/>
</ds:datastoreItem>
</file>

<file path=customXml/itemProps5.xml><?xml version="1.0" encoding="utf-8"?>
<ds:datastoreItem xmlns:ds="http://schemas.openxmlformats.org/officeDocument/2006/customXml" ds:itemID="{CCEFCAEF-0FE6-4FFD-B2BD-5738184C55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cd47c6-f99c-4e67-b20f-8e6bccd3d9cf"/>
    <ds:schemaRef ds:uri="4ce034c3-338c-4a8f-9cae-7e5cca226d0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FEB1901F-BF6C-471C-A3B9-C97FE7EC6A0F}">
  <ds:schemaRefs/>
</ds:datastoreItem>
</file>

<file path=customXml/itemProps7.xml><?xml version="1.0" encoding="utf-8"?>
<ds:datastoreItem xmlns:ds="http://schemas.openxmlformats.org/officeDocument/2006/customXml" ds:itemID="{44219324-E2F1-4F05-B5C4-8CA33B302288}">
  <ds:schemaRefs>
    <ds:schemaRef ds:uri="http://schemas.microsoft.com/office/infopath/2007/PartnerControls"/>
    <ds:schemaRef ds:uri="fecd47c6-f99c-4e67-b20f-8e6bccd3d9cf"/>
    <ds:schemaRef ds:uri="http://purl.org/dc/elements/1.1/"/>
    <ds:schemaRef ds:uri="http://schemas.microsoft.com/office/2006/metadata/properties"/>
    <ds:schemaRef ds:uri="http://schemas.openxmlformats.org/package/2006/metadata/core-properties"/>
    <ds:schemaRef ds:uri="http://purl.org/dc/dcmitype/"/>
    <ds:schemaRef ds:uri="http://schemas.microsoft.com/office/2006/documentManagement/types"/>
    <ds:schemaRef ds:uri="4ce034c3-338c-4a8f-9cae-7e5cca226d09"/>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SDU widescreen dateA</Template>
  <TotalTime>283</TotalTime>
  <Words>5759</Words>
  <Application>Microsoft Macintosh PowerPoint</Application>
  <PresentationFormat>Widescreen</PresentationFormat>
  <Paragraphs>583</Paragraphs>
  <Slides>57</Slides>
  <Notes>0</Notes>
  <HiddenSlides>0</HiddenSlides>
  <MMClips>0</MMClips>
  <ScaleCrop>false</ScaleCrop>
  <HeadingPairs>
    <vt:vector size="6" baseType="variant">
      <vt:variant>
        <vt:lpstr>Benyttede skrifttyper</vt:lpstr>
      </vt:variant>
      <vt:variant>
        <vt:i4>5</vt:i4>
      </vt:variant>
      <vt:variant>
        <vt:lpstr>Tema</vt:lpstr>
      </vt:variant>
      <vt:variant>
        <vt:i4>1</vt:i4>
      </vt:variant>
      <vt:variant>
        <vt:lpstr>Slidetitler</vt:lpstr>
      </vt:variant>
      <vt:variant>
        <vt:i4>57</vt:i4>
      </vt:variant>
    </vt:vector>
  </HeadingPairs>
  <TitlesOfParts>
    <vt:vector size="63" baseType="lpstr">
      <vt:lpstr>Arial</vt:lpstr>
      <vt:lpstr>Calibri</vt:lpstr>
      <vt:lpstr>Courier New</vt:lpstr>
      <vt:lpstr>Symbol</vt:lpstr>
      <vt:lpstr>Wingdings</vt:lpstr>
      <vt:lpstr>SDU</vt:lpstr>
      <vt:lpstr>Introduktion til den juridiske verden</vt:lpstr>
      <vt:lpstr>Undervisningsplan for den juridiske del</vt:lpstr>
      <vt:lpstr>Undervisere</vt:lpstr>
      <vt:lpstr>Forventningsafstemning</vt:lpstr>
      <vt:lpstr>Forventningsafstemning</vt:lpstr>
      <vt:lpstr>Formålet med undervisningen i dag</vt:lpstr>
      <vt:lpstr>Spørgsmål</vt:lpstr>
      <vt:lpstr>Diverse begreber   </vt:lpstr>
      <vt:lpstr>Juridisk metode</vt:lpstr>
      <vt:lpstr>Juridisk metode</vt:lpstr>
      <vt:lpstr>Spørgsmål</vt:lpstr>
      <vt:lpstr>Gældende ret</vt:lpstr>
      <vt:lpstr>Retskilderne</vt:lpstr>
      <vt:lpstr>Retskilderne</vt:lpstr>
      <vt:lpstr>Retskildetyper</vt:lpstr>
      <vt:lpstr>Danske retskilder</vt:lpstr>
      <vt:lpstr>Retsafgørelser i Danmark (domme og kendelser)</vt:lpstr>
      <vt:lpstr>Administrative afgørelser</vt:lpstr>
      <vt:lpstr>Retssædvaner m.m.</vt:lpstr>
      <vt:lpstr>Spørgsmål</vt:lpstr>
      <vt:lpstr>Hvad sker der ved konflikt imellem danske regler og EU-regler?</vt:lpstr>
      <vt:lpstr>Konflikt af regler</vt:lpstr>
      <vt:lpstr>Konflikt af regler – Lex-principperne</vt:lpstr>
      <vt:lpstr>Lex-principperne fortsat</vt:lpstr>
      <vt:lpstr>Rettens dimensioner – hvem kan producere retskilder?</vt:lpstr>
      <vt:lpstr>Retskilder i EU</vt:lpstr>
      <vt:lpstr>EU-Domstolen</vt:lpstr>
      <vt:lpstr>Etik &amp; jura</vt:lpstr>
      <vt:lpstr>DSA Artikel 28 </vt:lpstr>
      <vt:lpstr>DSA Artikel 28 - Online beskyttelse af mindreårige </vt:lpstr>
      <vt:lpstr>DSA Artikel 28 – hvad kan/skal fortolkes? </vt:lpstr>
      <vt:lpstr>Hvordan tolker man vage/upræcise begreber i EU-ret?</vt:lpstr>
      <vt:lpstr>PowerPoint-præsentation</vt:lpstr>
      <vt:lpstr>PowerPoint-præsentation</vt:lpstr>
      <vt:lpstr>Hvad er EU’s formål?</vt:lpstr>
      <vt:lpstr>DSAs formål</vt:lpstr>
      <vt:lpstr>DSA Artikel 28 - Online beskyttelse af mindreårige </vt:lpstr>
      <vt:lpstr>Definitioner givet i DSA</vt:lpstr>
      <vt:lpstr>DSA Artikel 28 – hvad kan/skal fortolkes </vt:lpstr>
      <vt:lpstr>DSA Præambel 71 – beskyttelse af mindreårige</vt:lpstr>
      <vt:lpstr>Præambel 71 – tilgængelig for mindreårige</vt:lpstr>
      <vt:lpstr>En platform er tilgængelig for mindreårige når:</vt:lpstr>
      <vt:lpstr>DSA Artikel 28 – hvad kan/skal fortolkes </vt:lpstr>
      <vt:lpstr>Definition af mindreårige</vt:lpstr>
      <vt:lpstr>DSA Artikel 28 – hvad kan/skal fortolkes </vt:lpstr>
      <vt:lpstr>DSA Præambel 71</vt:lpstr>
      <vt:lpstr>Commission Guidelines – General Principles</vt:lpstr>
      <vt:lpstr>Præambel 71 – hvad skal udbydere gøre?</vt:lpstr>
      <vt:lpstr>Proportionalitetsprincippet</vt:lpstr>
      <vt:lpstr>DSA Præambel 71 – hvad må udbydere ikke?</vt:lpstr>
      <vt:lpstr>DSA Artikel 28 – hvad kan/skal fortolkes</vt:lpstr>
      <vt:lpstr>Højt niveau af privacy m.m. (fundamentale rettigheder)</vt:lpstr>
      <vt:lpstr>Højt niveau af privacy etc. (fundamentale rettigheder) </vt:lpstr>
      <vt:lpstr>Højt niveau af privacy etc. (fundamentale rettigheder)</vt:lpstr>
      <vt:lpstr>Hvem fastsætter risiko og midler?</vt:lpstr>
      <vt:lpstr>Hvad kan/skal fortolkes i DSA Art. 28(1)</vt:lpstr>
      <vt:lpstr>Afrunding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Simon Holm</cp:lastModifiedBy>
  <cp:revision>2</cp:revision>
  <dcterms:created xsi:type="dcterms:W3CDTF">2025-07-03T08:53:35Z</dcterms:created>
  <dcterms:modified xsi:type="dcterms:W3CDTF">2026-01-08T10:52:52Z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0x01010025730D2D79480E44AF4CF1D5DC8426B6</vt:lpwstr>
  </property>
  <property fmtid="{D5CDD505-2E9C-101B-9397-08002B2CF9AE}" pid="3" name="MediaServiceImageTags">
    <vt:lpwstr/>
  </property>
  <property fmtid="{D5CDD505-2E9C-101B-9397-08002B2CF9AE}" pid="4" name="TemplafyTimeStamp">
    <vt:lpwstr>2025-05-09T12:40:15</vt:lpwstr>
  </property>
  <property fmtid="{D5CDD505-2E9C-101B-9397-08002B2CF9AE}" pid="5" name="TemplafyTenantId">
    <vt:lpwstr>sdu</vt:lpwstr>
  </property>
  <property fmtid="{D5CDD505-2E9C-101B-9397-08002B2CF9AE}" pid="6" name="TemplafyTemplateId">
    <vt:lpwstr>636921197437006162</vt:lpwstr>
  </property>
  <property fmtid="{D5CDD505-2E9C-101B-9397-08002B2CF9AE}" pid="7" name="TemplafyUserProfileId">
    <vt:lpwstr>637830417558571418</vt:lpwstr>
  </property>
  <property fmtid="{D5CDD505-2E9C-101B-9397-08002B2CF9AE}" pid="8" name="TemplafyLanguageCode">
    <vt:lpwstr>da-DK</vt:lpwstr>
  </property>
  <property fmtid="{D5CDD505-2E9C-101B-9397-08002B2CF9AE}" pid="9" name="TemplafyFromBlank">
    <vt:bool>false</vt:bool>
  </property>
</Properties>
</file>